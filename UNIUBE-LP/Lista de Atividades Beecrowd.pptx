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8"/>
  </p:notesMasterIdLst>
  <p:sldIdLst>
    <p:sldId id="256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01" autoAdjust="0"/>
    <p:restoredTop sz="74911" autoAdjust="0"/>
  </p:normalViewPr>
  <p:slideViewPr>
    <p:cSldViewPr snapToGrid="0">
      <p:cViewPr varScale="1">
        <p:scale>
          <a:sx n="85" d="100"/>
          <a:sy n="85" d="100"/>
        </p:scale>
        <p:origin x="15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2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FFEE3-BCE3-2220-102B-F825E2CD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7B9AAB-BE73-F23D-76C5-00FD5EAEE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1F838E1-99C3-9BFE-EFFB-6F77DAB69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3FEE89-530A-3CE2-C808-986A70850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594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C905-8322-27A4-0C0A-43EA7D7D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108630D-C77E-EB8E-AC53-B703ED2FE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2E10E1-6102-FAEF-558F-D25C54A5F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C2060E-2B98-4120-9568-C98E878AF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738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DF15-3A0E-2CF8-BDF9-2B2D2E19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A96290-F3B7-63EA-1E6E-8B1939AEE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F08247-214F-DF7C-7C6C-8A3C2040C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4B394E-7B1F-E227-C88A-6DBCDFA61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281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Lista de exercícios (</a:t>
            </a:r>
            <a:r>
              <a:rPr lang="pt-BR" dirty="0" err="1"/>
              <a:t>beecrowd</a:t>
            </a:r>
            <a:r>
              <a:rPr lang="pt-BR" dirty="0"/>
              <a:t>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0CD15DF-178C-8225-DC27-A997E19955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CFDDE8-0849-DCD6-CFFE-909EF724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Acesso ao </a:t>
            </a:r>
            <a:r>
              <a:rPr lang="pt-BR" dirty="0" err="1">
                <a:solidFill>
                  <a:schemeClr val="bg1"/>
                </a:solidFill>
              </a:rPr>
              <a:t>beecrowd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38EF95E-E786-0234-E618-70938A65A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C77ED71-8D16-84FF-C39E-58449C20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19111"/>
            <a:ext cx="5051720" cy="4257852"/>
          </a:xfrm>
        </p:spPr>
        <p:txBody>
          <a:bodyPr>
            <a:normAutofit/>
          </a:bodyPr>
          <a:lstStyle/>
          <a:p>
            <a:r>
              <a:rPr lang="pt-BR" sz="2400" dirty="0"/>
              <a:t>Primeiro passo é realizar um login na plataforma (ou criar uma conta).</a:t>
            </a:r>
          </a:p>
          <a:p>
            <a:endParaRPr lang="pt-BR" sz="2400" dirty="0"/>
          </a:p>
          <a:p>
            <a:pPr lvl="1"/>
            <a:r>
              <a:rPr lang="pt-BR" dirty="0"/>
              <a:t>Sugiro utilizar a conta do </a:t>
            </a:r>
            <a:r>
              <a:rPr lang="pt-BR" i="1" dirty="0" err="1"/>
              <a:t>gmail</a:t>
            </a:r>
            <a:r>
              <a:rPr lang="pt-BR" dirty="0"/>
              <a:t>, mas fica ao seu critério.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BFA8648-19A5-1A20-9DB5-86C1B5711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081" y="1450931"/>
            <a:ext cx="5410307" cy="51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7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4274D-34CB-AAAC-9FDC-3F438AF00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D0C0D26-4B1E-DEED-DB2F-CAB6E41A79D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F13A4C-E152-C453-7493-B2F8E57B5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Acesso à lista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966DB20-75FB-09AB-1C3A-BA1A7B1C4E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F47220F2-309A-65BA-080F-7D9A5217A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3881" cy="4351338"/>
          </a:xfrm>
        </p:spPr>
        <p:txBody>
          <a:bodyPr/>
          <a:lstStyle/>
          <a:p>
            <a:r>
              <a:rPr lang="pt-BR" sz="2400" dirty="0"/>
              <a:t>Com uma conta criada, acessar a lista por meio do link:</a:t>
            </a:r>
          </a:p>
          <a:p>
            <a:endParaRPr lang="pt-BR" sz="2400" dirty="0"/>
          </a:p>
          <a:p>
            <a:pPr marL="0" indent="0">
              <a:buNone/>
            </a:pPr>
            <a:r>
              <a:rPr lang="pt-BR" sz="2400" dirty="0"/>
              <a:t>	   bcwd.me/d-16119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Caso seja solicitado a chave de acesso, inserir:</a:t>
            </a:r>
          </a:p>
          <a:p>
            <a:endParaRPr lang="pt-BR" sz="2400" dirty="0"/>
          </a:p>
          <a:p>
            <a:pPr marL="0" indent="0">
              <a:buNone/>
            </a:pPr>
            <a:r>
              <a:rPr lang="pt-BR" sz="2400" dirty="0"/>
              <a:t>	         AOcmup6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28897D0-D908-109F-C047-A13F124B8C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644" y="2490635"/>
            <a:ext cx="5153744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6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D7833-542E-3ADF-B66E-02636F51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6D8D96F-EE36-922C-6434-BCF7DFB97F0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8E6691-69D4-85A3-352F-DA3F8D6FC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Acesso à lista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5649EF9-DA0D-33A0-7E68-0DC7D663B9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7FC90A0-98EF-4F0B-7BF5-5E267B2AB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198" y="2103437"/>
            <a:ext cx="9516803" cy="1325563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sz="2400" dirty="0"/>
              <a:t>Acessar a lista ‘Exercícios práticos’: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91865A7-3E2E-AA25-6F01-36776C22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198" y="3389923"/>
            <a:ext cx="9516803" cy="263879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2F5A8CBC-7E0A-9F04-05E2-6866B425CE84}"/>
              </a:ext>
            </a:extLst>
          </p:cNvPr>
          <p:cNvSpPr/>
          <p:nvPr/>
        </p:nvSpPr>
        <p:spPr>
          <a:xfrm>
            <a:off x="3462528" y="4709319"/>
            <a:ext cx="7046976" cy="7071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66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A829-6B07-C583-1A1A-1A781BBB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CF082B1-7FC9-D6B0-4808-4FF72F51AA5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9AF481-A96F-A5A7-15EA-99F0A1062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Acesso à lista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DD0F0F4-09E0-9CEE-C8E7-550B659768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A277A5D-9F21-DF82-1064-C3E23C285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198" y="2103437"/>
            <a:ext cx="6197735" cy="4252207"/>
          </a:xfrm>
        </p:spPr>
        <p:txBody>
          <a:bodyPr>
            <a:normAutofit/>
          </a:bodyPr>
          <a:lstStyle/>
          <a:p>
            <a:endParaRPr lang="pt-BR" sz="2400" dirty="0"/>
          </a:p>
          <a:p>
            <a:r>
              <a:rPr lang="pt-BR" sz="2400" dirty="0"/>
              <a:t>Desenvolver os exercícios indicados.</a:t>
            </a:r>
          </a:p>
          <a:p>
            <a:endParaRPr lang="pt-BR" sz="2400" dirty="0"/>
          </a:p>
          <a:p>
            <a:r>
              <a:rPr lang="pt-BR" sz="2400" dirty="0"/>
              <a:t>Lembre-se se seguir estritamente o padrão de entrada e saída exigidos pela plataforma.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39456D6-DF48-C492-241E-D36C82EF9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933" y="1409823"/>
            <a:ext cx="4804438" cy="540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548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</TotalTime>
  <Words>115</Words>
  <Application>Microsoft Office PowerPoint</Application>
  <PresentationFormat>Widescreen</PresentationFormat>
  <Paragraphs>28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Gill Sans MT</vt:lpstr>
      <vt:lpstr>Tema do Office</vt:lpstr>
      <vt:lpstr>Pacote</vt:lpstr>
      <vt:lpstr>Lista de exercícios (beecrowd)</vt:lpstr>
      <vt:lpstr>Acesso ao beecrowd</vt:lpstr>
      <vt:lpstr>Acesso à lista</vt:lpstr>
      <vt:lpstr>Acesso à lista</vt:lpstr>
      <vt:lpstr>Acesso à lista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86</cp:revision>
  <dcterms:created xsi:type="dcterms:W3CDTF">2026-07-26T12:48:37Z</dcterms:created>
  <dcterms:modified xsi:type="dcterms:W3CDTF">2026-08-13T16:07:28Z</dcterms:modified>
</cp:coreProperties>
</file>