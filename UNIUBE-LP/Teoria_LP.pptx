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46"/>
  </p:notesMasterIdLst>
  <p:sldIdLst>
    <p:sldId id="276" r:id="rId3"/>
    <p:sldId id="277" r:id="rId4"/>
    <p:sldId id="278" r:id="rId5"/>
    <p:sldId id="279" r:id="rId6"/>
    <p:sldId id="256" r:id="rId7"/>
    <p:sldId id="257" r:id="rId8"/>
    <p:sldId id="261" r:id="rId9"/>
    <p:sldId id="259" r:id="rId10"/>
    <p:sldId id="262" r:id="rId11"/>
    <p:sldId id="264" r:id="rId12"/>
    <p:sldId id="265" r:id="rId13"/>
    <p:sldId id="267" r:id="rId14"/>
    <p:sldId id="273" r:id="rId15"/>
    <p:sldId id="268" r:id="rId16"/>
    <p:sldId id="275" r:id="rId17"/>
    <p:sldId id="269" r:id="rId18"/>
    <p:sldId id="270" r:id="rId19"/>
    <p:sldId id="271" r:id="rId20"/>
    <p:sldId id="280" r:id="rId21"/>
    <p:sldId id="281" r:id="rId22"/>
    <p:sldId id="282" r:id="rId23"/>
    <p:sldId id="283" r:id="rId24"/>
    <p:sldId id="285" r:id="rId25"/>
    <p:sldId id="286" r:id="rId26"/>
    <p:sldId id="287" r:id="rId27"/>
    <p:sldId id="288" r:id="rId28"/>
    <p:sldId id="289" r:id="rId29"/>
    <p:sldId id="290" r:id="rId30"/>
    <p:sldId id="294" r:id="rId31"/>
    <p:sldId id="292" r:id="rId32"/>
    <p:sldId id="293" r:id="rId33"/>
    <p:sldId id="291" r:id="rId34"/>
    <p:sldId id="298" r:id="rId35"/>
    <p:sldId id="296" r:id="rId36"/>
    <p:sldId id="295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79" d="100"/>
          <a:sy n="79" d="100"/>
        </p:scale>
        <p:origin x="10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1A39-F6AA-E07D-1DE7-88B3686A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C1B8A8-4E05-2EF9-A649-DFF004BCFD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B0F470-7202-A201-1AD1-9C1760C1C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0E76AC-5DA0-6118-D4F3-63E6EC0DC1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0450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A538-0ED9-B233-81F6-495BFBCB6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7C6E84-14A0-D43A-A22B-DC45B1CD8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DBD6D9-B141-9711-5103-EE62F47F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0C721EB-FF62-0C37-62FF-575B79432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189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r>
              <a:rPr lang="pt-BR" sz="2000" dirty="0"/>
              <a:t>Lógica de Programação e algoritmos – Sandro de Araújo</a:t>
            </a:r>
          </a:p>
          <a:p>
            <a:pPr lvl="1"/>
            <a:r>
              <a:rPr lang="pt-BR" sz="2000" dirty="0"/>
              <a:t>Fundamentos da programação de computadores: algoritmos, pascal e C/C++ – Ana Fernanda </a:t>
            </a:r>
            <a:r>
              <a:rPr lang="pt-BR" sz="2000" dirty="0" err="1"/>
              <a:t>Ascenio</a:t>
            </a:r>
            <a:endParaRPr lang="pt-BR" sz="2000" dirty="0"/>
          </a:p>
          <a:p>
            <a:pPr lvl="1"/>
            <a:r>
              <a:rPr lang="pt-BR" dirty="0"/>
              <a:t>Treinamento em linguagem C – </a:t>
            </a:r>
            <a:r>
              <a:rPr lang="pt-BR" dirty="0" err="1"/>
              <a:t>Victorine</a:t>
            </a:r>
            <a:r>
              <a:rPr lang="pt-BR" dirty="0"/>
              <a:t> </a:t>
            </a:r>
            <a:r>
              <a:rPr lang="pt-BR" dirty="0" err="1"/>
              <a:t>Mizrahi</a:t>
            </a:r>
            <a:endParaRPr lang="pt-BR"/>
          </a:p>
          <a:p>
            <a:pPr marL="457200" lvl="1" indent="0">
              <a:buNone/>
            </a:pPr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r>
              <a:rPr lang="pt-BR" sz="2000" dirty="0"/>
              <a:t>Como programar em C – </a:t>
            </a:r>
            <a:r>
              <a:rPr lang="pt-BR" sz="2000" dirty="0" err="1"/>
              <a:t>Deitel</a:t>
            </a:r>
            <a:r>
              <a:rPr lang="pt-BR" sz="2000" dirty="0"/>
              <a:t> &amp; </a:t>
            </a:r>
            <a:r>
              <a:rPr lang="pt-BR" sz="2000" dirty="0" err="1"/>
              <a:t>Deitel</a:t>
            </a:r>
            <a:endParaRPr lang="pt-BR" sz="2000" dirty="0"/>
          </a:p>
          <a:p>
            <a:pPr lvl="1"/>
            <a:r>
              <a:rPr lang="pt-BR" sz="2000" dirty="0"/>
              <a:t>Conceitos de Linguagem de Programação – Robert </a:t>
            </a:r>
            <a:r>
              <a:rPr lang="pt-BR" sz="2000" dirty="0" err="1"/>
              <a:t>Sebesta</a:t>
            </a:r>
            <a:endParaRPr lang="pt-BR" sz="2000" dirty="0"/>
          </a:p>
          <a:p>
            <a:pPr lvl="1"/>
            <a:r>
              <a:rPr lang="pt-BR" sz="2000" dirty="0"/>
              <a:t>Linguagem C – </a:t>
            </a:r>
            <a:r>
              <a:rPr lang="pt-BR" sz="2000" dirty="0" err="1"/>
              <a:t>Luis</a:t>
            </a:r>
            <a:r>
              <a:rPr lang="pt-BR" sz="2000" dirty="0"/>
              <a:t> Damas</a:t>
            </a:r>
          </a:p>
          <a:p>
            <a:pPr marL="457200" lvl="1" indent="0">
              <a:buNone/>
            </a:pPr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Sistemas Digitais / AOC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7"/>
            <a:ext cx="6985066" cy="4353344"/>
          </a:xfrm>
        </p:spPr>
        <p:txBody>
          <a:bodyPr>
            <a:normAutofit/>
          </a:bodyPr>
          <a:lstStyle/>
          <a:p>
            <a:r>
              <a:rPr lang="pt-BR" sz="2400" b="1" dirty="0"/>
              <a:t>Servem unir proposições (de acordo com a lógica proposicional)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435443"/>
            <a:ext cx="8698832" cy="5345114"/>
          </a:xfrm>
        </p:spPr>
        <p:txBody>
          <a:bodyPr>
            <a:normAutofit/>
          </a:bodyPr>
          <a:lstStyle/>
          <a:p>
            <a:r>
              <a:rPr lang="pt-BR" sz="2400" b="1" dirty="0"/>
              <a:t>Servem para comparar valores, retornando “1” para verdadeiro e “0” para falso. São comumente utilizados em condicionais: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</TotalTime>
  <Words>4677</Words>
  <Application>Microsoft Office PowerPoint</Application>
  <PresentationFormat>Widescreen</PresentationFormat>
  <Paragraphs>658</Paragraphs>
  <Slides>43</Slides>
  <Notes>42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43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Operadores Lógicos</vt:lpstr>
      <vt:lpstr>Operadores Relacionais (Comparadores)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82</cp:revision>
  <dcterms:created xsi:type="dcterms:W3CDTF">2026-07-26T12:48:37Z</dcterms:created>
  <dcterms:modified xsi:type="dcterms:W3CDTF">2026-08-10T15:36:55Z</dcterms:modified>
</cp:coreProperties>
</file>