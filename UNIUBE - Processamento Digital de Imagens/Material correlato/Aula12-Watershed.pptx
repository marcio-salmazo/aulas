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2" r:id="rId20"/>
    <p:sldId id="271" r:id="rId21"/>
    <p:sldId id="273" r:id="rId22"/>
    <p:sldId id="274" r:id="rId23"/>
    <p:sldId id="275" r:id="rId24"/>
    <p:sldId id="288" r:id="rId25"/>
    <p:sldId id="276" r:id="rId26"/>
    <p:sldId id="291" r:id="rId27"/>
    <p:sldId id="277" r:id="rId28"/>
    <p:sldId id="290" r:id="rId29"/>
    <p:sldId id="292" r:id="rId30"/>
    <p:sldId id="278" r:id="rId31"/>
    <p:sldId id="293" r:id="rId32"/>
    <p:sldId id="279" r:id="rId33"/>
    <p:sldId id="280" r:id="rId34"/>
    <p:sldId id="295" r:id="rId35"/>
    <p:sldId id="281" r:id="rId36"/>
    <p:sldId id="296" r:id="rId37"/>
    <p:sldId id="282" r:id="rId38"/>
    <p:sldId id="283" r:id="rId39"/>
    <p:sldId id="297" r:id="rId40"/>
    <p:sldId id="287" r:id="rId41"/>
    <p:sldId id="284" r:id="rId42"/>
    <p:sldId id="285" r:id="rId43"/>
    <p:sldId id="286" r:id="rId4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A6C206-DEF7-4C16-B237-913E03F802C7}" v="3" dt="2026-02-20T20:14:31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Augusto Nassif Travencolo" userId="9765cb90-d5ec-451e-8c7b-af57428794a1" providerId="ADAL" clId="{3A1B49F1-4182-408B-9E15-837E2809C242}"/>
    <pc:docChg chg="custSel modSld">
      <pc:chgData name="Bruno Augusto Nassif Travencolo" userId="9765cb90-d5ec-451e-8c7b-af57428794a1" providerId="ADAL" clId="{3A1B49F1-4182-408B-9E15-837E2809C242}" dt="2026-02-20T20:15:44.703" v="100" actId="1076"/>
      <pc:docMkLst>
        <pc:docMk/>
      </pc:docMkLst>
      <pc:sldChg chg="addSp delSp modSp mod">
        <pc:chgData name="Bruno Augusto Nassif Travencolo" userId="9765cb90-d5ec-451e-8c7b-af57428794a1" providerId="ADAL" clId="{3A1B49F1-4182-408B-9E15-837E2809C242}" dt="2026-02-20T20:15:44.703" v="100" actId="1076"/>
        <pc:sldMkLst>
          <pc:docMk/>
          <pc:sldMk cId="4108010132" sldId="274"/>
        </pc:sldMkLst>
        <pc:spChg chg="mod">
          <ac:chgData name="Bruno Augusto Nassif Travencolo" userId="9765cb90-d5ec-451e-8c7b-af57428794a1" providerId="ADAL" clId="{3A1B49F1-4182-408B-9E15-837E2809C242}" dt="2026-02-20T20:15:28.547" v="94" actId="20577"/>
          <ac:spMkLst>
            <pc:docMk/>
            <pc:sldMk cId="4108010132" sldId="274"/>
            <ac:spMk id="3" creationId="{00000000-0000-0000-0000-000000000000}"/>
          </ac:spMkLst>
        </pc:spChg>
        <pc:spChg chg="mod">
          <ac:chgData name="Bruno Augusto Nassif Travencolo" userId="9765cb90-d5ec-451e-8c7b-af57428794a1" providerId="ADAL" clId="{3A1B49F1-4182-408B-9E15-837E2809C242}" dt="2026-02-20T20:15:42.327" v="99" actId="1076"/>
          <ac:spMkLst>
            <pc:docMk/>
            <pc:sldMk cId="4108010132" sldId="274"/>
            <ac:spMk id="13" creationId="{00000000-0000-0000-0000-000000000000}"/>
          </ac:spMkLst>
        </pc:spChg>
        <pc:picChg chg="add mod">
          <ac:chgData name="Bruno Augusto Nassif Travencolo" userId="9765cb90-d5ec-451e-8c7b-af57428794a1" providerId="ADAL" clId="{3A1B49F1-4182-408B-9E15-837E2809C242}" dt="2026-02-20T20:15:38.227" v="97" actId="1076"/>
          <ac:picMkLst>
            <pc:docMk/>
            <pc:sldMk cId="4108010132" sldId="274"/>
            <ac:picMk id="6" creationId="{A04BB337-7F67-597C-4A24-B44348357D04}"/>
          </ac:picMkLst>
        </pc:picChg>
        <pc:picChg chg="add mod">
          <ac:chgData name="Bruno Augusto Nassif Travencolo" userId="9765cb90-d5ec-451e-8c7b-af57428794a1" providerId="ADAL" clId="{3A1B49F1-4182-408B-9E15-837E2809C242}" dt="2026-02-20T20:15:44.703" v="100" actId="1076"/>
          <ac:picMkLst>
            <pc:docMk/>
            <pc:sldMk cId="4108010132" sldId="274"/>
            <ac:picMk id="8" creationId="{DF1647F8-A5DD-5676-712A-577D23A354E7}"/>
          </ac:picMkLst>
        </pc:picChg>
        <pc:picChg chg="add del mod">
          <ac:chgData name="Bruno Augusto Nassif Travencolo" userId="9765cb90-d5ec-451e-8c7b-af57428794a1" providerId="ADAL" clId="{3A1B49F1-4182-408B-9E15-837E2809C242}" dt="2026-02-20T20:14:07.298" v="20" actId="478"/>
          <ac:picMkLst>
            <pc:docMk/>
            <pc:sldMk cId="4108010132" sldId="274"/>
            <ac:picMk id="10" creationId="{1DC2C2A9-0378-D146-E23F-FEF6F05A28C6}"/>
          </ac:picMkLst>
        </pc:picChg>
        <pc:picChg chg="add mod">
          <ac:chgData name="Bruno Augusto Nassif Travencolo" userId="9765cb90-d5ec-451e-8c7b-af57428794a1" providerId="ADAL" clId="{3A1B49F1-4182-408B-9E15-837E2809C242}" dt="2026-02-20T20:14:37.632" v="36" actId="1076"/>
          <ac:picMkLst>
            <pc:docMk/>
            <pc:sldMk cId="4108010132" sldId="274"/>
            <ac:picMk id="12" creationId="{996C1393-70A7-B67B-434C-E6B8AF736952}"/>
          </ac:picMkLst>
        </pc:picChg>
        <pc:picChg chg="del mod">
          <ac:chgData name="Bruno Augusto Nassif Travencolo" userId="9765cb90-d5ec-451e-8c7b-af57428794a1" providerId="ADAL" clId="{3A1B49F1-4182-408B-9E15-837E2809C242}" dt="2026-02-20T20:14:24.823" v="31" actId="478"/>
          <ac:picMkLst>
            <pc:docMk/>
            <pc:sldMk cId="4108010132" sldId="274"/>
            <ac:picMk id="5122" creationId="{00000000-0000-0000-0000-000000000000}"/>
          </ac:picMkLst>
        </pc:picChg>
        <pc:picChg chg="del">
          <ac:chgData name="Bruno Augusto Nassif Travencolo" userId="9765cb90-d5ec-451e-8c7b-af57428794a1" providerId="ADAL" clId="{3A1B49F1-4182-408B-9E15-837E2809C242}" dt="2026-02-20T20:14:31.700" v="33" actId="478"/>
          <ac:picMkLst>
            <pc:docMk/>
            <pc:sldMk cId="4108010132" sldId="274"/>
            <ac:picMk id="5123" creationId="{00000000-0000-0000-0000-000000000000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05.0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0 337 3529,'0'0'7081,"3"-5"-6923,7-16 68,1 1 1,1 0-1,0 0 1,2 1 0,20-22-1,-27 34-144,0 0 0,1 1-1,0-1 1,0 2 0,0-1 0,0 1-1,1 0 1,0 1 0,0 0 0,0 1-1,1-1 1,-1 2 0,1-1-1,-1 1 1,18 0 0,-13 1-80,3 0 16,-1 0 0,29 4 1,-40-2-13,1 0-1,-1 0 1,0 1 0,1 0 0,-1 0 0,0 0 0,0 0 0,0 1 0,0 0 0,0 0 0,7 7 0,1 3 17,0 0 1,-2 0-1,1 1 0,-2 1 1,0 0-1,0 1 1,-2-1-1,0 2 0,0-1 1,-2 1-1,0 0 0,-1 1 1,-1-1-1,0 1 1,-2 0-1,2 36 0,-4-20 32,1-12-23,-1-1 0,-1 1-1,0-1 1,-2 1 0,-6 22-1,7-38-32,0 1 0,-1-1-1,0 0 1,0 1 0,-1-1-1,1-1 1,-1 1-1,-1 0 1,1-1 0,-1 0-1,0 0 1,0-1-1,0 1 1,-1-1 0,1 0-1,-1 0 1,0-1 0,0 0-1,-1 0 1,-8 3-1,4-2 4,0-1 0,-1-1-1,1 1 1,-1-2 0,1 0 0,-1 0-1,0-1 1,0 0 0,1-1-1,-1-1 1,-13-2 0,16 1 40,0 1 0,-1-1 1,2 0-1,-1-1 0,0 0 0,1-1 1,-1 0-1,1 0 0,1 0 1,-1-1-1,1 0 0,0-1 1,0 0-1,-6-8 0,1-2-43,1 0 1,1 0-1,0-1 0,1 0 0,2-1 1,-1 0-1,-4-22 0,6 9-47,0 0 0,3 0 0,0-54-1,3 83 31,0-1 0,0 0 1,0 0-1,1 0 0,0 1 0,0-1 0,0 0 0,0 1 0,0-1 0,1 1 0,0-1 0,0 1 0,0 0 0,0 0 0,0 0 0,0 0 0,1 0 0,-1 0 0,5-3 0,-1 2-3,-1 1 0,1-1 0,0 1 0,0 1 1,0-1-1,0 1 0,1 0 0,-1 0 0,1 1 0,10-2 0,-5 2-2,0 1-1,0-1 1,0 2-1,0 0 0,-1 0 1,1 1-1,0 1 0,0 0 1,-1 0-1,0 1 1,1 1-1,12 6 0,-18-7 13,0 1-1,-1-1 0,1 1 1,-1 0-1,0 0 1,0 1-1,0 0 1,-1 0-1,0 0 0,0 0 1,0 0-1,-1 1 1,0 0-1,0-1 0,1 9 1,0 5 74,0 0-1,-2 0 1,0 0 0,-2 26-1,0-39-44,-1 0 0,0 1 0,-1-1 0,1 0 0,-1 0 0,-1 0 0,1 0 0,-1 0 0,0 0 0,-1-1 0,0 0 0,0 0 0,0 0 0,-1 0 0,1 0 0,-2-1 0,1 0 0,0 0 0,-13 8 0,9-7-23,0 0 1,0 0-1,-1-2 1,0 1-1,0-1 1,0 0-1,-1-1 0,1 0 1,-1-1-1,1 0 1,-1-1-1,0 0 1,-12-1-1,21 0 19,-1 0 0,1-1 0,0 1-1,-1-1 1,1 1 0,0-1 0,-1 0 0,1 0-1,0 0 1,0 0 0,0 0 0,0-1 0,0 1-1,0-1 1,0 1 0,1-1 0,-1 1-1,-1-4 1,0 1-7,0-1 0,0 1 0,1-1-1,-1 0 1,1 0 0,1 0 0,-3-10-1,0-7-25,1 0-1,2 0 1,0-25-1,1 36 28,1-4-37,0 1 0,1 0 1,1 0-1,0 0 0,1 0 0,0 1 1,1-1-1,0 1 0,1 0 0,1 1 1,0-1-1,1 1 0,0 1 0,1 0 1,0 0-1,1 0 0,0 1 0,0 1 1,20-14-1,-28 21-2,1 0 0,0 0 0,0 0-1,1 0 1,-1 1 0,0 0 0,0-1 0,1 1 0,-1 1 0,1-1-1,-1 0 1,1 1 0,-1-1 0,1 1 0,-1 0 0,1 1 0,-1-1-1,1 0 1,-1 1 0,1 0 0,4 2 0,-5-1 37,1 0 0,-1 0-1,0 0 1,-1 1 0,1 0 0,0-1 0,-1 1 0,1 0-1,-1 0 1,0 1 0,0-1 0,0 0 0,-1 1 0,1-1 0,-1 1-1,0-1 1,0 1 0,0 0 0,0 4 0,5 19 88,-1 1-1,-2 0 1,-1 1 0,-1-1 0,-2 0 0,-1 0 0,-1 0-1,-1 0 1,-1 0 0,-2 0 0,0-1 0,-2 0 0,-20 40-1,28-65-93,0 1 0,0-1 0,0 0 0,-1 1 0,1-1 0,-1 0 0,1 0 0,-1 0 0,0 0 0,0-1 0,1 1 0,-2 0 0,1-1 0,0 1 0,0-1 0,0 0 0,-1 1-1,1-1 1,0-1 0,-1 1 0,1 0 0,-1 0 0,-2 0 0,2-2-3,1 1 0,-1-1 0,1 1-1,-1-1 1,1 0 0,0 0 0,-1 0 0,1 0-1,0 0 1,0 0 0,-1-1 0,1 1 0,0-1-1,0 1 1,1-1 0,-1 0 0,0 0 0,0 0 0,1 0-1,-1 0 1,1 0 0,-2-5 0,-6-9 3,2 0 1,0-1-1,0 0 0,2 0 1,0-1-1,1 0 0,-2-18 1,-1-129-23,7 161 21,0 1-15,0 1 0,0-1 1,0 0-1,0 0 1,0 1-1,1-1 0,0 0 1,-1 1-1,1-1 0,0 0 1,0 1-1,0-1 0,0 1 1,1-1-1,-1 1 1,1 0-1,-1 0 0,1 0 1,0 0-1,4-4 0,-2 4-21,0 0 0,0 0 0,1 0 0,-1 1-1,0 0 1,1 0 0,-1 0 0,1 0 0,-1 1-1,1-1 1,8 2 0,-11-1 39,0 0 0,1 1 0,-1 0 0,0 0 0,0 0 0,1 0 1,-1 0-1,0 0 0,0 0 0,0 1 0,0-1 0,-1 1 0,1-1 0,0 1 0,-1 0 0,1 0 0,-1 0 1,1-1-1,-1 2 0,0-1 0,0 0 0,0 0 0,0 0 0,0 0 0,1 5 0,1 2 57,-1 1 0,1-1 0,-2 0 0,1 1 0,-1 14 0,0-1 139,-2 0 0,-5 32 0,4-48-169,1 0-1,-1 0 1,0 0-1,-1-1 1,0 1 0,0-1-1,0 1 1,-1-1-1,0 0 1,0 0-1,0-1 1,-6 6 0,9-9-31,0-1 1,-1 0 0,1 1 0,0-1 0,-1 0 0,1 0 0,-1 0 0,1 0 0,-1 0 0,0 0 0,1 0 0,-1 0 0,0-1 0,0 1 0,1-1 0,-1 1 0,0-1-1,0 0 1,0 0 0,0 1 0,0-1 0,1-1 0,-1 1 0,0 0 0,-2-1 0,1 0-6,0-1 1,1 1 0,0-1-1,-1 0 1,1 0-1,0 0 1,0 0-1,0 0 1,0 0-1,0-1 1,0 1-1,1-1 1,-1 1-1,-1-4 1,-3-8-25,0-1 1,1 0-1,1 0 1,-5-26-1,5 16-69,1 1 0,1-1 0,1 0 0,1 0-1,2 0 1,6-37 0,-7 55 71,0 1-1,1 0 1,0 0 0,0-1-1,0 1 1,1 0 0,0 1 0,0-1-1,0 0 1,1 1 0,0 0-1,0 0 1,1 0 0,-1 0-1,1 1 1,0 0 0,0 0 0,0 0-1,1 0 1,-1 1 0,1 0-1,0 0 1,0 1 0,0-1-1,0 1 1,0 1 0,1-1-1,-1 1 1,12-1 0,-12 1 4,1 1 1,-1 0 0,0 0-1,1 0 1,-1 1-1,0 0 1,0 0-1,0 0 1,0 1-1,0 0 1,0 0 0,0 1-1,0-1 1,-1 1-1,1 1 1,-1-1-1,0 1 1,0 0 0,0 0-1,-1 0 1,1 0-1,-1 1 1,0 0-1,-1 0 1,1 0-1,-1 1 1,0-1 0,0 1-1,0-1 1,-1 1-1,0 0 1,0 0-1,2 12 1,-1-1 93,-1-1 0,-1 1 0,0 0 1,-1 0-1,-1-1 0,0 1 0,-1-1 0,-1 1 0,-1-1 0,0 0 0,-1 0 1,-1 0-1,0-1 0,-1 1 0,-1-2 0,0 1 0,-1-1 0,-16 18 1,22-28-48,0-1 0,0 1 0,0-1 0,-1 0 1,0-1-1,1 1 0,-1-1 0,0 1 0,0-1 1,-1 0-1,1-1 0,-7 3 0,9-4-33,-1 1 0,1-1 0,-1 0-1,1 0 1,-1 0 0,1 0 0,-1 0 0,1-1-1,-1 1 1,1-1 0,-1 0 0,1 1 0,-1-1-1,1 0 1,0 0 0,0-1 0,-1 1 0,1 0-1,0-1 1,0 1 0,0-1 0,1 0 0,-1 0-1,0 0 1,-1-2 0,-5-8 3,0 0 0,1-1 0,0 0 1,1-1-1,1 1 0,0-1 0,0 0 0,2 0 0,0-1 0,-1-15 1,-2-26-34,3-71 0,3 100 5,0 13 23,1 1 0,0-1 0,0 1 0,1-1 0,1 1 0,0 0 0,1 0 0,10-23 1,-12 33-5,0-1 1,0 1-1,0 0 1,1 0 0,-1 0-1,1 0 1,-1 0 0,1 1-1,0-1 1,0 1 0,1 0-1,-1 0 1,0 0 0,7-3-1,-5 4 0,0 0 0,0 0-1,0 0 1,0 1 0,0 0-1,0 0 1,0 0 0,0 1-1,0-1 1,-1 1 0,1 0-1,0 1 1,0-1 0,7 4-1,-2 0 31,1 1-1,-1 1 1,0-1-1,0 2 0,0-1 1,-1 1-1,-1 1 1,1 0-1,-1 0 0,-1 0 1,0 1-1,0 0 1,9 19-1,-4-6 15,-2 2 0,0-1 0,-1 1 0,-1 1 0,5 35 0,-8-24 182,-2 1-1,-1 0 0,-4 45 0,2-78-155,-1-1 0,1 0 0,-1 1 0,0-1 1,0 0-1,0 0 0,-1 0 0,1 0 0,-1 0 0,0 0 1,0 0-1,-1 0 0,1-1 0,-1 1 0,1-1 0,-1 0 1,0 0-1,0 0 0,-1 0 0,1 0 0,-1-1 1,-7 5-1,8-6-44,-1 0 0,1 0 1,-1 0-1,0 0 0,1 0 0,-1-1 1,0 0-1,0 0 0,1 0 1,-1 0-1,0 0 0,0-1 0,1 1 1,-1-1-1,0 0 0,1-1 1,-1 1-1,1 0 0,-1-1 0,1 0 1,0 0-1,0 0 0,-1 0 0,2 0 1,-1-1-1,-3-3 0,-4-4 6,0-1 1,1 0-1,0-1 0,1 0 0,0-1 0,1 1 0,1-1 0,0-1 1,-8-26-1,7 14-67,2 0 0,0 0 1,2 0-1,0-43 1,3 68 30,0 0 0,0 1 1,0-1-1,0 0 1,1 0-1,-1 0 0,0 0 1,0 0-1,1 0 1,-1 0-1,1 1 0,-1-1 1,1 0-1,-1 0 1,1 0-1,0 1 0,-1-1 1,1 0-1,0 1 1,-1-1-1,1 1 0,0-1 1,0 1-1,0-1 1,0 1-1,-1-1 0,2 1 1,35-5-212,-30 6 236,-1-1 0,1 1-1,-1 0 1,1 1 0,-1 0 0,1 0-1,-1 0 1,0 1 0,7 3 0,-7 0 15,0 0-1,-1 0 1,1 1 0,-1 0 0,0 0-1,-1 0 1,0 1 0,0-1 0,-1 1-1,0 0 1,0 0 0,0 0 0,-1 1-1,-1-1 1,1 0 0,-1 1 0,-1-1-1,0 1 1,0-1 0,0 1 0,-1-1 0,-3 11-1,3-9 36,0-1 0,-1 0-1,-1 1 1,0-1 0,0 0-1,0 0 1,-1-1-1,-1 1 1,1-1 0,-2 0-1,1 0 1,-1 0 0,0-1-1,0 0 1,-1 0 0,0 0-1,0-1 1,-1 0-1,-15 9 1,21-14-52,-1 0-1,1 0 1,-1 0 0,0 0-1,0 0 1,0 0-1,1-1 1,-1 1 0,0-1-1,0 0 1,0 0-1,0 0 1,0 0 0,0-1-1,0 1 1,1-1-1,-1 1 1,0-1 0,0 0-1,1 0 1,-1 0-1,0-1 1,1 1 0,-1-1-1,1 1 1,0-1-1,-1 0 1,1 0 0,0 0-1,0 0 1,0 0-1,1-1 1,-1 1 0,0 0-1,1-1 1,-1 1-1,1-1 1,0 0 0,-1-3-1,-3-8-15,0 0 0,1 0 0,0 0 1,1-1-1,1 0 0,-1-18 0,3 31 8,-1-20-16,0 0 1,1 0-1,2 0 0,5-35 0,-6 52-14,0 0-1,1 0 1,-1 1-1,1-1 1,0 0-1,0 1 1,0 0-1,1-1 1,0 1-1,-1 0 1,2 0-1,-1 0 1,0 1-1,1-1 1,-1 1-1,1-1 1,0 1-1,0 1 1,1-1-1,-1 1 1,0-1-1,1 1 1,-1 0-1,1 1 1,0-1 0,0 1-1,5-1 1,-4 0 27,0 1 1,0 0-1,0 1 1,0-1 0,0 1-1,0 0 1,0 1 0,0-1-1,0 1 1,0 1 0,0-1-1,0 1 1,-1 0 0,1 0-1,-1 0 1,1 1 0,-1 0-1,0 0 1,0 0 0,0 1-1,0 0 1,-1 0 0,1 0-1,-1 0 1,0 1 0,0-1-1,-1 1 1,0 0 0,1 1-1,-2-1 1,1 0 0,0 1-1,-1-1 1,2 10-1,0-2 77,0-1 0,-1 1-1,-1 0 1,0 0-1,-1 0 1,0 0 0,-1 0-1,-1 0 1,0 0 0,0 0-1,-1-1 1,-1 1-1,0 0 1,-1-1 0,-1 0-1,1 0 1,-2 0-1,0 0 1,0-1 0,-1 0-1,-1 0 1,1-1-1,-2 0 1,1 0 0,-12 9-1,16-15-42,0-1 1,0 0-1,0 0 0,0 0 0,0-1 1,0 1-1,-1-1 0,1 0 0,-1-1 1,0 1-1,0-1 0,1 0 0,-1 0 1,0 0-1,0 0 0,0-1 0,0 0 0,0 0 1,0-1-1,0 1 0,0-1 0,0 0 1,1 0-1,-1-1 0,0 1 0,1-1 1,-1 0-1,1-1 0,-1 1 0,1-1 1,0 1-1,0-1 0,0-1 0,0 1 1,1 0-1,-1-1 0,1 0 0,0 0 1,-4-6-1,-1-8-59,0-1 0,1 0 0,1 0 0,1 0 0,1-1 0,0 1 0,2-1 0,0 0 1,1 0-1,1 0 0,1 0 0,1 0 0,7-34 0,-7 49-8,0-1 0,1 1 0,0 0-1,0 0 1,0 0 0,1 1 0,-1-1 0,1 1 0,0 0 0,1 0-1,-1 0 1,0 1 0,1-1 0,0 1 0,0 0 0,0 0 0,0 1 0,1-1-1,-1 1 1,1 1 0,-1-1 0,1 1 0,0 0 0,-1 0 0,12 0 0,-8 0 12,0 1 0,0 0 1,0 1-1,0 0 1,0 0-1,0 1 1,-1 0-1,1 0 1,0 1-1,-1 0 1,0 1-1,0 0 0,0 0 1,0 1-1,-1 0 1,8 6-1,-9-5 32,0 1-1,0 0 0,-1 0 0,1 1 1,-2 0-1,1 0 0,-1 0 1,0 0-1,-1 1 0,0-1 0,0 1 1,-1 0-1,0 0 0,-1 0 1,0 0-1,0 0 0,-1 0 0,0 0 1,-1 0-1,1 0 0,-2 0 1,1 0-1,-2 0 0,1 0 0,-6 13 1,2-8 100,1-1 1,-2 0-1,0 0 0,0-1 1,-1 0-1,-1 0 1,0-1-1,0 0 1,-1-1-1,0 0 0,-1 0 1,0-1-1,-1-1 1,0 0-1,-18 9 1,24-14-83,0 0 1,0-1-1,-1 0 1,1-1-1,-1 0 1,1 0-1,-1 0 1,0 0-1,1-1 1,-12-1-1,15 0-20,-1 1-1,0-1 1,0 0-1,0 0 1,0-1-1,1 1 1,-1-1 0,1 1-1,-1-1 1,1-1-1,0 1 1,-1 0-1,1-1 1,0 1-1,1-1 1,-1 0-1,-4-6 1,0-3-2,0 0-1,1 0 1,1 0 0,0-1-1,1 0 1,0 0 0,-3-26-1,2-1-45,2-56-1,3 85 19,1-1 0,0 1 0,0-1 0,1 1-1,1 0 1,0-1 0,1 1 0,0 0 0,0 1 0,1-1 0,0 1 0,1 0-1,1 0 1,9-12 0,-10 16-44,0-1-1,1 1 1,0 0 0,0 1-1,0 0 1,1 0 0,0 0-1,0 1 1,0 0 0,0 1-1,1 0 1,-1 0-1,1 1 1,0 0 0,-1 0-1,1 1 1,0 0 0,0 1-1,10 0 1,-16 0 66,0 0-1,0 1 1,-1-1-1,1 1 1,0 0-1,0-1 1,-1 1 0,1 0-1,0 1 1,-1-1-1,1 0 1,-1 1 0,0-1-1,1 1 1,-1 0-1,0 0 1,0 0 0,0 0-1,2 3 1,-1 0 19,0-1 1,-1 1-1,0 0 1,0 0-1,0 0 1,0 0 0,-1 0-1,0 1 1,1 9-1,-1-1 74,-1 0 0,0 0 0,-1 0 0,-1-1 0,0 1 0,-1 0 0,-6 19 0,4-20 55,-1 0 0,0-1 0,0 0 1,-2 0-1,-15 20 0,19-28-97,1 0-1,-1 0 1,0 0-1,0 0 1,0-1-1,0 1 1,-1-1-1,0 0 1,1-1 0,-1 1-1,0-1 1,0 0-1,0 0 1,-1 0-1,1-1 1,0 0-1,-10 1 1,13-2-43,0 0 0,0-1 0,0 1 0,0 0 0,0-1 0,0 0 0,0 1 0,0-1 0,0 0 0,0 0 0,0 0 0,0 0 0,0 0 0,1-1 0,-1 1 0,0-1 0,1 1 0,-3-3 1,1-1-8,-1 0 1,1 0-1,0 0 1,0 0-1,1-1 1,-4-9-1,1-4-26,0-1 0,1 1 1,-1-26-1,3 14-65,0 1 1,2 0-1,2-1 1,6-38-1,-6 57 34,1 0 0,1 0-1,-1 0 1,2 0 0,0 1-1,0-1 1,1 1-1,0 1 1,1-1 0,0 1-1,1 0 1,0 1 0,12-12-1,-15 17 30,-1 1 0,1-1 0,0 1 0,0 0-1,0 1 1,0-1 0,0 1 0,1 0 0,-1 0 0,1 1-1,-1-1 1,1 1 0,0 1 0,-1-1 0,1 1-1,0 0 1,0 0 0,-1 0 0,1 1 0,0 0 0,0 0-1,-1 1 1,1 0 0,-1-1 0,0 2 0,1-1-1,-1 1 1,0 0 0,0 0 0,-1 0 0,1 0 0,-1 1-1,1 0 1,-1 0 0,0 0 0,-1 1 0,1-1-1,-1 1 1,0 0 0,0 0 0,4 9 0,0 3 162,-1 0 1,0 0 0,-1 1-1,-1 0 1,-1 0-1,-1 0 1,0 1 0,-1-1-1,-1 0 1,-1 1-1,-1-1 1,0 0 0,-1 0-1,-1 0 1,-1 0-1,0 0 1,-2-1 0,0 0-1,0-1 1,-2 1-1,0-1 1,-1-1 0,0 0-1,-20 21 1,27-32-77,-1-1-1,1 1 1,-1-1 0,0 0 0,0-1 0,0 1 0,-1-1 0,1 1-1,0-1 1,-1 0 0,0-1 0,1 1 0,-8 0 0,9-1-43,0-1 0,0 0 0,0 0 0,0-1 1,0 1-1,0-1 0,-1 1 0,2-1 0,-1 0 1,0 0-1,0 0 0,0-1 0,0 1 0,1-1 1,-1 1-1,0-1 0,1 0 0,0 0 0,-1 0 1,1 0-1,-3-5 0,-5-6-23,1 0 1,0-1-1,1 0 1,1-1-1,0 0 1,1 0-1,0 0 1,2-1-1,-6-28 1,4-1-218,1 0 1,2-57 0,3 101 198,0 0 1,0 0-1,1 1 1,-1-1-1,0 0 0,0 0 1,1 0-1,-1 1 0,1-1 1,-1 0-1,1 1 0,-1-1 1,1 0-1,-1 1 0,1-1 1,-1 1-1,1-1 1,0 1-1,-1-1 0,1 1 1,0-1-1,0 1 0,-1 0 1,1-1-1,0 1 0,0 0 1,-1 0-1,1-1 0,0 1 1,0 0-1,0 0 1,0 0-1,-1 0 0,1 0 1,0 0-1,0 0 0,0 1 1,-1-1-1,3 1 0,1-1 2,-1 1-1,1 0 1,0 0-1,0 0 1,0 0-1,-1 1 1,1-1-1,5 4 0,-2 1 42,-1 0 0,1 0 0,-1 0 0,-1 1 0,1 0 0,-1 0 0,0 0 0,-1 1 0,1-1 0,-2 1-1,1 0 1,-1 0 0,4 15 0,-4-8 58,0 0 1,-1 0-1,0 0 0,-1 0 0,-1 0 0,0 0 0,-4 22 1,3-32-24,-1 1 0,1-1 0,-2 0 0,1 1 0,0-1 1,-1 0-1,0 0 0,0-1 0,0 1 0,-1-1 0,0 1 1,0-1-1,0 0 0,0 0 0,-1-1 0,1 1 0,-1-1 1,-9 5-1,12-7-48,-1 0 0,0 1 1,0-1-1,0 0 0,0 0 0,0-1 1,0 1-1,0-1 0,0 1 1,0-1-1,0 0 0,0 0 0,0 0 1,0-1-1,0 1 0,0-1 1,0 1-1,0-1 0,0 0 0,0 0 1,1 0-1,-1-1 0,0 1 0,1-1 1,-1 1-1,1-1 0,-1 0 1,1 0-1,0 0 0,0 0 0,0-1 1,0 1-1,0-1 0,0 1 1,0-1-1,-1-3 0,-4-8-3,1 0 1,0-1-1,1 0 0,0 0 0,1 0 0,-3-26 1,1-97-63,6 134 46,0 0 0,0 0 0,0 0 0,1 0 0,-1 0 0,1 0 0,0 0 0,0 0 0,0 1 0,1-1 0,2-5 0,-2 7-31,-1 0-1,1 0 1,0 1-1,0-1 1,0 1 0,0 0-1,0 0 1,0-1-1,0 1 1,0 0-1,0 1 1,1-1 0,-1 0-1,0 1 1,1-1-1,-1 1 1,0 0 0,1 0-1,-1-1 1,5 2-1,-1 0 43,0-1-1,-1 1 1,1 1-1,-1-1 1,1 1-1,-1 0 1,1 0-1,-1 0 1,0 1-1,0 0 1,0 0-1,-1 0 1,1 1-1,-1 0 1,1-1-1,-1 2 1,-1-1-1,1 0 1,0 1-1,-1-1 1,0 1-1,0 0 1,0 0-1,-1 1 1,3 8-1,1 1 98,-1 0 1,0 1-1,-1-1 0,-1 1 0,-1 0 0,0 0 0,-1 0 0,-2 21 1,1-30 8,-2 1 0,1-1 0,-1 0 0,-1 0 0,1 1 1,-1-2-1,0 1 0,-1 0 0,1-1 0,-1 1 1,-8 8-1,9-12-66,1 0 1,0 0-1,-1 0 1,0 0-1,1-1 1,-1 0-1,0 1 1,-1-1-1,1 0 1,0-1 0,0 1-1,-1 0 1,1-1-1,-1 0 1,0 0-1,1 0 1,-1 0-1,0-1 1,1 1-1,-1-1 1,0 0-1,0 0 1,1 0-1,-6-1 1,7 0-37,0 0 0,0 0-1,0 0 1,0 0 0,1-1 0,-1 1 0,0 0 0,1-1-1,-1 1 1,0-1 0,1 0 0,0 1 0,-1-1-1,1 0 1,0 0 0,0 0 0,0 0 0,0 0 0,-1-4-1,-10-44-91,10 40 53,-2-12-41,1-1 0,0-30 0,3 46 53,0-1-1,1 1 1,0-1-1,0 1 0,0 0 1,1 0-1,0-1 1,0 1-1,1 0 1,6-11-1,-7 15-2,0 1 0,0-1 0,1 1 0,-1 0-1,0 0 1,1 0 0,0 0 0,-1 0 0,1 0 0,0 1-1,0-1 1,0 1 0,0 0 0,0 0 0,0 0-1,1 0 1,-1 1 0,0-1 0,0 1 0,0 0 0,1 0-1,-1 0 1,0 0 0,1 0 0,-1 1 0,4 0-1,-1 1 26,0-1 1,-1 1-1,1 0 0,0 0 0,0 1 0,-1 0 0,0 0 0,1 0 0,-1 1 0,0-1 0,0 1 0,5 7 0,-2-1 89,-2 0-1,1 0 0,-1 1 0,-1 0 0,0 0 0,-1 0 0,0 1 1,0 0-1,-2 0 0,1 0 0,-1 0 0,-1 0 0,0 13 0,-1-16 20,0-1-1,0 1 0,-1 0 1,0 0-1,0 0 0,-1 0 1,0-1-1,-1 1 0,0-1 0,0 1 1,-1-1-1,0 0 0,0 0 1,-1-1-1,0 1 0,0-1 0,-1 0 1,-7 6-1,12-12-97,1 0 0,-1 0-1,0 0 1,0 0 0,0 0 0,0 0 0,0-1-1,0 1 1,0 0 0,0-1 0,0 1-1,-1-1 1,1 1 0,0-1 0,0 1 0,0-1-1,-1 0 1,1 0 0,0 1 0,0-1-1,-1 0 1,1 0 0,0 0 0,-1-1 0,1 1-1,0 0 1,0 0 0,-1-1 0,1 1-1,0-1 1,0 1 0,0-1 0,0 1 0,0-1-1,0 0 1,0 1 0,0-1 0,0 0-1,0 0 1,0 0 0,0 0 0,0 0 0,0 0-1,1 0 1,-1 0 0,0 0 0,1 0-1,-1-2 1,-3-6-86,1 0-1,0-1 1,0 1 0,-2-20-1,-3-23-114,4 0 0,1 0 0,5-55 0,-2 102 173,1 0-1,-1 0 1,1 0-1,0 0 1,1 0-1,-1 0 1,1 0-1,0 1 1,0-1-1,1 0 0,3-5 1,-5 9 6,1 0 0,-1-1 0,0 1 0,1 0 0,-1 0-1,0 0 1,1 0 0,-1 0 0,1 1 0,0-1 0,-1 0 0,1 1 0,0-1 0,-1 1 0,1-1 0,0 1-1,-1 0 1,1 0 0,0 0 0,0 0 0,-1 0 0,1 0 0,0 0 0,0 1 0,-1-1 0,1 0 0,0 1-1,-1 0 1,1-1 0,-1 1 0,1 0 0,-1 0 0,1 0 0,-1 0 0,1 0 0,-1 0 0,2 2 0,5 4 45,-1 0 0,0 0 1,0 1-1,-1-1 1,0 1-1,0 1 1,-1-1-1,0 1 1,0 0-1,-1 1 1,-1-1-1,1 0 0,2 17 1,0 2 271,-1 0-1,-2 0 1,0 47 0,-3-73-306,1 0 0,-2 0 0,1 0 0,0 0 0,0 0 1,-1 0-1,1 0 0,-1 0 0,1 0 0,-1 0 1,0 0-1,0 0 0,0-1 0,0 1 0,0 0 1,0-1-1,-1 1 0,1 0 0,0-1 0,-1 0 0,1 1 1,-1-1-1,0 0 0,1 0 0,-1 0 0,0 0 1,0 0-1,0 0 0,0 0 0,0-1 0,1 1 1,-1-1-1,0 1 0,-4-1 0,-1 1-428,0-1-1,0 0 1,0 0 0,0-1-1,-1 0 1,1 0-1,1-1 1,-14-5 0,-20-13-3899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06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0 836 6833,'0'0'6773,"4"-18"-5944,29-125 1178,83-304 20,-102 395-1984,-12 41-52,0 1 0,0-1 0,1 1 0,1 0-1,0 0 1,0 0 0,1 1 0,0-1 0,0 1 0,9-11 0,-5 31-191,-4 5 246,-1 0 1,0 0-1,-1 1 0,-1-1 1,0 19-1,5 30 167,0-20-102,2 9 65,4 94-1,-13-147-184,0 0 0,0 0-1,0 0 1,0 0-1,0 0 1,0-1 0,0 1-1,0 0 1,0 0 0,1 0-1,-1 0 1,0-1-1,0 1 1,1 0 0,-1 0-1,1 0 1,-1-1-1,0 1 1,1 0 0,-1-1-1,1 1 1,0 0 0,0 0-1,0-1-26,0-1 1,0 1-1,-1 0 1,1-1-1,0 1 0,0-1 1,-1 1-1,1-1 0,0 0 1,-1 1-1,1-1 0,0 0 1,-1 1-1,1-1 0,-1 0 1,0 0-1,1 0 0,-1 1 1,1-1-1,-1 0 0,0 0 1,0 0-1,0 0 1,1 0-1,-1-1 0,113-354 155,-107 336-124,1 0-1,0 0 1,2 1 0,20-35-1,-29 53-2,0 1 0,0 0 1,0-1-1,1 1 0,-1 0 0,0-1 0,0 1 0,0 0 1,1-1-1,-1 1 0,0 0 0,1 0 0,-1-1 0,0 1 0,0 0 1,1 0-1,-1-1 0,0 1 0,1 0 0,-1 0 0,1 0 0,-1 0 1,0-1-1,1 1 0,-1 0 0,0 0 0,1 0 0,-1 0 0,1 0 1,-1 0-1,0 0 0,1 0 0,-1 0 0,1 0 0,-1 1 0,0-1 1,1 0-1,-1 0 0,0 0 0,1 0 0,-1 0 0,0 1 0,1-1 1,-1 0-1,0 0 0,1 1 0,-1-1 0,0 0 0,1 0 0,-1 1 1,0 0-1,10 18 26,-9-19-16,17 49 400,-2 1-1,-3 0 0,-1 1 1,5 58-1,-12-72 149,-3-23-5199,-2-86-3265,0 34 2395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06.9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3873,'0'0'3040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07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142 306 8106,'0'0'7727,"2"-28"-7461,0 1-185,19-177 791,-14 158 147,6 77 165,-2 41-596,3 118-1,-7-78-449,6 269 25,-36-381-448,-50-3 345,39 0 1082,-54 4 0,88-1-1112,0 0 0,-1-1-1,1 1 1,-1 0 0,1 0 0,-1 0-1,1 0 1,-1 0 0,1 0 0,-1 0-1,1 0 1,0 1 0,-1-1-1,1 0 1,-1 0 0,1 0 0,-1 0-1,1 1 1,0-1 0,-1 0 0,1 0-1,-1 1 1,1-1 0,0 0 0,-1 0-1,1 1 1,0-1 0,-1 1 0,1-1-1,0 0 1,0 1 0,-1-1-1,1 1 1,0-1 0,0 0 0,0 1-1,0-1 1,0 1 0,-1-1 0,1 1-1,0-1 1,0 1 0,0-1 0,0 0-1,0 1 1,0-1 0,1 1 0,-1-1-1,0 1 1,1 1-25,0-1 1,-1 0-1,1 0 0,0 0 1,0 0-1,0 0 0,1 0 1,-1 0-1,0 0 0,0 0 1,0-1-1,1 1 0,-1 0 1,0-1-1,1 1 1,-1-1-1,2 1 0,44 7 63,1-2 0,-1-3 0,94-4-1,-51-1-3137,-92 12-5637,-19 15 625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10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28 247 4865,'0'0'3089,"31"-27"-2508,100-89-45,-119 104-322,1 1 0,1 1 0,0 0 0,30-16 0,-36 24 0,0-1-1,-1 1 0,1 0 0,0 1 0,0 0 0,0 0 0,16 1 1,-23 0-169,-1 1 0,1-1 0,0 0 0,-1 1 0,1-1 0,-1 1 0,1-1 0,0 1 0,-1 0 0,0-1 0,1 1 0,-1 0 0,1-1 0,-1 1 0,0 0 0,1-1 0,-1 1 0,0 0 0,0 0 0,1-1 0,-1 1 0,0 0 0,0 0 0,0-1 0,0 1 0,0 0 0,0 0 0,0-1 0,-1 2 0,0 30 645,0-28-535,0 4-10,0 0-1,-1 0 1,0 0 0,0 0 0,-1-1 0,0 1 0,0-1 0,-1 0 0,0 1 0,0-2 0,-1 1-1,0 0 1,0-1 0,0 0 0,-1 0 0,0-1 0,0 0 0,0 0 0,-9 6 0,14-11-139,1 1 0,-1-1 1,1 1-1,-1-1 0,0 1 0,1-1 1,-1 1-1,0-1 0,1 0 1,-1 1-1,0-1 0,1 0 1,-1 0-1,0 1 0,0-1 1,0 0-1,1 0 0,-1 0 1,0 0-1,0 0 0,1 0 0,-1 0 1,0 0-1,0 0 0,1 0 1,-1-1-1,0 1 0,0 0 1,1 0-1,-1-1 0,0 1 1,1 0-1,-1-1 0,0 1 0,1-1 1,-1 1-1,0-1 0,1 1 1,-1-1-1,1 1 0,-1-1 1,1 0-1,0 1 0,-1-1 1,1 0-1,-1 1 0,1-1 1,0-1-1,-2-43-362,3 30 263,-2 9 26,1-1 0,1 0 0,-1 1 0,1-1-1,1 0 1,-1 1 0,1-1 0,0 1 0,0 0 0,1 0 0,3-7 0,-3 9 15,0 1-1,0 0 0,0 0 1,0 0-1,0 0 0,0 0 1,1 1-1,-1-1 1,1 1-1,0 0 0,0 0 1,0 0-1,0 1 0,0-1 1,0 1-1,0 0 0,0 0 1,8 0-1,-11 0 36,1 1 0,0 0 1,-1-1-1,1 1 0,-1 0 0,1 0 0,0 0 0,-1 0 1,1 0-1,-1 0 0,1 1 0,0-1 0,-1 0 0,1 1 0,-1 0 1,1-1-1,-1 1 0,1 0 0,-1 0 0,0-1 0,1 1 0,-1 0 1,0 0-1,0 1 0,2 0 0,-2 1 41,0 0 0,0 0 0,0 0-1,0 0 1,-1 0 0,1 0 0,-1 0 0,0 0 0,0 0 0,0 0-1,0 0 1,-1 5 0,-1-1 48,0 0-1,0 1 1,0-1-1,-1 0 0,0 0 1,-1 0-1,1-1 1,-1 1-1,-1-1 1,1 0-1,-1 0 1,0 0-1,0-1 0,-11 9 1,12-10-30,0-1 0,0 1 1,0-1-1,-1 0 0,1-1 1,-1 1-1,0-1 0,0 0 1,0 0-1,0 0 0,0-1 0,0 0 1,0 0-1,-1 0 0,1-1 1,0 1-1,0-1 0,-1 0 0,1-1 1,0 1-1,-1-1 0,-6-2 1,8 1-45,1-1 0,0 1 0,0 0 1,0-1-1,1 1 0,-1-1 1,1 0-1,-1 0 0,1 0 0,0 0 1,0 0-1,0-1 0,0 1 1,1-1-1,0 1 0,-1-1 1,1 1-1,0-1 0,1 0 0,-1 0 1,0-5-1,0-8-113,0 0 0,0 0 0,4-25 0,-3 39 88,1 1 0,0-1-1,-1 1 1,1-1 0,0 1-1,0 0 1,0 0 0,1-1-1,-1 1 1,0 0 0,1 0-1,0 0 1,-1 1 0,1-1-1,0 0 1,0 1 0,0-1-1,0 1 1,0-1 0,0 1 0,0 0-1,1 0 1,-1 0 0,0 0-1,1 0 1,-1 1 0,1-1-1,-1 1 1,1-1 0,2 1-1,-1 0 13,0-1 0,1 1 0,-1 0-1,0 0 1,0 1 0,0-1 0,0 1-1,0 0 1,0 0 0,0 0-1,0 1 1,0-1 0,0 1 0,0 0-1,-1 0 1,1 0 0,4 5 0,-3-2 51,-1 1 0,0-1 1,-1 1-1,1 0 1,-1 0-1,-1 0 0,1 1 1,-1-1-1,0 1 1,0-1-1,-1 1 0,0 0 1,0-1-1,-1 1 1,0 11-1,0-10 43,0 0-1,-1 0 1,0 0-1,-1-1 1,0 1 0,0 0-1,0-1 1,-1 1-1,0-1 1,-1 0 0,1 0-1,-8 10 1,4-9 7,0 0-1,-1-1 1,0 0 0,0 0 0,0-1-1,-1 0 1,-14 8 0,20-13-81,1 0 1,0 0-1,0 0 0,-1 0 1,1 0-1,-1 0 0,1 0 1,-1-1-1,1 1 1,-1-1-1,1 0 0,-1 0 1,0 0-1,1 0 0,-1 0 1,1-1-1,-1 1 0,1-1 1,-1 0-1,1 1 0,-1-1 1,1 0-1,0 0 1,-1-1-1,1 1 0,0 0 1,0-1-1,0 1 0,0-1 1,0 0-1,0 0 0,1 0 1,-1 0-1,0 0 0,-1-3 1,-2-7-41,0 1-1,1-2 1,1 1 0,0 0 0,0-1 0,1 1-1,1-1 1,0 0 0,1 1 0,1-18 0,-1 10-50,0 17 65,0-1 0,1 1 1,-1 0-1,1 0 1,-1 0-1,1 0 0,0 0 1,0 0-1,0 0 1,0 1-1,1-1 0,-1 0 1,1 0-1,-1 1 1,1-1-1,0 1 0,0 0 1,1-1-1,-1 1 1,0 0-1,1 0 0,-1 1 1,1-1-1,-1 0 1,1 1-1,0-1 0,0 1 1,0 0-1,-1 0 1,1 0-1,4 0 0,5-2-37,1 2 1,-1-1-1,1 2 0,0-1 0,0 2 0,17 2 0,-26-3 61,0 1-1,-1 0 1,1 0 0,0 0-1,-1 0 1,1 0 0,-1 1-1,1 0 1,-1 0 0,0 0-1,1 0 1,-1 0 0,0 0-1,-1 1 1,1 0 0,0-1-1,-1 1 1,1 0 0,-1 0-1,0 0 1,0 1 0,0-1-1,-1 0 1,1 1 0,-1 0-1,0-1 1,0 1-1,0 0 1,0-1 0,0 1-1,-1 0 1,0 0 0,0-1-1,0 6 1,0-1 53,-1 1 1,0 0-1,0-1 1,-1 1-1,0-1 1,-1 1-1,1-1 1,-2 0-1,1 0 0,-1 0 1,0 0-1,-1-1 1,0 0-1,-6 8 1,-1-3 85,0 0 0,-1-1 1,-25 18-1,31-25-67,0 0 1,0 0-1,0-1 0,0 0 0,-1 0 1,1-1-1,-1 0 0,0 0 0,0-1 1,-14 1-1,21-2-67,0 0 0,0 0 0,0 0 1,0-1-1,0 1 0,0 0 0,0-1 0,0 1 0,0 0 0,0-1 1,0 1-1,1-1 0,-1 0 0,0 1 0,0-1 0,0 0 1,1 1-1,-1-1 0,0 0 0,1 0 0,-1 0 0,1 1 0,-1-1 1,1 0-1,-1-2 0,-7-34-41,8 26-20,0 0-1,1-1 0,0 1 0,5-18 1,-3 21 20,0 0 0,1 1 0,-1-1 0,2 1 0,-1 0 0,1 0 0,0 0 0,1 1 0,-1 0 0,1 0 0,1 0 0,-1 1 0,1 0 0,0 0 0,0 1 0,0 0 0,12-5 0,-9 4-28,0 1-1,0 1 0,1 0 1,-1 0-1,1 1 1,0 0-1,0 1 0,0 0 1,-1 1-1,1 0 0,0 1 1,0 0-1,12 3 0,-21-4 58,0 1-1,0 0 1,-1 0-1,1 0 1,0 0-1,-1 1 0,1-1 1,-1 0-1,0 1 1,1-1-1,-1 1 1,0-1-1,0 1 1,0-1-1,0 1 0,0 0 1,0 0-1,0-1 1,-1 1-1,1 0 1,-1 0-1,1 0 1,-1 0-1,0 0 1,0 0-1,1 0 0,-1 0 1,-1 2-1,1 2 49,0 0 0,0 0-1,-1 0 1,0 0 0,0-1-1,-1 1 1,0 0-1,-4 9 1,-1-2 48,-1-1 1,-1 0-1,0-1 0,-1 0 1,0 0-1,0-1 0,-1 0 1,-1-1-1,1 0 0,-1-1 1,-19 9-1,19-10-32,-1-1 0,0-1-1,1 0 1,-1 0 0,-1-2 0,1 0-1,-1 0 1,1-1 0,-1 0 0,0-2-1,0 1 1,-20-4 0,30 2-51,1 0 0,-1 0 1,1-1-1,-1 1 0,1-1 1,0 0-1,0 0 1,0 0-1,0-1 0,0 1 1,1-1-1,-1 0 0,1 1 1,-1-1-1,1 0 0,0 0 1,0-1-1,0 1 0,1 0 1,-1-1-1,1 1 0,0-1 1,0 1-1,0-1 0,0 1 1,1-1-1,-1-4 0,-1-9-59,0 0 0,2 0-1,0 0 1,4-28-1,-4 39 21,1 1 0,1-1 0,-1 1-1,1 0 1,0-1 0,0 1-1,1 0 1,-1 0 0,1 0-1,0 1 1,1-1 0,-1 1-1,1-1 1,0 1 0,0 0-1,0 1 1,0-1 0,1 1-1,0-1 1,-1 1 0,1 1 0,0-1-1,1 1 1,-1 0 0,0 0-1,1 0 1,-1 1 0,1 0-1,-1 0 1,1 0 0,8 1-1,0-1 4,0 1-1,-1 0 0,1 2 0,0-1 1,-1 2-1,0-1 0,1 2 1,-1 0-1,-1 0 0,1 2 0,-1-1 1,16 11-1,-22-13 50,-1 1 0,0 0 0,0 0 0,0 0 0,-1 1 0,0-1 0,1 1 0,-1 0 0,-1 1 0,1-1 0,-1 1 0,0-1 0,0 1 0,-1 0 0,0 0 0,0 0 0,0 1 0,1 9 0,-3-11 56,0 1-1,0-1 1,-1 0 0,1 1 0,-1-1 0,0 0-1,-1 0 1,1 0 0,-1 0 0,0 0-1,0 0 1,-1 0 0,0-1 0,1 1-1,-1-1 1,-1 0 0,1 0 0,-1 0-1,1 0 1,-1-1 0,0 1 0,-8 4-1,5-3 4,-1 0-1,1-1 0,-1 0 0,0 0 1,0-1-1,0 0 0,-1 0 1,1-1-1,-1 0 0,0-1 0,1 0 1,-1 0-1,0 0 0,0-2 0,1 1 1,-13-2-1,18 0-150,1 1 0,-1 0 0,1-1 0,0 1 0,-1-1 0,1 1 1,0-1-1,0 0 0,0 0 0,0 0 0,0 0 0,1-1 0,-1 1 0,1 0 0,-1-1 0,1 1 0,0-1 0,0 0 0,0 1 0,-1-5 1,-9-57-2749,10 53 2171,-6-42-4089,1 5-2509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11.3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0 833 11458,'0'0'5616,"3"-33"-5317,-1-4-193,18-156 534,-4 53 246,-11 84-618,2 1 1,2-1-1,2 2 1,25-71-1,-21 100-272,-15 25 1,1-1 0,-1 1 1,0 0-1,0 0 0,1-1 1,-1 1-1,0 0 0,1 0 1,-1 0-1,0 0 0,1-1 1,-1 1-1,0 0 0,1 0 1,-1 0-1,0 0 0,1 0 1,-1 0-1,0 0 0,1 0 1,-1 0-1,0 0 0,1 0 1,-1 0-1,0 0 0,1 1 1,-1-1-1,0 0 0,1 0 1,-1 0-1,0 0 0,1 0 1,-1 1-1,0-1 0,0 0 1,1 1-1,2 3-3,-1 0 0,1 0 0,-1 1-1,0-1 1,-1 1 0,1-1 0,-1 1 0,1 6-1,35 217 796,-3-8-163,-25-196-715,-8-24 77,-1 1-1,0-1 0,0 0 1,0 0-1,1 1 1,-1-1-1,0 0 0,0 0 1,1 0-1,-1 0 1,0 1-1,0-1 0,1 0 1,-1 0-1,0 0 0,1 0 1,-1 0-1,0 0 1,0 0-1,1 0 0,-1 0 1,0 0-1,1 0 1,-1 0-1,0 0 0,1 0 1,-1 0-1,0 0 0,0 0 1,1 0-1,-1 0 1,0 0-1,1-1 0,-1 1 1,0 0-1,0 0 1,1 0-1,1-3-36,1 0 0,-1-1 1,0 1-1,0 0 0,0-1 0,-1 1 0,1-1 1,-1 1-1,2-6 0,155-472 152,-156 474-124,0 0 1,1 0-1,0 0 0,0 1 1,6-9-1,-9 14 14,1 0 0,-1 1 0,1-1 0,-1 1 0,1-1 0,-1 0 0,1 1 0,0-1 0,-1 1 0,1 0 0,0-1 0,-1 1 0,1-1 0,0 1 0,0 0 0,-1 0 0,1-1 0,0 1 0,0 0 0,0 0 0,-1 0 0,2 0 0,0 0-1,-1 1 1,1 0-1,-1-1 0,0 1 0,0 0 0,1 0 0,-1 0 1,0 0-1,0 0 0,0 0 0,0 0 0,0 0 0,0 0 1,0 0-1,-1 1 0,1-1 0,1 2 0,10 22 137,-2 0 0,0 1 0,12 51 0,-5-14 126,69 268 545,-58-216-1141,-28-115 261,0 0 1,0 1-1,0-1 1,0 1-1,0-1 0,0 0 1,0 1-1,0-1 1,0 0-1,0 1 0,0-1 1,1 0-1,-1 1 1,0-1-1,0 0 0,0 1 1,1-1-1,-1 0 1,0 1-1,0-1 0,1 0 1,-1 0-1,0 1 0,1-1 1,-1 0-1,0 0 1,1 0-1,-1 0 0,0 1 1,1-1-1,-1 0 1,0 0-1,1 0 0,-1 0 1,0 0-1,1 0 1,-1 0-1,1 0 0,-1 0 1,0 0-1,1 0 1,-1 0-1,0 0 0,1 0 1,-1 0-1,1 0 1,-1-1-1,0 1 0,1 0 1,-1-1-1,14-14-5145,-2-4-7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11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93 11226,'0'0'7499,"3"-11"-7348,-1 7-148,-1-1 1,1 1-1,0-1 0,0 1 1,0 0-1,1 0 0,-1 0 1,1 0-1,0 0 0,0 1 0,1-1 1,-1 1-1,1 0 0,-1 0 1,1 0-1,0 0 0,0 1 1,1-1-1,-1 1 0,0 0 1,1 1-1,-1-1 0,1 1 1,0 0-1,-1 0 0,1 0 1,0 0-1,0 1 0,-1 0 0,1 0 1,0 0-1,0 1 0,-1 0 1,9 2-1,-7-1 39,-1 1 0,0 0 1,0 0-1,0 0 0,0 1 0,0 0 0,-1 0 0,1 0 1,-1 0-1,0 1 0,-1 0 0,1 0 0,-1 0 0,0 0 1,0 0-1,0 1 0,-1-1 0,0 1 0,0 0 0,0-1 1,1 11-1,2 11 131,-1 0 0,-1 0 0,-2 38 0,0-45-128,-2 0 1,-1 0-1,0-1 0,-2 1 0,0 0 0,-1-1 0,-1 0 0,0 0 0,-2 0 0,0-1 0,-1 0 0,-1-1 1,-1 0-1,0-1 0,-1 0 0,-1 0 0,0-1 0,-1-1 0,-1-1 0,-28 22 0,38-32-133,0-1-1,0 1 1,0-1-1,0 1 1,0-1-1,-1-1 1,1 1-1,-1-1 1,1 0-1,-1 0 1,1-1-1,-1 0 1,1 0-1,-1 0 0,-11-2 1,17 2 76,0 0 0,0-1 1,0 1-1,-1 0 0,1 0 0,0 0 0,0-1 0,0 1 1,0 0-1,0 0 0,0-1 0,-1 1 0,1 0 1,0-1-1,0 1 0,0 0 0,0 0 0,0-1 0,0 1 1,0 0-1,0 0 0,0-1 0,0 1 0,0 0 1,0-1-1,1 1 0,-1 0 0,0 0 0,0-1 0,0 1 1,0 0-1,0 0 0,0-1 0,1 1 0,-1 0 1,0 0-1,0 0 0,0-1 0,1 1 0,-1 0 1,0 0-1,0 0 0,1 0 0,-1-1 0,0 1 0,0 0 1,1 0-1,-1 0 0,1 0 0,7-3-27,1 0 1,1 1-1,-1 0 0,0 0 1,0 1-1,1 0 0,-1 1 0,11 1 1,79 6 173,-58-1-20,69 20 1,-77-16-161,1-2 1,-1-1 0,50 3-1,-47-9-744,3 1-1478,0-1 0,0-2 0,64-10 0,-50-4-3275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14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0 8994,'0'0'7028,"0"0"-7023,-1 0-1,1 0 1,-1 0 0,1 0-1,-1 0 1,1 1-1,-1-1 1,1 0 0,-1 0-1,1 0 1,-1 0-1,1 1 1,0-1 0,-1 0-1,1 0 1,-1 1-1,1-1 1,0 0 0,-1 1-1,1-1 1,0 1-1,-1-1 1,1 0 0,0 1-1,0-1 1,-1 1-1,1-1 1,0 1 0,0-1-1,0 1 1,0-1 0,-1 1-1,5 16 363,0 0-1,-2 0 0,0-1 1,-1 1-1,-2 29 1,1-41-319,-1 1-1,1-1 1,-1 1 0,-1-1-1,1 1 1,-1-1 0,0 0 0,0 0-1,0 0 1,-1 0 0,0 0 0,0-1-1,0 1 1,0-1 0,-1 0-1,0 1 1,0-2 0,0 1 0,0 0-1,0-1 1,-7 4 0,9-6-49,1 0 1,-1 0-1,0 0 0,0 0 1,0 0-1,0 0 0,0 0 1,0-1-1,0 1 0,0-1 1,0 0-1,0 1 0,0-1 1,0 0-1,0 0 1,0 0-1,0-1 0,0 1 1,0 0-1,0-1 0,0 1 1,0-1-1,-3-1 0,3 0-4,1 1 0,-1-1-1,1 0 1,0 0-1,-1 0 1,1 0-1,0 0 1,0-1 0,1 1-1,-1 0 1,0 0-1,1 0 1,-1-1-1,1 1 1,0 0-1,-1-1 1,1 1 0,1-5-1,-1-4-59,0 0 1,1-1-1,0 1 0,1 0 0,1 0 1,0 0-1,5-13 0,-6 20 33,-1 0-1,2 0 0,-1 0 0,0 0 0,1 0 1,0 1-1,-1-1 0,1 1 0,1 0 1,-1 0-1,0 0 0,1 0 0,0 1 0,-1-1 1,1 1-1,0 0 0,0 0 0,1 0 1,-1 1-1,0 0 0,7-2 0,-6 2 4,0 0 0,0 0-1,0 1 1,0-1 0,0 1 0,0 1 0,-1-1-1,1 0 1,0 1 0,0 0 0,0 0-1,0 1 1,-1 0 0,1-1 0,0 1-1,-1 1 1,0-1 0,1 1 0,5 4 0,-6-3 46,0 1-1,-1-1 1,1 1 0,-1 0 0,0 0 0,0 1 0,0-1 0,-1 1 0,0-1 0,0 1 0,0 0 0,-1-1 0,0 1 0,0 0 0,0 12 0,0-4 66,0 0-1,-1 0 1,-1 0 0,0 0 0,-1 1-1,-1-1 1,0-1 0,-1 1 0,0 0-1,-1-1 1,-1 0 0,0 0 0,0-1-1,-2 1 1,1-1 0,-2-1-1,1 0 1,-1 0 0,-1 0 0,-21 17-1,22-21-49,-1 0 0,1 0 0,-2-1 0,1 0-1,-1 0 1,-12 4 0,21-9-30,-1 0 0,1 0 0,-1 0 0,1 0 0,-1 0 0,1-1 0,-1 1 0,0-1 0,1 0 0,-1 1 0,0-1 0,1 0 0,-1-1 0,0 1 0,1 0 0,-1-1 0,0 0 0,1 1 0,-1-1-1,1 0 1,-1 0 0,1-1 0,0 1 0,-1 0 0,1-1 0,0 1 0,0-1 0,0 0 0,0 0 0,0 0 0,0 0 0,1 0 0,-2-2 0,-2-8-45,2 0-1,0-1 0,0 1 1,1 0-1,0-1 1,1 0-1,1 1 0,0-1 1,1 1-1,0-1 1,1 0-1,0 1 0,1 0 1,1 0-1,0 0 1,9-21-1,-10 28 3,1 0-1,-1 0 1,1 0 0,0 0-1,0 1 1,0-1 0,1 1 0,-1 0-1,1 0 1,0 1 0,0 0-1,0 0 1,1 0 0,-1 0-1,1 1 1,0 0 0,0 0-1,-1 0 1,1 1 0,0 0-1,0 0 1,0 1 0,1-1-1,-1 1 1,9 2 0,-12-2 42,-1 0 1,0 1-1,1-1 1,-1 1-1,0 0 1,0-1-1,0 1 1,0 0-1,0 0 1,0 1-1,0-1 1,0 0-1,0 1 1,0-1-1,0 1 1,-1 0-1,1-1 0,-1 1 1,1 0-1,-1 0 1,0 0-1,0 0 1,0 0-1,0 0 1,0 0-1,0 1 1,-1-1-1,1 0 1,-1 0-1,1 4 1,1 9 193,0 0-1,-1 0 1,-2 26 0,0-17 44,0-13-151,0-1-1,0 0 1,-1 1-1,-1-1 1,0 0-1,0 0 1,-1-1-1,0 1 1,0-1-1,-11 16 1,13-21-80,0-1 0,-1 1 0,1-1 0,-1 1 0,0-1 0,0 0 0,0 0 0,0-1 0,-1 1 0,1 0 0,0-1 0,-1 0 0,0 0-1,0 0 1,0-1 0,0 1 0,0-1 0,0 0 0,0 0 0,0 0 0,0 0 0,0-1 0,-1 0 0,1 0 0,0 0 0,0 0 0,0-1 0,-1 1 0,-3-2 0,5 0-16,0 1-1,0-1 1,0 0 0,0 0-1,0 0 1,1-1-1,-1 1 1,1-1 0,0 1-1,-1-1 1,1 0 0,0 0-1,1 0 1,-1 0-1,0 0 1,1 0 0,0 0-1,-2-6 1,-1-4-34,1 1 1,0-1-1,-1-21 0,3 24-23,0 0-1,1 0 0,0 0 1,0 0-1,1 1 0,0-1 1,5-15-1,-5 22 41,1-1 0,0 1 0,0 0-1,0 0 1,0 0 0,1 0 0,-1 0 0,1 0-1,-1 1 1,1-1 0,0 1 0,0-1 0,0 1-1,1 0 1,-1 1 0,0-1 0,1 0 0,-1 1-1,1 0 1,-1 0 0,1 0 0,6-1 0,12-1-114,0 0 0,41 0 0,-53 3 119,0 0 0,0 1 0,0 0 0,0 1 0,0 0 0,0 1 0,0-1 0,11 7 1,-18-8 42,0 2 1,0-1 0,1 0-1,-2 1 1,1-1 0,0 1 0,0 0-1,-1 0 1,1 0 0,-1 0-1,0 1 1,0-1 0,0 0-1,-1 1 1,1 0 0,-1-1 0,0 1-1,0 0 1,0 0 0,0-1-1,-1 1 1,1 0 0,-1 0-1,0 0 1,0 0 0,-1 0 0,1 0-1,-1-1 1,-1 6 0,-1 3 94,0-1 0,-1 0 0,-1 0 0,0-1 1,0 1-1,-1-1 0,0 0 0,-9 11 0,11-16-75,0 0 1,-1 0-1,0-1 0,0 0 0,0 1 0,-10 5 0,13-9-51,1 0 0,0-1 0,0 1 0,0-1 0,-1 1 0,1-1 0,0 0 0,0 1 0,-1-1 0,1 0 0,0 0 0,-1 0 0,1 0 0,0 0 0,-1 0 0,1 0 0,0 0 0,0 0 0,-1-1 0,1 1-1,0-1 1,-1 1 0,1-1 0,0 1 0,0-1 0,0 0 0,0 1 0,0-1 0,0 0 0,0 0 0,0 0 0,0 0 0,0 0 0,0 0 0,0 0 0,1 0 0,-1 0 0,0 0 0,1-1 0,-1 1 0,1 0 0,-1-2 0,-4-12-46,0-1 0,1 1 1,1-1-1,0 0 0,1 0 0,1-20 1,0-2-242,8-58 1,-6 91 263,-1 0 0,1 0 0,0 1 0,1-1 0,-1 1 0,1-1 0,0 1 0,0 0 0,0 0 0,1-1 0,-1 2 0,1-1 0,0 0 0,0 0 0,1 1 1,-1 0-1,1 0 0,0 0 0,-1 0 0,1 0 0,0 1 0,8-4 0,-8 5 12,0-1 0,0 2 0,-1-1 1,1 0-1,0 1 0,0-1 0,0 1 1,0 0-1,0 1 0,0-1 0,0 1 0,0-1 1,-1 1-1,1 1 0,0-1 0,-1 0 0,1 1 1,0-1-1,-1 1 0,0 0 0,1 1 1,-1-1-1,0 0 0,0 1 0,0 0 0,-1-1 1,5 7-1,-1-1 57,-1 0 1,-1 0-1,1 1 0,-1-1 1,-1 1-1,1 0 0,-1 1 1,-1-1-1,0 0 0,0 1 1,0 14-1,-1 4 268,-1-1-1,-6 50 1,5-69-235,0 0 0,-1 0-1,0 0 1,-1 0 0,0 0 0,0-1 0,-6 10-1,8-15-69,0 0-1,-1 0 1,1 0-1,0 0 1,-1 0 0,1 0-1,-1 0 1,0-1-1,1 1 1,-1-1-1,0 1 1,0-1-1,0 0 1,0 0-1,0 0 1,0 0-1,0 0 1,-1 0-1,1-1 1,0 1-1,0-1 1,-1 1-1,1-1 1,0 0-1,-1 0 1,1 0 0,0 0-1,-1 0 1,1-1-1,-3 0 1,2 0-32,1 0 0,-1-1 0,1 1 0,-1-1 1,1 0-1,0 0 0,0 0 0,0 0 1,0 0-1,0 0 0,0 0 0,1-1 0,-1 1 1,1-1-1,-1 1 0,0-5 0,-18-49-60,18 48 57,-5-28-122,1 0-1,1-1 1,2 0-1,4-56 0,-1 54-143,0 38 285,0 0 0,0 1 0,0-1 0,0 1 0,0-1 0,1 1 0,-1-1 0,0 1 0,0-1 0,1 1 0,-1-1 0,0 1 0,1-1 0,-1 1 0,0-1 0,1 1 0,-1 0 0,1-1 0,-1 1 0,1 0 0,-1-1 0,1 1 0,-1 0 0,1 0 0,-1-1 0,1 1 0,-1 0 0,1 0 1,-1 0-1,1 0 0,-1 0 0,1 0 0,-1 0 0,1 0 0,0 0 0,-1 0 0,1 0 0,-1 0 0,1 0 0,-1 0 0,1 0 0,-1 1 0,1-1 0,-1 0 0,1 0 0,-1 1 0,1-1 0,-1 0 0,1 1 0,-1-1 0,1 0 0,-1 1 0,0-1 0,1 1 0,-1-1 0,0 0 0,1 1 0,-1 0 0,3 3 47,-1 0-1,0 1 1,0-1-1,-1 1 1,1-1-1,-1 1 1,0-1-1,0 1 1,-1 0-1,1 5 1,-2 58 626,0-36-365,0-16-182,0 0-1,-2 1 0,0-1 1,0-1-1,-2 1 0,0 0 0,-1-1 1,0 0-1,-1-1 0,-16 25 1,5-18 113,18-21-239,0-1 0,0 1 1,0-1-1,1 1 0,-1 0 0,0-1 1,0 1-1,0 0 0,0-1 1,0 1-1,0 0 0,0-1 1,0 1-1,-1 0 0,1-1 1,0 1-1,0 0 0,0-1 1,0 1-1,0 0 0,-1-1 1,1 1-1,0 0 0,0-1 1,0 1-1,-1 0 0,1 0 1,0-1-1,0 1 0,-1 0 1,1 0-1,0 0 0,-1-1 1,1 1-1,0 0 0,-1 0 0,1 0 1,0 0-1,-1 0 0,1 0 1,0-1-1,-1 1 0,1 0 1,-1 0-1,1 0 0,0 0 1,-1 0-1,1 0 0,0 1 1,-1-1-1,1 0 0,0 0 1,-1 0-1,1 0 0,0 0 1,-1 0-1,1 1 0,0-1 1,-1 0-1,1 0 0,0 0 1,0 1-1,-1-1 0,1 0 1,0 1-1,0-1 0,-1 0 1,1 1-1,-1-73-347,3-106-181,0 148 411,1 1-1,2 0 1,16-56 0,-21 84 119,0 0 0,1 1 1,-1-1-1,0 0 0,0 1 1,1-1-1,-1 0 0,0 1 1,1-1-1,-1 0 0,1 1 1,-1-1-1,1 1 0,-1-1 1,1 1-1,-1-1 1,1 1-1,-1-1 0,1 1 1,0-1-1,-1 1 0,1 0 1,0-1-1,-1 1 0,1 0 1,0 0-1,-1 0 0,1-1 1,0 1-1,0 0 0,-1 0 1,1 0-1,0 0 1,0 0-1,-1 0 0,1 1 1,0-1-1,0 0 0,-1 0 1,1 0-1,0 1 0,-1-1 1,1 0-1,0 1 0,-1-1 1,1 0-1,0 1 0,-1-1 1,1 1-1,-1-1 1,1 1-1,-1-1 0,1 1 1,-1 0-1,1 1 0,11 20 122,-2 0 0,0 1 0,-1 0 0,-2 1 0,0 0 1,-2 0-1,4 29 0,-6-5 664,-5 89 1,2-134-769,0-1-1,0 1 0,0 0 1,-1 0-1,1 0 1,-1-1-1,1 1 0,-1 0 1,0-1-1,0 1 1,0 0-1,0-1 0,-1 1 1,1-1-1,-1 0 1,1 1-1,-1-1 0,0 0 1,0 0-1,0 0 0,0 0 1,0 0-1,-1-1 1,1 1-1,0-1 0,-1 1 1,0-1-1,1 0 1,-1 0-1,1 0 0,-1 0 1,0-1-1,0 1 1,1-1-1,-1 1 0,0-1 1,0 0-1,0 0 1,1 0-1,-1-1 0,0 1 1,0-1-1,0 1 0,1-1 1,-5-2-1,-2 0-163,1-1 0,0 0 0,0 0 0,0-1 0,1 0 0,0-1 0,0 0 0,0 0 0,0 0 0,1-1 0,0 0 0,1 0 0,-1 0 0,-4-10 0,-30-50-3102,-44-106 0,37 60-2813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14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0 762 10042,'0'0'6264,"4"-31"-5664,-3 19-517,33-218 1189,-9 98-612,-4 22-108,37-118 1,-47 210-555,1 19-44,-10 2 45,1 0 0,-1 0 0,1 0 0,-1 0 0,0 1 0,0-1 0,0 0 0,2 6 1,168 460 904,-163-436-865,-1-4 3,1-1 0,17 36 0,-26-63-57,0 0-1,0-1 1,1 1-1,-1-1 1,0 1-1,0 0 1,1-1 0,-1 1-1,0-1 1,1 1-1,-1-1 1,0 1-1,1-1 1,-1 1-1,1-1 1,-1 0-1,0 1 1,1-1 0,-1 1-1,1-1 1,0 0-1,-1 0 1,1 1-1,-1-1 1,1 0-1,-1 0 1,1 0-1,0 1 1,-1-1 0,1 0-1,-1 0 1,1 0-1,0 0 1,-1 0-1,1 0 1,0 0-1,-1 0 1,1-1 0,-1 1-1,1 0 1,-1 0-1,1 0 1,0-1-1,-1 1 1,1 0-1,-1-1 1,1 1-1,-1 0 1,1-1 0,-1 1-1,1-1 1,-1 1-1,0-1 1,1 1-1,-1-1 1,0 1-1,1-1 1,-1 1-1,0-1 1,0 1 0,1-1-1,-1 0 1,0 1-1,0-2 1,17-40-368,-17 41 401,107-388-64,-105 383 46,15-43-108,-16 48 104,-1 0-1,0 0 0,1 1 1,-1-1-1,0 0 0,1 1 1,-1-1-1,1 0 1,-1 1-1,1-1 0,-1 1 1,1-1-1,0 0 0,-1 1 1,1 0-1,0-1 0,-1 1 1,1-1-1,0 1 1,-1 0-1,1-1 0,0 1 1,0 0-1,-1 0 0,1 0 1,0 0-1,0-1 1,0 1-1,-1 0 0,1 0 1,0 1-1,0-1 0,0 0 1,-1 0-1,1 0 0,0 0 1,0 1-1,-1-1 1,1 0-1,0 1 0,0-1 1,-1 1-1,1-1 0,-1 0 1,1 1-1,0 0 0,-1-1 1,1 1-1,-1-1 1,1 1-1,-1 0 0,1-1 1,-1 1-1,0 0 0,1-1 1,0 2-1,12 20 144,-1 1 1,0 0-1,14 43 0,-3-8 59,71 145-25,-47-120-3460,-33-60-1179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15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7 11226,'0'0'10800,"-6"0"-10531,0-1-482,14-1 3,34-1-165,-36 2 355,0 1 0,0 0-1,0 1 1,0-1 0,0 1-1,0 0 1,0 1-1,0-1 1,0 1 0,-1 0-1,1 1 1,-1-1 0,0 1-1,1 0 1,-1 0 0,6 6-1,-6-2 40,-1 0-1,0 0 0,-1 0 1,1 0-1,-1 1 0,0 0 1,-1-1-1,0 1 0,0 0 1,0 9-1,3 85 439,-6-89-377,2-4-11,-2 0 0,0 1 0,0-1 0,0 0 0,-1 0 0,0 0 0,-1 0 0,0-1 0,-1 1 0,-6 11 0,8-16-105,-1 0 0,1-1 1,-1 1-1,0-1 0,-1 0 0,1 1 0,0-1 1,-1-1-1,0 1 0,0 0 0,1-1 1,-1 0-1,-1 0 0,1 0 0,0-1 0,0 1 1,-1-1-1,1 0 0,-1 0 0,1 0 1,-1-1-1,-6 0 0,10 0-21,1-1 0,0 1 1,0-1-1,0 1 0,0-1 0,-1 0 0,1 1 1,0-1-1,0 1 0,0-1 0,0 1 1,0-1-1,1 0 0,-1 1 0,0-1 0,0 1 1,0-1-1,0 1 0,1-1 0,-1 1 0,0-1 1,0 1-1,1-1 0,-1 1 0,0-1 1,1 1-1,-1-1 0,1 1 0,-1 0 0,1-1 1,7-2-45,1 1 1,-1 1 0,1 0 0,0 0 0,-1 0-1,1 1 1,0 0 0,0 1 0,-1 0 0,1 0-1,-1 1 1,13 4 0,-7-1 92,-1 0-1,1 0 1,-1 2-1,0 0 1,-1 0-1,21 16 1,-24-15 79,-1 0 0,0 1 1,-1 0-1,0 0 0,-1 0 0,1 1 0,-2 0 1,1 0-1,-2 0 0,1 1 0,-1 0 0,-1 0 1,4 18-1,-6-21 49,1 0 1,-1 0 0,-1 0 0,1 0-1,-2 0 1,1 0 0,-1 0 0,0 0-1,0 0 1,-1 0 0,0 0 0,-1-1-1,0 1 1,0-1 0,-1 1-1,1-1 1,-1 0 0,-1 0 0,-9 11-1,2-7 4,0 0 0,-1-1 0,-1 0-1,0-1 1,0 0 0,-1-2 0,1 1-1,-2-2 1,1 0 0,-1-1-1,0 0 1,0-1 0,0-1 0,-22 1-1,-20-1-1446,0-2 0,-101-13 0,71 4-3046,54 7-1142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26.8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238 791 3633,'0'0'2702,"11"-26"-2406,-1-1-207,71-154 677,-76 172-631,-4 6-91,-1 1 1,1 0 0,0 0 0,0 0 0,0-1 0,0 1 0,1 0 0,-1 0 0,1 1 0,-1-1 0,1 0 0,0 0 0,-1 1 0,1-1-1,0 1 1,0 0 0,0-1 0,0 1 0,0 0 0,0 0 0,1 0 0,3 0 0,-5 14 684,-4 15-635,-1 1 0,-1-1-1,-1 1 1,-2-1 0,-1-1-1,-13 28 1,6-10-35,-13 49 0,19-65-42,0 7-61,10-35-240,3-35-257,16-35 755,33-78-1,-12 36-59,-26 72-138,17-55 69,46-96-1,-73 182-105,-3 5-10,0 0 0,0 0-1,0 0 1,0 1 0,1-1-1,-1 1 1,1-1-1,-1 1 1,1-1 0,0 1-1,0 0 1,0 0 0,0 0-1,1 0 1,-1 0 0,0 0-1,6-2 1,-7 5 19,0 1 0,0-1-1,-1 1 1,1-1 0,0 0 0,-1 1 0,1-1-1,0 1 1,-1 0 0,0-1 0,1 1 0,-1-1-1,0 1 1,0 0 0,0-1 0,0 1-1,0-1 1,0 1 0,-1 0 0,0 1 0,1 4 1,-2 53 118,-3-1 0,-3-1 0,-2 1 0,-28 88 0,25-105-124,5-20-37,2 1-1,0-1 1,1 1-1,-3 38 1,18-83-300,-4 11 352,46-84 95,83-167 176,-125 240-260,-4 7-8,0 0-1,1 0 0,1 1 1,0 0-1,1 0 0,1 1 1,0 0-1,13-12 0,-23 24-9,0 1 0,0 0-1,1 0 1,-1-1 0,0 1-1,1 0 1,-1 0 0,0-1-1,1 1 1,-1 0 0,0 0 0,1 0-1,-1 0 1,0-1 0,1 1-1,-1 0 1,1 0 0,-1 0-1,0 0 1,1 0 0,-1 0-1,1 0 1,-1 0 0,0 0-1,1 0 1,-1 0 0,0 1-1,1-1 1,-1 0 0,1 0-1,-1 0 1,0 0 0,1 1-1,-1-1 1,1 0 0,5 17-25,-4 27 262,-2-39-219,-4 74 487,-23 133 0,21-170-301,6-43-215,0 1-1,0 0 0,0 0 1,0 0-1,0 0 1,0 0-1,0 0 0,0 0 1,0 0-1,0 0 1,1 0-1,-1 0 0,0 0 1,0 0-1,0 0 0,0 0 1,0 0-1,0 0 1,0 0-1,0 0 0,1-1 1,-1 2-1,0-1 1,0 0-1,0 0 0,0 0 1,0 0-1,0 0 0,0 0 1,1 0-1,-1 0 1,0 0-1,0 0 0,0 0 1,0 0-1,0 0 1,0 0-1,0 0 0,0 0 1,0 0-1,0 0 0,1 0 1,-1 1-1,0-1 1,0 0-1,0 0 0,0 0 1,0 0-1,0 0 1,13-18-192,14-29 253,43-116-277,6-12 9,-67 163 251,-5 19 169,-3 26 219,-1-26-397,-2 30 141,-2-1 1,-2 0-1,-11 42 0,8-43 63,2 1 0,1 0 0,-1 43-1,7-78-233,0-1 0,0 0-1,1 0 1,-1 0 0,0 0-1,0 1 1,0-1 0,0 0-1,1 0 1,-1 0 0,0 0-1,0 0 1,0 0-1,1 1 1,-1-1 0,0 0-1,0 0 1,0 0 0,1 0-1,-1 0 1,0 0 0,0 0-1,1 0 1,-1 0 0,0 0-1,0 0 1,0 0 0,1 0-1,-1 0 1,0 0 0,0 0-1,1-1 1,-1 1 0,0 0-1,0 0 1,0 0-1,1 0 1,-1 0 0,0 0-1,0 0 1,0-1 0,0 1-1,0 0 1,1 0 0,-1 0-1,0-1 1,0 1 0,0 0-1,0 0 1,0 0 0,0-1-1,0 1 1,1 0 0,-1 0-1,0 0 1,0-1 0,17-20-98,-1 0 1,0-1-1,-2-1 1,-1 0-1,0-1 1,9-28 0,-10 23 50,2 1 0,1 0 0,1 1 0,23-31 0,-39 58 58,1-1 0,-1 0 0,0 1 0,1-1 0,-1 1 0,1-1 0,-1 0 0,1 1 0,-1-1 0,1 1 0,-1-1 0,1 1 0,-1 0 0,1-1 0,-1 1 0,1 0 0,0-1 0,-1 1 0,1 0 0,0-1 0,-1 1 0,1 0 0,0 0 0,-1 0 0,1 0 0,0 0 0,0 0 0,-1 0 0,1 0 0,0 0 0,-1 0-1,1 0 1,0 0 0,0 0 0,-1 1 0,1-1 0,0 0 0,-1 1 0,1-1 0,-1 0 0,2 1 0,12 29 80,-1 32 295,-2 1 0,5 107-1,3 25-82,-18-187-277,1 1 1,0-1-1,1 1 0,0-1 0,7 15 1,-9-22-40,-1 1 1,1-1 0,-1 1-1,1-1 1,0 0-1,0 0 1,0 0 0,0 1-1,0-1 1,0 0 0,0 0-1,0 0 1,1-1 0,-1 1-1,0 0 1,0 0 0,1-1-1,-1 1 1,0 0 0,1-1-1,-1 1 1,1-1-1,-1 0 1,1 0 0,-1 1-1,1-1 1,-1 0 0,1 0-1,-1 0 1,1-1 0,-1 1-1,1 0 1,-1 0 0,1-1-1,-1 1 1,0-1-1,1 1 1,-1-1 0,0 0-1,1 0 1,-1 1 0,0-1-1,0 0 1,0 0 0,2-1-1,5-7-71,1 0 0,-2 0 0,1 0 0,-1-1 0,0 0 0,-1-1-1,-1 1 1,8-18 0,33-103-686,-37 102 561,9-31-9,-11 31 362,2 0 0,1 1 1,21-41-1,-15 53 32,-16 16-142,0 0 0,1 0-1,-1 0 1,1 0 0,-1 0-1,1 0 1,-1 0 0,1 0-1,-1 0 1,1 0 0,-1 0-1,0 1 1,1-1 0,-1 0-1,1 0 1,-1 0 0,0 1-1,1-1 1,-1 0 0,0 1-1,1-1 1,-1 0 0,0 1-1,1-1 1,-1 0 0,0 1-1,0-1 1,1 1 0,12 41 920,-12-34-958,38 196 836,-32-184-1164,2-28-428,6-32-447,8-69 940,-17 73 327,1 0 1,1 0-1,3 1 0,0 0 0,3 1 0,21-41 0,-33 72-36,-1 1-1,1-1 0,0 0 0,-1 1 1,1 0-1,0-1 0,1 1 0,-1 0 1,0 0-1,0 0 0,1 0 0,0 1 1,-1-1-1,1 1 0,0-1 1,-1 1-1,6-1 0,-7 2-6,0 0 0,-1 0 0,1 0 0,0 0 1,0 0-1,0 0 0,0 1 0,0-1 0,0 0 0,0 1 0,0-1 0,0 0 0,-1 1 1,1-1-1,0 1 0,0 0 0,-1-1 0,1 1 0,0-1 0,-1 1 0,2 1 0,0 1 16,-1 0 0,1-1 0,-1 1-1,0 0 1,1 0 0,-1 0-1,-1 1 1,1-1 0,0 4-1,10 89 353,-5 1-1,-7 100 1,-1-72 171,-11 176-937,17-359-27,16-96 0,1 3-207,-8 9 512,-11 128 234,2 21 223,2 24-31,-1 108 84,-15 183-1,8-296-287,-8 61 306,9-79-386,0 0 0,-1-1 0,0 1 0,0-1 0,-1 0 0,0 0-1,0 0 1,-5 7 0,6-11-477,2-10-589,0-20 739,-1-68-729,4-1 1,21-124-1,-19 203 1003,0 14 63,4 32 252,-2 61 197,-6 122-1,-3-99-208,-26 290 1865,23-359-1775,0-231-4379,5 159 3614,1-17-72,-2 0-1,-2 0 1,-12-63 0,11 106 1424,0 10-575,-4 17 37,-57 191 1488,-99 221 0,158-422-1755,3-8-62,1-1-1,-1 1 0,0-1 0,-1 0 1,1 0-1,-1 0 0,-7 7 1,2-9-163,4-21-908,-11-222-1061,-19-156-18,33 379 2123,2 13 11,0 0 1,-1-1 0,1 1 0,-1-1 0,0 1-1,0 0 1,0-1 0,0 1 0,-1 0-1,1 0 1,-1 0 0,-3-5 0,5 8-55,0 0 1,-1-1-1,1 1 0,0 0 1,0 0-1,0 0 1,0 0-1,0 0 1,-1 0-1,1 0 0,0 0 1,0 0-1,0 0 1,0 0-1,-1 0 0,1 0 1,0 0-1,0 0 1,0 0-1,-1 0 1,1 0-1,0 0 0,0 0 1,0 0-1,0 0 1,-1 0-1,1 0 1,0 0-1,0 0 0,0 0 1,0 0-1,0 0 1,-1 1-1,1-1 1,0 0-1,0 0 0,0 0 1,0 0-1,0 0 1,0 0-1,-1 1 1,1-1-1,0 0 0,0 0 1,0 0-1,0 0 1,0 1-1,0-1 0,0 0 1,0 0-1,0 0 1,0 0-1,0 1 1,0-1-1,0 0 0,0 0 1,0 0-1,0 0 1,0 1-1,0-1 1,0 0-1,0 0 0,0 0 1,0 1-1,-5 26 274,0 1-1,2 0 1,0 45-1,0-13-170,-11 140 334,-4 90-419,18-665-1626,0 369 1605,-3-46-62,3 51 71,0 0 1,0 0-1,0 1 0,0-1 1,-1 0-1,1 0 1,0 0-1,0 0 1,0 0-1,-1 0 0,1 0 1,-1 0-1,1 1 1,-1-1-1,1 0 1,-1 0-1,1 1 0,-1-1 1,1 0-1,-1 1 1,0-1-1,0 0 0,1 1 1,-1-1-1,0 1 1,0-1-1,0 1 1,1 0-1,-1-1 0,0 1 1,0 0-1,0-1 1,0 1-1,0 0 0,0 0 1,0 0-1,0 0 1,0 0-1,1 0 1,-1 0-1,0 0 0,-2 1 1,2-1 21,0 1-1,0 0 1,0 0 0,0 0 0,0-1 0,0 1 0,0 0-1,0 0 1,0 0 0,0 1 0,0-1 0,1 0 0,-1 0-1,0 0 1,1 0 0,-1 1 0,1-1 0,-1 3 0,-30 87 433,-24 117 1,1 2 506,40-159-612,7-24-77,0 0-1,-2-1 1,-22 46 0,30-72-302,1 1 1,0 0 0,-1 0-1,1 0 1,0 0 0,-1-1-1,1 1 1,-1 0 0,1 0-1,-1-1 1,1 1-1,-1 0 1,0-1 0,1 1-1,-1-1 1,0 1 0,1-1-1,-1 1 1,0-1 0,0 1-1,0-1 1,1 0 0,-1 1-1,0-1 1,0 0 0,0 0-1,0 0 1,0 0-1,-1-1-50,1 0-1,0 0 1,0 0-1,0 0 1,0 0-1,0-1 1,0 1-1,0 0 1,0-1-1,1 1 0,-1 0 1,0-1-1,1 1 1,-1-1-1,0-2 1,-36-129-517,-15-47 29,42 152 394,0 0-37,-25-50-1,33 73 198,-1 0-1,1 0 1,-1 0-1,-1 1 1,1-1-1,-1 1 1,1 0-1,-1 0 1,-1 0-1,1 0 1,0 1 0,-1 0-1,0 0 1,0 0-1,1 0 1,-9-2-1,12 5 15,-1-1 0,0 1 0,0 0 0,0 0 0,1 0 0,-1 0 0,0 0 0,0 0 1,0 0-1,1 1 0,-1-1 0,0 1 0,0-1 0,1 1 0,-1 0 0,0-1 0,1 1 0,-1 0 0,1 0 0,-3 2 0,-23 29 137,-4 20 71,1 1-1,-43 112 0,-11 24 1754,83-187-1958,0 0-1,1-1 1,-1 1-1,0-1 1,0 1-1,0-1 0,-1 1 1,1-1-1,0 0 1,0 1-1,-1-1 1,1 0-1,-3 1 0,4-2-32,0 0 1,-1 0-1,1 0 0,-1 0 0,1 0 0,-1 0 0,1 0 0,-1 0 0,1 0 0,-1 0 0,1 0 0,-1 0 0,1 0 0,0 0 0,-1 0 0,1-1 0,-1 1 0,1 0 1,-1 0-1,1-1 0,0 1 0,-1 0 0,1-1 0,0 1 0,-1 0 0,1-1 0,0 1 0,0 0 0,-1-1 0,1 0 0,-3-4-82,1-1 0,0 1-1,0 0 1,1-1 0,-1 0 0,0-8-1,-72-382-797,56 329 775,-3 0 0,-3 2 0,-57-112 0,77 169 165,-19-28 81,22 34-86,0 1 0,0-1 0,-1 1 0,1 0 0,0-1 0,-1 1 0,1 0 0,-1 0 0,1 0 0,-1 0 0,0 0-1,1 1 1,-1-1 0,0 0 0,0 1 0,0-1 0,1 1 0,-4-1 0,3 2-27,1 0 0,-1 0 0,0 0 1,1 0-1,-1 0 0,1 1 0,-1-1 0,1 0 1,-1 1-1,1-1 0,0 1 0,0-1 0,0 1 0,0-1 1,0 1-1,0 0 0,0 0 0,1 0 0,-1-1 0,0 1 1,1 0-1,-1 2 0,-14 54 45,13-48-42,-17 79 69,3-11 94,-33 94 0,37-146-205,7-22-76,4-13-188,-5-126-559,4 33 825,-80-508-1375,76 570 1502,1 1-1,2-62 1,3 106-14,1-1 1,0 1 0,1-1-1,-1 1 1,1-1 0,-1 0-1,1 1 1,1-1 0,3 6 0,7 14 178,99 262 1007,-51-123-1129,-59-158-172,4 11 21,1 0 1,0-1-1,13 18 0,-19-30-48,2 0 0,-1 0 0,0 0 0,1-1 0,-1 1 0,1-1 0,0 1 0,0-1-1,5 3 1,-7-5-8,1 1-1,-1 0 1,1-1-1,-1 0 0,1 1 1,-1-1-1,1 0 1,-1 0-1,1 0 0,-1 0 1,1 0-1,-1 0 1,1-1-1,-1 1 0,1 0 1,-1-1-1,0 1 1,1-1-1,-1 1 0,1-1 1,-1 0-1,0 1 0,2-3 1,1 0-18,-1 0 1,1 0-1,-1-1 1,0 0-1,-1 1 1,1-1-1,0 0 1,-1 0-1,0-1 1,0 1-1,1-5 1,16-55-47,-15 46 81,21-110 110,-6 0 1,5-165-1,-7 51 303,-16 222-340,-1 17-29,0 0-1,0 0 1,0 0-1,0 0 1,1 0 0,-1 0-1,1 0 1,0 0-1,-1 1 1,1-1-1,1 0 1,-1 0 0,0 1-1,3-5 1,-4 7-3,0 0 0,1 0 0,-1 0 0,0 0 0,0-1 0,0 1 0,0 0 0,0 0 0,1 0 0,-1 0 0,0 0 0,0 0 0,0 0 0,0 0 0,0 0 0,1 0 0,-1 0 0,0 0 0,0 0 0,0 0 0,0 0 0,1 0 0,-1 0 0,0 0 0,0 0 1,0 0-1,0 0 0,1 0 0,-1 0 0,0 0 0,0 0 0,0 0 0,0 0 0,0 1 0,1-1 0,-1 0 0,0 0 0,0 0 0,0 0 0,0 0 0,0 0 0,0 1 0,0-1 0,1 0 0,-1 0 0,0 0 0,0 0 0,0 0 0,0 1 0,0-1 0,0 0 0,0 0 0,0 0 0,0 0 0,0 1 0,0-1 0,0 0 0,0 0 0,0 0 0,0 0 0,0 1 0,0-1 1,7 30 291,0 0 1,-2 0 0,2 34 0,-1-7-138,5 62 117,-7-63-42,2 1 1,21 83-1,-26-135-230,1-1-1,0 1 1,0-1-1,0 1 1,1-1-1,-1 0 1,1 0-1,0 0 1,7 6 0,-9-9-22,0 0 1,0 0 0,0 0 0,1 0 0,-1 0 0,0 0 0,1-1 0,-1 1 0,1 0 0,-1-1 0,0 1 0,1-1-1,0 0 1,-1 1 0,1-1 0,-1 0 0,1 0 0,-1 0 0,1 0 0,0 0 0,-1 0 0,1 0 0,-1-1 0,1 1-1,-1-1 1,1 1 0,-1-1 0,1 1 0,-1-1 0,1 0 0,-1 0 0,0 1 0,1-1 0,-1 0 0,1-2 0,8-7-100,0-1 1,-1 0 0,-1-1 0,0 0 0,0 0 0,-1-1 0,-1 0 0,5-13 0,6-19-80,13-58-1,-6-12 303,-6-1 0,-4-1-1,-3-195 1,-11 310 638,0 19 24,0-13-777,-1 9 60,1 0 0,1 1-1,0-1 1,1 0-1,7 23 1,-9-33-89,1-1 0,0 0 0,0 1 0,0-1 0,1 0 0,-1 0 0,1 0 1,-1 0-1,1 0 0,-1 0 0,1 0 0,0 0 0,0-1 0,0 1 0,0-1 0,0 1 0,1-1 0,-1 0 1,0 0-1,0 0 0,1 0 0,-1 0 0,1-1 0,-1 1 0,1-1 0,-1 1 0,1-1 0,-1 0 0,1 0 0,-1 0 1,1 0-1,-1-1 0,1 1 0,-1-1 0,1 1 0,-1-1 0,1 0 0,-1 0 0,3-1 0,-1-1-51,1 0 0,-1 1-1,0-1 1,0-1 0,0 1-1,0-1 1,0 1 0,-1-1-1,0 0 1,0 0 0,0-1-1,0 1 1,0-1 0,-1 1-1,3-9 1,4-9-147,11-45 0,-8-16 95,-7 42 155,-5 40-9,0 0 1,0 0-1,0 0 0,0 0 1,0 0-1,0 0 1,1 0-1,-1 0 0,1 0 1,-1 0-1,0 0 0,1 0 1,0 0-1,-1 0 0,1 0 1,0 0-1,-1 0 1,2-1-1,-1 2 0,0 0 1,-1 0-1,1 0 1,-1 0-1,1 0 1,0 0-1,-1 0 1,1 0-1,-1 0 1,1 0-1,0 0 0,-1 0 1,1 0-1,-1 0 1,1 1-1,0-1 1,-1 0-1,1 0 1,-1 1-1,1-1 1,-1 0-1,1 1 1,0 0-1,2 2 38,1 0 0,-1 0 0,0 1 0,0 0 0,0 0 1,0-1-1,2 7 0,44 100 815,36 119 0,-9-18-775,-73-206-99,27 58 38,-28-60-70,0 0 1,1 0 0,-1 0 0,0 0-1,1 0 1,0-1 0,0 1 0,0-1 0,0 0-1,0 0 1,0 0 0,0 0 0,1-1-1,-1 1 1,7 1 0,-8-3 6,-1 0 0,1 1 1,-1-1-1,1 0 0,-1 0 0,1-1 1,0 1-1,-1 0 0,1 0 0,-1-1 0,1 1 1,-1-1-1,1 1 0,-1-1 0,1 0 1,-1 0-1,0 0 0,1 1 0,-1-1 1,0 0-1,0-1 0,0 1 0,0 0 1,1 0-1,-2 0 0,1-1 0,0 1 0,0 0 1,1-3-1,18-50-429,-16 39 392,41-163-1217,-30 108 906,27-73-1,-40 138 371,0 0-1,0 0 1,0 0-1,1 0 1,0 0-1,0 0 0,0 1 1,1-1-1,4-3 1,-8 7 15,1 0 0,0 1 0,0-1 0,0 1 0,-1-1 0,1 1 0,0-1 0,0 1 0,0 0 0,0-1 1,0 1-1,0 0 0,0 0 0,0 0 0,0 0 0,0 0 0,0 0 0,0 0 0,0 0 0,0 0 0,0 0 1,1 1-1,0 0 22,0 0 0,-1 0 1,1 0-1,0 1 0,0-1 1,-1 1-1,1-1 0,-1 1 1,1-1-1,-1 1 0,0 0 1,1 0-1,-1 0 0,1 2 1,13 31 519,-1 0 0,-1 1 0,13 66 1,13 37 375,-27-102-797,-7-20-109,0-1 0,2-1 1,9 19-1,-7-27-2137,-5-19 1170,-3-24 571,-1 32 271,0-244-1094,0 247 1181,0 1-1,0 0 1,1 0 0,-1 0-1,0 0 1,1 0 0,-1 0-1,0 0 1,1 0 0,-1 1 0,0-1-1,0 0 1,1 0 0,-1 0-1,0 0 1,1 0 0,-1 0-1,0 1 1,0-1 0,1 0-1,-1 0 1,0 0 0,0 1-1,0-1 1,1 0 0,-1 0-1,0 0 1,0 1 0,0-1-1,0 0 1,1 1 0,-1-1-1,0 0 1,0 0 0,0 1-1,0-1 1,0 0 0,0 1-1,17 24-798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29.5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53 170 2561,'0'0'8112,"0"32"-7431,0-21-645,-7 493 999,-36 14 698,42-507-1521,0 7-809,13-45-320,132-510 968,-87 291-67,-51 222 6,-3 8-27,1-1 1,1 1-1,0 0 1,1 1-1,10-19 0,-16 34 32,4-4-149,-2 16 131,-4 167 736,-33 232 1,28-354-958,0 102 0,16-192-1164,-1 12 1246,121-472 58,-69 238 36,-55 238 66,6-29-11,2 0 1,28-65 0,-24 85-154,-6 23-10,-1 18 186,-3 7 213,-2 0-1,0 0 1,-2 0 0,2 33-1,-3 104 360,-3-100-443,1-25-30,9 193 506,-9-224-624,0 1 1,1-1-1,0 0 0,-1 0 1,1 1-1,1-1 0,-1 0 1,0 0-1,4 4 0,-5-6-27,1 0-1,0 0 0,-1-1 0,1 1 0,0 0 1,0 0-1,0-1 0,-1 1 0,1 0 1,0-1-1,0 1 0,0-1 0,0 1 0,0-1 1,0 0-1,0 1 0,1-1 0,-1 0 1,0 0-1,1 0 0,1 0-15,0-1 1,0 0-1,-1 0 0,1 0 1,0 0-1,-1-1 1,1 1-1,-1-1 0,1 1 1,-1-1-1,0 0 0,1 0 1,-1 0-1,0 0 1,0 0-1,-1-1 0,1 1 1,0-1-1,-1 1 1,2-4-1,28-56 25,-2-1 0,36-114-1,-18 42 109,-37 104-79,-8 23-14,0 0 0,1 0 0,0 0 0,0 0 1,0 1-1,1-1 0,0 1 0,1 0 0,0 0 0,0 0 0,10-10 1,-14 17 5,0-1 0,0 1 0,0-1 0,-1 1 1,1-1-1,0 1 0,0 0 0,0 0 1,0-1-1,0 1 0,0 0 0,0 0 1,0 0-1,0 0 0,0 0 0,0 0 1,0 1-1,0-1 0,0 0 0,0 0 0,0 1 1,0-1-1,0 0 0,-1 1 0,1-1 1,0 1-1,0-1 0,0 1 0,-1 0 1,1-1-1,0 1 0,0 0 0,-1-1 0,1 1 1,-1 0-1,1 0 0,0 1 0,17 38 421,-15-33-345,58 179 1245,10 29-454,-67-205-851,0 0 0,1 0-1,0-1 1,10 15 0,-14-22-34,0-1 1,-1 0-1,1 0 1,0 0 0,0 1-1,0-1 1,0 0 0,0 0-1,0 0 1,1-1-1,-1 1 1,0 0 0,0 0-1,1 0 1,-1-1 0,0 1-1,1-1 1,-1 1-1,1-1 1,-1 0 0,1 1-1,-1-1 1,1 0 0,-1 0-1,0 0 1,1 0 0,-1 0-1,1-1 1,-1 1-1,1 0 1,-1-1 0,1 1-1,-1 0 1,0-1 0,1 0-1,-1 1 1,0-1-1,1 0 1,-1 0 0,0 0-1,0 0 1,0 0 0,0 0-1,0 0 1,1-1-1,6-10-13,-1 0-1,-1 0 0,0 0 0,-1-1 0,0 0 0,-1 0 0,3-15 0,-4 16 33,59-246 21,4-17 156,-58 255-171,-4 21 57,0 14 121,24 208 1145,-7-43-452,-21-178-882,0 0 1,0 0-1,1 0 0,-1 0 0,0 0 0,1 0 0,0 0 0,-1 0 1,1 0-1,0 0 0,0 0 0,0 0 0,0-1 0,1 1 0,0 2 1,-1-4-19,0 0 0,-1 0 0,1 0 0,-1 0 0,1 0 0,0 0 0,-1 0 0,1-1 0,-1 1 1,1 0-1,-1 0 0,1 0 0,0-1 0,-1 1 0,1 0 0,-1 0 0,1-1 0,-1 1 0,1 0 1,-1-1-1,0 1 0,1-1 0,-1 1 0,1-1 0,-1 1 0,0 0 0,1-1 0,-1 0 0,0 1 1,0-1-1,1 0 0,3-7-79,0 0-1,-1 0 1,0 0 0,0 0 0,2-15 0,3-52 108,-2-125 1,-6 170 1,0 29-6,-1 0-1,1 1 1,0-1-1,0 0 1,0 0-1,-1 0 1,1 0-1,0 1 0,0-1 1,0 0-1,0 0 1,1 0-1,-1 0 1,0 0-1,0 1 1,0-1-1,1 0 1,-1 0-1,0 0 1,1 1-1,-1-1 1,0 0-1,1 0 0,-1 1 1,2-2-1,2 9-57,9 26 210,-1 1 1,-2 1-1,11 60 0,-1-6-13,-2-15-58,52 191 175,-68-258-276,1 0 1,0-1-1,0 1 0,0-1 1,1 1-1,4 5 0,-7-11-12,-1 0 0,1 0-1,0 0 1,-1 0 0,1 0 0,0-1-1,0 1 1,-1 0 0,1-1 0,0 1-1,0 0 1,0-1 0,0 1 0,0-1-1,0 1 1,0-1 0,0 0 0,0 1-1,0-1 1,1 0 0,-1 0 0,0 0-1,0 0 1,0 0 0,0 0 0,0 0-1,0 0 1,0 0 0,0 0-1,1-1 1,-1 1 0,0 0 0,0-1-1,0 1 1,0-1 0,0 1 0,0-1-1,-1 0 1,1 1 0,0-1 0,0 0-1,0 1 1,0-1 0,-1 0 0,1 0-1,0 0 1,-1 0 0,1 0 0,0-1-1,8-14-38,0 1-1,-1-1 1,-1 0-1,0-1 0,-1 1 1,6-32-1,14-111 103,-19 142-80,-1 14-32,1 14 49,17 72 326,-3 2 0,-4 0 0,7 105 0,-15-61 13,-10 169 0,-6-226-159,6-67-153,0 1 1,-1-1-1,0 1 1,0-1-1,0 0 1,0 0 0,-1 0-1,0 0 1,0 0-1,-6 7 1,9-12-19,0 0-1,-1 0 1,1 0 0,-1 0 0,1 0-1,0 0 1,-1 0 0,1 0 0,-1 0-1,1 0 1,-1 0 0,1 0 0,0-1-1,-1 1 1,1 0 0,-1 0 0,1 0-1,0 0 1,-1-1 0,1 1 0,0 0-1,-1 0 1,1-1 0,0 1-1,0 0 1,-1-1 0,1 1 0,0 0-1,0-1 1,-1 1 0,1 0 0,0-1-1,0 1 1,0-1 0,0 1 0,-1 0-1,1-1 1,0 1 0,0-1 0,0 1-1,0 0 1,0-1 0,0 0 0,-8-24-579,-38-221-1026,-16-62-146,59 296 1757,3 10 22,0 0-1,0 0 1,0-1 0,-1 1 0,1 0 0,-1 0 0,0 0 0,1 0 0,-1 0 0,0 0 0,0 0 0,0 0-1,0 0 1,-1 1 0,1-1 0,0 0 0,-1 1 0,1-1 0,-1 1 0,0-1 0,-2 0 0,4 2 4,-1 0 0,1 0 0,0 0 1,-1 1-1,1-1 0,-1 0 1,1 0-1,0 1 0,-1-1 0,1 0 1,0 1-1,-1-1 0,1 1 1,0-1-1,-1 0 0,1 1 0,0-1 1,0 1-1,-1-1 0,1 1 0,0-1 1,0 1-1,0-1 0,0 1 1,0-1-1,0 1 0,0-1 0,0 1 1,0-1-1,0 1 0,0-1 1,0 1-1,0-1 0,0 1 0,0-1 1,0 0-1,1 2 0,-14 312 620,-3 51-140,8-278 135,-4 0 0,-29 102 1,39-182-595,0 1 1,0-1 0,-1 0-1,0 0 1,0 0 0,-9 12-1,12-18-47,-1 0-1,0 0 0,1 0 1,-1-1-1,0 1 0,0 0 1,0-1-1,1 1 1,-1-1-1,0 1 0,0-1 1,0 1-1,0-1 0,0 1 1,0-1-1,0 0 0,0 0 1,0 0-1,0 1 0,-1-1 1,1 0-1,-1-1 0,0 1-47,0-1 0,0 0 0,-1 0 0,1 0 0,0 0 0,0 0 0,1-1-1,-1 1 1,0-1 0,0 1 0,1-1 0,-1 1 0,1-1 0,-3-3 0,-13-19-208,2-1 0,1-1 1,-14-32-1,-6-12 245,-11-14 81,-4 1 1,-113-142-1,162 224-24,-1 0 0,0-1 0,0 1 0,0 0 0,0 0 0,0 0 0,0 0 0,0 1 1,-1-1-1,1 0 0,0 0 0,0 1 0,-1-1 0,1 1 0,-3-2 0,4 3-5,-1-1-1,1 0 0,-1 0 1,1 0-1,-1 0 1,1 1-1,0-1 0,-1 0 1,1 0-1,-1 1 1,1-1-1,-1 0 1,1 1-1,0-1 0,-1 0 1,1 1-1,0-1 1,-1 1-1,1-1 0,0 0 1,0 1-1,-1-1 1,1 1-1,0-1 1,0 1-1,0-1 0,0 1 1,-1 0-1,-2 49 681,3-40-796,0 508 666,12-575-2036,4-78 1305,-7-1-1,-8-164 1,-2 291 160,-5-45-138,6 52 152,-1 1 1,1-1-1,-1 0 1,1 1-1,-1-1 1,0 0 0,1 1-1,-1-1 1,0 1-1,0-1 1,0 1-1,0 0 1,-1-1-1,1 1 1,0 0-1,0 0 1,-1 0 0,1 0-1,-1 0 1,1 0-1,-1 0 1,1 0-1,-1 0 1,0 1-1,1-1 1,-3 0 0,2 2 13,1-1 1,-1 0 0,0 0 0,0 1 0,1-1 0,-1 1 0,0 0 0,1 0 0,-1-1 0,1 1 0,-1 0 0,1 0 0,-1 0 0,1 0 0,0 1 0,-1-1 0,1 0 0,0 1 0,0-1 0,0 0 0,0 1 0,0 0 0,0-1 0,1 1 0,-1-1 0,-1 4 0,-18 56 261,15-45-250,-28 101 195,-43 126 1043,75-239-1232,0-1-1,-1 0 1,1 1-1,-1-1 0,0 0 1,0 0-1,0 0 0,-5 5 1,7-8-54,-1 0 1,1 1 0,0-1-1,-1 0 1,1 0 0,0 0-1,-1 0 1,1 0 0,0 1-1,-1-1 1,1 0 0,-1 0-1,1 0 1,0 0 0,-1 0 0,1 0-1,-1 0 1,1 0 0,0 0-1,-1-1 1,1 1 0,0 0-1,-1 0 1,1 0 0,0 0-1,-1 0 1,1-1 0,0 1-1,-1 0 1,1 0 0,0-1-1,-1 1 1,1 0 0,0 0-1,0-1 1,-1 1 0,1 0-1,0-1 1,0 1 0,0 0-1,0-1 1,-1 0 0,-2-8-197,-1-1 0,2 1 1,-1-1-1,0-15 0,0 8 200,-20-117-472,-57-260-524,80 393 1016,0 0 0,0 1 1,0-1-1,0 0 0,0 1 1,0-1-1,-1 0 1,1 1-1,0-1 0,0 1 1,-1-1-1,1 0 1,0 1-1,-1-1 0,1 1 1,0-1-1,-1 1 0,1-1 1,-1 1-1,1-1 1,-1 1-1,1 0 0,-1-1 1,1 1-1,-1-1 0,0 1 1,1 0-1,-1 0 1,0-1-1,-1 2 19,1 0-1,0-1 1,0 1-1,0 0 1,0 0-1,0 0 1,0 0-1,0 0 1,0 0 0,1 0-1,-1 0 1,0 0-1,1 0 1,-1 1-1,0-1 1,0 2-1,-53 127 258,-15 29 147,57-137-116,0 0 0,-1-1 0,-1-1 0,-33 36 0,46-55-307,1 0 0,-1 0 0,0 0 0,0 0 0,0 0 0,0 0 0,0 0 0,0 0 0,0 0 0,0 0 0,0 0 0,0-1 0,0 1 0,0 0 0,-1-1 0,1 1 0,0-1 0,0 0 0,-1 1 0,1-1 0,0 0 0,-1 0 0,1 0 0,0 1 0,-1-1 0,1-1 0,0 1 0,-1 0 0,1 0 0,0-1 0,-1 1 0,1 0 0,0-1 0,0 1 0,-1-1 0,1 0 0,0 1 0,0-1 0,0 0 0,0 0 0,0 0 0,0 1 0,0-1 0,0 0 0,0 0 0,-1-2 0,-2-5-91,0 1 0,1 0 0,-1-1-1,2 0 1,-1 0 0,-1-9 0,-23-108-386,-16-67-88,34 160 489,-2 1 0,-1 0 0,-27-52 0,2 34 144,36 48-73,0 0 1,0 0-1,-1 0 0,1 0 1,0 0-1,0 0 0,-1 0 1,1 1-1,0-1 1,-1 0-1,1 1 0,-1-1 1,1 1-1,-1-1 0,-1 1 1,2 0-3,0 0 1,0 1 0,0-1 0,0 0 0,0 1-1,1-1 1,-1 1 0,0-1 0,0 1 0,0 0-1,1-1 1,-1 1 0,0 0 0,1-1 0,-1 1 0,1 0-1,-1 0 1,1 0 0,-1-1 0,1 1 0,-1 0-1,1 0 1,0 0 0,-1 0 0,1 0 0,0 0-1,0 1 1,-5 22 32,2 0 0,1 0-1,1 0 1,3 41 0,-1-5 31,-1-49-62,0 32 25,7 50 0,-6-82-39,0-1-1,1 0 1,1 0 0,0 1-1,0-2 1,1 1 0,0 0-1,0-1 1,1 0 0,11 15-1,-15-23-18,0 1 0,0-1 0,0 1-1,0-1 1,0 0 0,0 0 0,1 0-1,-1 1 1,0-1 0,1-1 0,-1 1-1,1 0 1,-1 0 0,1 0 0,0-1 0,-1 1-1,1-1 1,0 1 0,-1-1 0,1 0-1,0 0 1,0 0 0,-1 0 0,1 0-1,0 0 1,-1 0 0,1 0 0,0-1 0,0 1-1,-1-1 1,1 1 0,-1-1 0,1 1-1,0-1 1,-1 0 0,1 0 0,-1 0-1,0 0 1,2-1 0,2-3-62,-1 1-1,0-1 1,0 0-1,0 0 1,-1 0-1,0-1 1,0 1-1,0-1 1,3-10 0,5-20-132,-2 0 1,-1 0-1,4-66 1,-6-114-1078,-6 205 1246,0-6 136,0 0 1,-1 0-1,-1 0 1,-1 0-1,0 1 1,-1-1-1,-1 1 1,-8-18-1,12 50 1249,1 9-1097,0 51 88,13 111 0,-5-133-1068,3 93 0,-11-130-2032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57.9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777 33 5129,'0'0'6519,"0"-11"3317,-2 7-9825,-14 0 145,1 0-1,-1 0 1,0 2-1,0 0 1,0 1-1,-1 0 1,-26 4-1,-1-2 183,22 0-262,1 1 0,-1 1 0,1 1 1,-1 1-1,1 1 0,1 0 0,-1 2 0,1 1 0,-22 12 1,14-5 26,1 1 1,0 2 0,1 0 0,2 2-1,-38 39 1,47-42-83,0 2 0,2 0-1,0 0 1,1 2 0,1-1 0,1 1-1,1 1 1,0 0 0,2 0 0,-5 29-1,2 9 27,3 1 0,1 106-1,6-158-55,0-1-1,1 0 1,0 0-1,0 0 1,1 0-1,1 0 1,-1 0-1,2 0 1,-1-1-1,1 1 1,0-1-1,1 0 1,0 0-1,7 9 1,-4-9-3,-1 0 0,1-1 0,1 0 0,0 0 0,0-1 0,0 0 0,0-1 0,1 1 1,0-2-1,0 0 0,19 5 0,22 2 265,1-3 1,0-2-1,0-2 0,98-7 1,-47 2-22,-102 1 955,38 6 13,-22-2-2371,30 0-9415,-22-4 4227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58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475 10 5313,'0'0'11804,"0"-1"-11685,0 1 0,0 0-1,0-1 1,0 1 0,0-1 0,0 1-1,0 0 1,0-1 0,0 1 0,-1 0-1,1-1 1,0 1 0,0 0 0,0-1 0,-1 1-1,1 0 1,0 0 0,0-1 0,-1 1-1,1 0 1,0 0 0,0-1 0,-1 1-1,1 0 1,0 0 0,-1 0 0,1 0-1,0-1 1,-1 1 0,1 0 0,0 0 0,-1 0-1,1 0 1,-1 0 0,-6 1 152,0 0 0,0 1 0,0-1 0,1 2 0,-1-1 0,0 1 0,1 0 0,0 0 0,0 0 0,0 1 0,-8 7 1,-1 0-185,1 1 1,1 0 0,-19 22-1,6 2-56,1 1-1,1 1 1,3 1-1,1 1 1,-22 61-1,9-1 85,-24 123 1,37-115-109,-10 165 1,21 111-61,11-344 47,1-1-1,1 1 0,3-1 1,1 0-1,16 47 0,82 176 70,-73-190 61,-26-63-2984,-3-20 134,-3-31-3579,-1 37 4707,0-32-6448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59.6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0 967 8410,'0'0'6831,"8"-24"-6371,124-417 2348,-127 423-2714,44-143 631,-40 136-682,2 1 1,0 1 0,1 0 0,21-30 0,-32 51-56,0 0 0,0 1 0,1-1 0,-1 0 0,1 0 0,0 1 0,-1-1 1,1 1-1,0-1 0,0 1 0,0 0 0,0 0 0,0 0 0,0 0 0,0 0 0,0 0 0,4 0 0,-5 1 18,1 0 0,-1 0 0,0 0 0,1 0 0,-1 1 0,1-1-1,-1 1 1,1-1 0,-1 1 0,0 0 0,0-1 0,1 1 0,-1 0-1,0 0 1,0 0 0,0 0 0,0 0 0,0 0 0,0 0 0,1 2-1,5 7 131,-1 0 0,-1 1 0,0-1-1,0 1 1,3 14 0,-5-15 5,30 101 436,-6 2 1,13 121-1,-37-216-557,25-155-2216,-6 19 1961,-11 44-50,4 1 0,3 0 0,44-112 0,-58 177 233,-1 1 0,1 0 0,0 0 0,11-12 1,-14 17 41,0 0 0,1 1 0,-1-1 0,1 1 1,0 0-1,-1-1 0,1 1 0,0 0 0,0 0 1,0 0-1,0 0 0,0 0 0,0 1 1,0-1-1,0 0 0,0 1 0,0 0 0,0-1 1,1 1-1,-1 0 0,4 0 0,-4 1 28,-1 0 0,1 0 0,-1 0 1,1-1-1,-1 1 0,0 1 0,1-1 0,-1 0 0,0 0 0,0 0 0,0 1 0,0-1 0,0 0 0,0 1 0,0-1 0,0 1 1,0-1-1,-1 1 0,1 0 0,-1-1 0,1 1 0,-1 0 0,0-1 0,1 1 0,-1 2 0,3 8 148,17 57 554,-3 2 0,-3-1-1,7 121 1,-16 215 1408,-6-233-1311,1-171-1334,0-8-757,-7-177-7574,7 110 2696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1:00.4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173 264 6385,'0'0'11916,"0"5"-11044,0 17-225,0-17-121,7-11 185,12-34-183,-1-2 0,15-55 0,6-14-332,-39 112-189,0-1 0,0 0-1,0 0 1,1 0 0,-1 1 0,0-1 0,0 0 0,0 0 0,0 0-1,1 0 1,-1 0 0,0 1 0,0-1 0,0 0 0,1 0-1,-1 0 1,0 0 0,0 0 0,0 0 0,1 0 0,-1 0 0,0 0-1,0 0 1,1 0 0,-1 0 0,0 0 0,0 0 0,0 0 0,1 0-1,-1 0 1,0 0 0,0 0 0,1 0 0,-1 0 0,0 0-1,0 0 1,0 0 0,1 0 0,-1 0 0,0-1 0,0 1 0,0 0-1,1 0 1,-1 0 0,0 0 0,0-1 0,0 1 0,0 0 0,0 0-1,1-1 1,3 34 222,-3-21-146,22 219 513,-10 306 1,-40-537-1127,-68-25 339,71 17 188,0 1-1,0 2 1,-48-6 0,-1 11 879,72 0-634,17 0-313,95 6 726,-2 5 0,164 37 0,-84-12-364,-167-36-676,-16-8-1819,-18-22-2806,5 17 4538,-14-35-5694,-4 2-3744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1:01.0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11002,'0'0'11443,"12"28"-10726,-5-13-615,19 40 300,2-1 1,37 53 0,4-6 78,-3 3 0,-5 2 0,-5 3 1,46 127-1,-70-139-205,-5 1 1,-3 1 0,-5 1 0,7 127-1,-22-154-105,-3-1 0,-3 1 0,-3 0 0,-4-1-1,-3 0 1,-35 118 0,37-158-61,-2-2 1,-1 1-1,-2-1 0,-1-1 0,-1-1 1,-1 0-1,-2-1 0,0-1 1,-38 35-1,-63 38 266,13-12 233,106-86-589,1 0 0,0 0-1,-1 0 1,1 0-1,-1 0 1,1 0-1,-1 0 1,1 0-1,-1 0 1,0-1 0,1 1-1,-1-1 1,0 1-1,1-1 1,-1 0-1,-3 1 1,3-2-220,1 1 0,-1 0 0,1-1 1,-1 1-1,1-1 0,-1 1 0,1-1 0,-1 0 1,1 0-1,0 1 0,-1-1 0,1 0 0,0 0 1,0-1-1,-2-1 0,-1-2-1162,0-1 1,1 1-1,0-1 0,0 0 1,0 0-1,1 0 0,-4-13 1,4-5-5833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1:05.3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1328 1 6737,'0'0'6967,"7"10"-6053,3 26-408,-1 2 0,-1-1 0,3 64 0,-5-43-231,34 557 1362,-34 12-384,-7-574-1172,-2 1 0,-2-1 0,-3 0 0,-1-1 1,-24 70-1,20-82-37,-3-2-1,-1 0 1,-2-1 0,-1-1 0,-2 0 0,-2-2 0,-38 43-1,11-22 7,-2-2 0,-2-2 0,-3-3 0,-127 81 0,139-102-2,-1-2 0,-2-2 0,0-3 0,-1-1 0,0-3 0,-2-2 0,-99 14 0,127-25 149,-4-1 119,1 1 1,-1 2-1,1 0 0,-32 12 1,45-11-108,-23 6 704,36-12-595,-12-5-14381,6-7 9905,-5 0-1654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1:05.9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325 8 4729,'0'0'7896,"0"-1"-7761,0 1 0,0-1 0,0 1 0,-1 0 0,1-1 0,0 1 0,0-1 0,-1 1 0,1 0 0,0-1 0,-1 1 0,1 0 0,0-1 0,-1 1 0,1 0 0,-1 0 0,1-1 0,-1 1 0,1 0 0,0 0 0,-1 0 0,1-1 0,-1 1-1,1 0 1,-1 0 0,1 0 0,-1 0 0,1 0 0,-1 0 0,1 0 0,-1 0 0,1 0 0,-1 0 0,0 1 0,-4 1-60,0 1 1,0 0-1,0 0 1,0 1-1,0 0 0,1-1 1,0 1-1,0 1 1,0-1-1,0 1 1,0 0-1,-4 8 0,-8 8-15,-16 23 74,1 1 0,2 1-1,3 2 1,1 0 0,3 2 0,-27 84-1,45-118-101,0 0 1,0-1-1,2 1 0,0 0 0,0 25 0,2-36-45,0-1 0,0 0 0,1 0 0,-1 0 0,1 1 1,0-1-1,0 0 0,1 0 0,-1 0 0,1 0 1,0 0-1,0-1 0,0 1 0,0 0 0,1-1 0,0 0 1,-1 1-1,1-1 0,0 0 0,0-1 0,1 1 0,-1 0 1,1-1-1,-1 0 0,6 3 0,9 1-25,0 0 0,1-1 0,0-1 0,0-1 0,29 2 0,101-5 48,-69-2 67,208 2 963,-287 0-379,11 0-10552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53.7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939 75 6145,'0'0'8948,"0"-6"-7846,0-29 1834,-2 33-2864,-1 0 1,1 1-1,-1-1 0,1 1 1,-1-1-1,0 1 0,0 0 1,0 0-1,0 0 1,0 0-1,0 1 0,0-1 1,-3 1-1,2-1-8,-24-5 13,0 2-1,-1 1 0,1 1 1,-1 1-1,0 1 0,1 2 1,-1 1-1,1 1 0,-1 2 1,1 0-1,1 2 1,0 1-1,0 2 0,0 0 1,-33 21-1,28-11 19,1 1 0,0 1 0,2 2 0,1 1 0,1 1 0,1 2 0,2 0 0,-24 38 0,30-39 5,1 2 0,1 0 0,1 0-1,2 2 1,1 0 0,2 0 0,1 1 0,1 0 0,-4 48 0,8-42-51,3 1-1,3 46 1,-1-73-50,1 0 0,1 0 0,0-1 0,0 1 0,1-1 0,1 0 0,0 0 0,1 0 0,0-1-1,10 15 1,-4-10-21,1-1-1,1 0 1,0-1-1,1 0 0,1-1 1,0-1-1,0-1 1,21 11-1,-10-8-11,0-2-1,1-1 1,1-1-1,52 11 1,6-8-8,2-4 0,148-4 0,-186-5 58,106-3 1994,-157 2-1938,0-1-36,0 2-187,6-26-14088,1 14 5274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54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620 13 8690,'0'0'8828,"-20"-3"-8221,6 1-487,8 0-89,1 1 0,0 0 0,-1 0 0,1 0 0,0 0 0,-1 1 0,1 0-1,-1 0 1,1 1 0,-1-1 0,1 1 0,-1 0 0,1 1 0,0-1 0,0 1 0,-1 0 0,1 0 0,1 1-1,-1 0 1,0 0 0,1 0 0,-8 6 0,-9 17 56,1 0 0,1 2 0,-18 34 0,29-47-67,-49 94 206,4 3 0,6 2-1,-40 146 1,56-145 92,5 1 1,5 1-1,6 1 0,4 1 1,6 0-1,10 121 0,-2-213-334,2 0-1,0 0 0,2 0 0,1-1 0,1 0 0,1-1 1,1 0-1,1 0 0,2-1 0,0-1 0,1 0 1,2-1-1,0 0 0,1-2 0,2 0 0,0-1 0,0-1 1,2-1-1,0-1 0,45 24 0,-66-39-212,26 10-701,-15-10-7189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54.9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1017 9618,'0'0'6172,"3"-36"-5611,-2 6-436,22-229 697,78-373 687,-99 613-1418,-2 16-70,0 0 0,0 0 1,1 1-1,-1-1 0,1 0 1,0 0-1,0 0 0,0 1 1,0-1-1,0 0 0,0 1 0,3-4 1,-4 6-17,0 0 0,0 0 0,0 0 0,0 0-1,0-1 1,0 1 0,1 0 0,-1 0 0,0 0 0,0 0 0,0 0 0,0 0 0,1 0 0,-1 0 0,0-1 0,0 1 0,0 0 0,1 0 0,-1 0 0,0 0 0,0 0 0,0 0 0,0 0-1,1 0 1,-1 0 0,0 0 0,0 0 0,0 0 0,1 0 0,-1 1 0,0-1 0,0 0 0,0 0 0,0 0 0,1 0 0,-1 0 0,0 0 0,0 0 0,0 0 0,0 1 0,1-1 0,-1 0-1,0 0 1,0 0 0,0 0 0,0 0 0,0 1 0,0-1 0,0 0 0,8 15 121,9 34 181,-2 1-1,-2 0 1,7 60 0,10 163 571,-26-222-656,-2-26-112,10 172 897,-8-176-965,0-17-256,1-15-512,38-243-789,-16 70 812,-17 128 513,-7 29 133,2 0 0,2 0 1,13-39-1,-20 65 46,1-1 0,-1 1 1,0 0-1,1 0 0,-1 0 0,1 0 1,-1 0-1,1 0 0,-1 0 0,1 0 1,0 0-1,-1 0 0,1 0 0,0 1 0,0-1 1,0 0-1,0 0 0,-1 1 0,1-1 1,0 1-1,0-1 0,0 1 0,0-1 1,1 1-1,-1-1 0,0 1 0,2 0 1,-2 0 18,1 1 1,0-1 0,-1 1 0,1 0 0,-1 0 0,1 0 0,-1 0-1,0 0 1,1 0 0,-1 0 0,0 1 0,0-1 0,0 0-1,0 1 1,0-1 0,1 2 0,7 13 235,-1 0 1,10 29-1,-15-38-171,19 52 340,-3 2 1,-2 1-1,11 82 1,-21-71-3531,-4 2-3543,-3-54-834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55.5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315 316 1792,'0'0'11607,"-6"-31"-10803,-20-97-239,25 123-525,0-1 0,0 0-1,0 1 1,1-1-1,0 0 1,0 0 0,0 0-1,1 1 1,0-1-1,0 0 1,1 1 0,-1-1-1,1 1 1,0 0-1,1-1 1,-1 1 0,1 0-1,0 0 1,0 0-1,1 1 1,-1-1-1,1 1 1,0 0 0,0 0-1,1 0 1,4-3-1,-6 5 1,1 0 0,-1 0-1,1 1 1,0-1-1,0 1 1,-1 0-1,1 0 1,0 0 0,0 0-1,0 1 1,0 0-1,0 0 1,0 0-1,0 0 1,0 0 0,0 1-1,0 0 1,0 0-1,-1 0 1,1 0-1,0 0 1,0 1 0,-1 0-1,1 0 1,-1 0-1,0 0 1,1 0-1,-1 1 1,0-1 0,0 1-1,3 4 1,2 4 107,0 0 1,-2 0-1,1 0 0,-1 1 1,-1 0-1,0 0 1,-1 1-1,0-1 1,-1 1-1,3 19 0,-1 15 365,-1 74-1,-5-92-459,0 0 0,-2-1 0,-1 1 0,-2-1 0,-1 0 0,0 0 0,-3 0 0,0-1 0,-1-1 0,-2 0 0,-1 0-1,-1-2 1,0 0 0,-2 0 0,-1-1 0,-1-2 0,-23 21 0,32-34-121,0 0 0,0-1 1,-1-1-1,1 1 0,-2-2 0,1 0 0,-1 0 1,1-1-1,-1 0 0,0-1 0,-1-1 0,1 0 1,0 0-1,-18-1 0,25-1 26,0 0 1,-1-1-1,1 0 1,0 1-1,-1-2 1,1 1-1,0-1 0,0 0 1,0 0-1,0 0 1,1 0-1,-1-1 1,1 0-1,-1 0 0,1 0 1,0-1-1,0 1 1,0-1-1,1 0 1,-1 0-1,1-1 1,0 1-1,0-1 0,1 1 1,-1-1-1,1 0 1,0 0-1,0 0 1,1 0-1,-1 0 0,1 0 1,0-1-1,0 1 1,1-9-1,-1 11 29,1 1 0,0 0 0,0 0 0,0-1 0,0 1 0,0 0 0,0-1 0,0 1 0,1 0 0,-1 0 0,1-1-1,0 1 1,-1 0 0,1 0 0,0 0 0,0 0 0,1 0 0,-1 0 0,0 0 0,1 0 0,-1 0 0,1 1 0,-1-1 0,1 1 0,0-1 0,0 1 0,0 0 0,0-1-1,0 1 1,0 0 0,0 0 0,0 0 0,0 1 0,4-2 0,7 0 45,-1 1 0,0 0 0,1 1-1,-1 1 1,19 2 0,-22-2 0,49 9 381,-1 2-1,0 2 1,88 36-1,47 13-42,-159-55-545,0-1 1,0-1-1,68 2 0,-95-8 43,0 0 0,1-1 0,-1 0-1,0 0 1,0 0 0,0 0 0,-1-1-1,1 0 1,0 0 0,0-1-1,-1 0 1,0 0 0,1 0 0,-1 0-1,0-1 1,-1 0 0,8-7-1,-2-2-945,0 0-1,-1-1 0,0 0 0,-1 0 0,10-26 1,15-40-8713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55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16 888,'0'0'16216,"-8"-3"-15047,-22-9-209,30 12-943,0 0 0,0 0-1,0 0 1,-1 0 0,1 0-1,0 0 1,0 0-1,0 0 1,0 0 0,-1 0-1,1 0 1,0 0 0,0 0-1,0 0 1,0 0-1,-1 0 1,1 0 0,0 0-1,0 0 1,0 0 0,0 1-1,-1-1 1,1 0 0,0 0-1,0 0 1,0 0-1,0 0 1,0 0 0,0 1-1,-1-1 1,1 0 0,0 0-1,0 0 1,0 0-1,0 1 1,0-1 0,0 0-1,0 0 1,0 0 0,0 0-1,0 1 1,0-1-1,0 0 1,0 0 0,0 0-1,0 1 1,0-1 0,0 0-1,0 0 1,0 0-1,0 0 1,0 1 0,0-1-1,0 0 1,0 0 0,0 0-1,1 0 1,-1 1 0,0-1-1,0 0 1,0 0-1,0 0 1,0 0 0,1 0-1,5 15 222,46 93 961,29 59-174,83 241 0,-115-250-751,-7 2-1,-8 2 1,-6 1 0,11 280-1,-38 18 213,-1-438-462,-1-1 0,-1 1 1,-5 21-1,5-36-94,0 0 0,0 0 0,-1 0 1,0-1-1,0 1 0,-1-1 0,0 0 0,0 0 1,0 0-1,-11 11 0,9-15-189,1 1 1,-1-1-1,0-1 1,0 1-1,0-1 0,0 0 1,-1-1-1,1 1 1,-1-1-1,1-1 0,0 1 1,-1-1-1,-9-1 1,-22 4-1502,-59 11-4905,57-8 687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1:07.5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3111 1 6993,'0'0'7601,"-9"13"-5349,-72 98-405,-101 104-1,149-181-1747,-1-2-1,-1-1 1,-2-2 0,-1-1 0,-1-2-1,-1-2 1,-44 19 0,39-26 15,0-1 1,-2-3 0,0-1 0,0-3 0,-1-1 0,-60 0 0,-293-17 538,-245-52-109,598 56-508,-1-3-1,1-1 1,1-3-1,0-2 1,1-1-1,0-3 0,1-2 1,1-2-1,2-1 1,0-3-1,-57-45 1,33 15-31,40 31 46,-1 2 0,-1 1-1,-1 2 1,-53-29-1,68 45 197,-1 1-1,1 1 1,-1 0-1,0 1 0,0 0 1,0 1-1,-24 4 0,-9-2 61,38-6-7968,7-6 4166,10-19 768,-3 16-629,2-15-2784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1:07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379 0 8242,'0'0'6228,"-20"2"-5509,0-1-541,12-2-125,0 1 1,0 1-1,0-1 0,0 1 1,0 1-1,0-1 0,0 1 1,1 1-1,-1-1 1,1 2-1,0-1 0,-1 1 1,1 0-1,-6 5 0,-5 5 148,0 1 0,1 1 0,0 0-1,1 2 1,1-1 0,1 2-1,1 0 1,1 1 0,0 0 0,1 1-1,1 0 1,2 1 0,0 0-1,1 0 1,1 0 0,1 1 0,1 0-1,1 0 1,0 29 0,3-46-201,1 0 1,0 1 0,0-1-1,0 0 1,1 0-1,0 0 1,0 0 0,1-1-1,-1 1 1,1-1 0,1 1-1,-1-1 1,1 0 0,0 0-1,0 0 1,0-1-1,0 1 1,1-1 0,0 0-1,0-1 1,8 6 0,11 5 52,1-2 1,0 0 0,42 13 0,-35-14 55,1-2 1,1-2-1,0 0 1,0-3-1,66 2 1,-76-7-839,0-1 1,39-8 0,-53 11-4765,-10 1 4662,1 15-4694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32.4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1089 4625,'0'0'3515,"8"-26"-3317,54-170 118,-47 145-278,-9 26-4,2 0-1,20-42 1,-11 45-59,-16 21 34,-1 1 1,1 0-1,-1-1 0,1 1 0,-1 0 0,1-1 0,-1 1 0,1 0 0,-1 0 1,1 0-1,-1-1 0,1 1 0,-1 0 0,1 0 0,0 0 0,-1 0 0,1 0 0,-1 0 1,1 0-1,-1 0 0,1 0 0,0 0 0,-1 0 0,1 0 0,-1 1 0,1-1 1,-1 0-1,1 0 0,-1 1 0,1-1 0,-1 0 0,1 1 0,-1-1 0,1 0 0,-1 1 1,1-1-1,-1 1 0,0-1 0,1 0 0,-1 1 0,0-1 0,1 1 0,-1-1 1,0 1-1,0-1 0,0 1 0,1 1 0,6 19 328,0 1 0,-1 0 1,-2 0-1,0 1 0,1 39 0,0-4-72,6 38 15,-2-1 222,37 161 1,-34-235-664,-11-20 146,-1-1-1,0 0 0,1 1 1,-1-1-1,1 0 1,-1 0-1,1 0 1,-1 0-1,0 1 1,1-1-1,-1 0 1,1 0-1,-1 0 1,1 0-1,-1 0 1,1 0-1,-1 0 1,1 0-1,-1 0 1,1 0-1,-1 0 1,0-1-1,1 1 1,-1 0-1,1 0 1,-1 0-1,1-1 1,-1 1-1,0 0 1,1 0-1,-1-1 1,0 1-1,1 0 1,-1-1-1,0 1 0,1 0 1,-1-1-1,0 1 1,0-1-1,1 1 1,-1 0-1,0-1 1,0 1-1,0-1 1,1 1-1,-1-1 1,0 1-1,0 0 1,0-1-1,0 1 1,0-1-1,0 1 1,0-1-1,0 1 1,0-1-1,5-25-19,0-1 1,-2 1-1,-1-1 0,-1 1 0,-3-28 0,1 3 68,3-41-52,-5 0 0,-4 1 0,-22-106 0,11 126 15,8 33 3,-7-44 1,21 159 725,87 394-107,-48-267-510,-34-160-106,0 5 146,27 81-1,-36-128-153,4 5-356,-2-26-519,-2-70 707,-4-1 0,-18-97 0,-68-231 357,16 89-91,67 292-113,3 0-1,0-73 1,19 130 528,37 75 338,-30-54-588,35 53 0,-56-92-280,1 0-1,-1 0 1,0 0 0,1-1 0,-1 1 0,1 0 0,0 0 0,0-1 0,0 1 0,-1-1 0,1 0 0,0 0 0,1 1 0,-1-1 0,0 0 0,0-1 0,0 1 0,1 0 0,-1-1 0,3 1 0,-3-1-15,-1-1 0,1 0 1,-1 1-1,1-1 0,-1 0 1,1 0-1,-1 0 1,1 0-1,-1 0 0,0 0 1,0 0-1,1 0 0,-1-1 1,0 1-1,0 0 1,0-1-1,0 1 0,-1-1 1,1 1-1,0-1 0,-1 1 1,1-1-1,-1 0 0,1 1 1,-1-1-1,0 0 1,1-2-1,4-26 30,-1-1 0,0-48 0,-5 56 28,2 1 1,1-1 0,0 1 0,2-1 0,1 1-1,9-30 1,-13 49-43,1 0-1,-1 0 1,1 0 0,-1 0-1,1 1 1,0-1-1,0 0 1,0 1-1,0-1 1,1 1-1,-1 0 1,1 0 0,4-4-1,-5 5-2,0 1 0,0-1 0,0 0 0,0 1 0,0-1 0,0 1 0,0 0 0,0-1 0,1 1-1,-1 0 1,0 0 0,0 1 0,0-1 0,0 0 0,0 1 0,4 0 0,0 2 28,1 1 1,-1-1-1,0 1 1,0 0-1,0 1 1,0 0-1,-1-1 1,0 2-1,0-1 1,0 1-1,4 6 0,113 176 683,2 1-442,-123-187-246,37 44 6,-35-44-33,0 1 1,0-1-1,0 0 1,0 0 0,0-1-1,0 1 1,0 0-1,1-1 1,-1 0 0,0 0-1,1 0 1,-1 0-1,6 0 1,-7-1-3,-1-1 0,0 1-1,0 0 1,1-1 0,-1 1 0,0 0 0,0-1 0,0 0 0,1 1-1,-1-1 1,0 0 0,0 0 0,0 1 0,0-1 0,0 0 0,-1 0-1,1 0 1,0 0 0,0 0 0,-1 0 0,1 0 0,0-1 0,-1 1-1,1 0 1,-1 0 0,1 0 0,-1-1 0,0 1 0,0 0 0,1-2-1,6-49-213,-6 41 193,11-140-28,13-110 245,-25 260-168,0 1-1,0-1 1,0 0-1,0 1 1,0-1-1,0 0 1,0 1-1,0-1 1,0 1-1,0-1 1,0 0-1,1 1 1,-1-1-1,0 1 1,0-1-1,1 1 1,-1-1-1,0 1 1,1-1-1,-1 1 1,0-1-1,1 1 1,-1-1-1,1 1 1,-1 0-1,1-1 1,-1 1-1,1-1 1,0 1-1,0 1 5,0-1 0,0 1-1,0 0 1,0 0-1,0 0 1,-1 0 0,1 0-1,0 0 1,0 0-1,-1 0 1,1 0 0,-1 1-1,1-1 1,-1 0-1,1 0 1,-1 2 0,51 172 791,-34-109-362,39 102 0,-30-129-377,-26-39-69,0 1 0,1 0-1,-1-1 1,0 1 0,1-1 0,-1 1-1,1 0 1,-1-1 0,1 1 0,-1-1-1,1 0 1,-1 1 0,1-1 0,-1 1-1,1-1 1,0 0 0,-1 1 0,1-1-1,0 0 1,-1 0 0,1 0 0,0 1-1,-1-1 1,1 0 0,0 0 0,0 0 0,-1 0-1,1 0 1,0 0 0,-1 0 0,1 0-1,0-1 1,0 1 0,-1 0 0,1 0-1,0-1 1,-1 1 0,1 0 0,-1-1-1,1 1 1,0 0 0,-1-1 0,1 1-1,-1-1 1,1 1 0,-1-1 0,1 1 0,-1-1-1,0 0 1,1 1 0,-1-1 0,1 1-1,-1-1 1,0 0 0,0 1 0,1-1-1,-1 0 1,0 1 0,0-1 0,0-1-1,9-38-46,-2 0 0,-2-1 0,-1 1-1,-2-1 1,-4-42 0,2 30 25,0 52 34,0 1 0,0-1-1,0 1 1,0 0 0,0-1 0,0 1 0,0 0-1,0-1 1,0 1 0,1-1 0,-1 1 0,0 0-1,0-1 1,0 1 0,1 0 0,-1 0-1,0-1 1,0 1 0,1 0 0,-1 0 0,0-1-1,1 1 1,-1 0 0,0 0 0,1-1 0,-1 1-1,0 0 1,1 0 0,-1 0 0,0 0 0,1 0-1,-1 0 1,0 0 0,1 0 0,-1 0 0,1 0-1,-1 0 1,0 0 0,1 0 0,-1 0-1,1 0 1,-1 0 0,0 0 0,1 0 0,-1 0-1,1 1 1,19 9 15,-5 8 161,-1 1-1,0 0 0,-2 0 0,14 29 0,-7-14-50,32 59-3,-5 1 1,36 105 0,-78-179-76,-4-18-58,0 1-1,1-1 0,-1 0 1,0 0-1,1 0 1,0 0-1,-1 0 1,1 0-1,0 0 1,0 0-1,0-1 0,2 4 1,3-29-1891,-3-2 1750,-1-13 100,3 1 0,0-1 0,3 1 0,16-49 0,-23 84 54,0 1 0,0 0 0,-1 0 0,2 0 0,-1 0 0,0 0 0,0 0 0,1 0 0,-1 0 0,1 0 0,-1 0 0,1 1 0,0-1 0,-1 1 0,1-1 0,0 1 0,0 0 0,0 0 0,0 0 0,1 0 0,-1 0 0,0 0 0,0 0 0,1 1 0,-1-1 0,0 1 0,3-1 0,-2 2 11,1 0 0,-1-1 0,0 1-1,1 0 1,-1 1 0,0-1 0,0 1 0,0-1 0,0 1-1,0 0 1,0 0 0,0 0 0,-1 0 0,1 1 0,-1-1 0,1 1-1,-1 0 1,3 5 0,17 26 333,-1 1 0,-2 1 0,26 69-1,29 124 265,-64-197-509,6 50 151,-14-66-215,0 1 0,2-1-1,0 0 1,7 18 0,-10-31-777,-1-7-500,2-54-102,-1 24 979,-1 0 0,-5-41 1,5 72 332,0-1 1,-1 1-1,0 0 1,1-1 0,-1 1-1,0 0 1,-1 0-1,1 0 1,-1 0 0,1 0-1,-1 0 1,0 0-1,0 1 1,0-1 0,0 1-1,0-1 1,-1 1-1,1 0 1,-1 0 0,0 0-1,0 0 1,-4-2 0,6 4 65,0 0 0,0 0 0,0 1 0,0-1 0,-1 0 0,1 1 0,0-1 0,0 1 0,0-1 0,0 1 0,0 0 0,0-1 0,0 1 0,0 0 0,0 0 0,1-1 0,-1 1 0,0 0 0,0 0 0,1 0 0,-1 0 0,0 0 0,1 0 0,-1 0 0,1 0 0,0 1 0,-1-1 0,1 0 0,0 0 0,-1 0 0,1 0 0,0 1 0,0-1 0,0 1 0,-5 50 515,4-49-525,19 525 2367,2-115-2109,-20-400-350,-1 32-94,1-43 134,0-1-1,0 1 1,-1-1-1,1 0 1,0 1-1,-1-1 1,1 1-1,-1-1 1,1 1-1,-1-1 1,0 0-1,1 1 1,-1-1-1,0 0 1,0 0-1,0 0 1,0 0-1,0 0 1,0 0-1,-1 0 1,1 0-1,-2 1 1,2-1-9,0-1 1,0 0-1,1 0 1,-1 0-1,0 0 1,1 0-1,-1 0 1,0 0-1,0 0 1,1 0 0,-1 0-1,0 0 1,1 0-1,-1-1 1,0 1-1,0 0 1,1-1-1,-1 1 1,1 0-1,-1-1 1,0 1-1,1-1 1,-1 1-1,1-1 1,-1 1-1,1-1 1,-1 1-1,0-2 1,-12-22-524,-2-21-115,-17-78 1,9 31 225,21 83 399,-64-206-1347,53 180 1061,-1 0 0,-2 2 0,-40-63 0,51 89 334,-1 0 0,0 0 0,-1 0 0,1 1 0,-15-10 0,19 14 38,1 1 0,-1 0 0,0-1 0,1 1 0,-1 0 0,0 0 0,0 0 0,0 1 1,0-1-1,0 0 0,0 1 0,0-1 0,0 1 0,0 0 0,0-1 0,0 1 0,0 0 0,0 0 0,0 1 0,0-1 0,-1 0 0,1 1 0,0-1 0,0 1 0,0 0 0,1-1 1,-1 1-1,0 0 0,0 0 0,-2 2 0,-2 6 149,1 0 0,1 0 0,-1 0 1,1 1-1,1 0 0,0 0 0,1 0 1,-1 0-1,0 13 0,1-12-36,-9 66 1751,-4 138 1,14-99-2945,1-141 794,-1-1 1,-2 1-1,-1 0 1,-1 0-1,0 1 0,-2-1 1,-11-24-1,11 34 269,0 0 1,0 1-1,-1 0 1,-1 0-1,-1 1 0,0 0 1,0 1-1,-1 0 1,-1 1-1,0 0 0,0 1 1,-23-15-1,29 22 80,0 0 0,0 0 0,0 0 0,-1 1 0,1 0 0,-1 0 0,0 1 1,-10-2-1,16 3-67,0 0 1,0 1 0,0-1 0,0 0 0,0 1 0,0-1 0,1 1 0,-1-1-1,0 1 1,0-1 0,0 1 0,0 0 0,0-1 0,1 1 0,-1 0 0,0 0 0,1-1-1,-1 1 1,0 0 0,1 0 0,-1 0 0,1 0 0,-1 0 0,1 0 0,0 0-1,-1 0 1,1 0 0,0 0 0,0 0 0,0 0 0,0 0 0,0 0 0,0 2-1,-1 45 220,1-37-200,0 25 57,1 0-1,2 0 0,1 0 1,13 45-1,-14-71-54,1 19 146,-8-33-452,-24-36 98,-1 1-1,-2 2 1,-1 1 0,-2 1-1,-2 2 1,-1 2-1,-1 1 1,-2 2-1,-72-39 1,99 61 178,0 0 0,-1 1 0,0 1 0,0 0 0,0 1-1,-24-3 1,36 6-7,0 0 1,0 0-1,-1 0 0,1 0 0,0 0 0,0 0 0,0 1 0,0-1 0,-1 1 0,1-1 0,0 1 0,0 0 0,0 0 0,0 0 0,0 0 0,0 0 1,1 0-1,-1 0 0,0 1 0,1-1 0,-1 1 0,0-1 0,1 1 0,0 0 0,-1 0 0,1-1 0,0 1 0,0 0 0,0 0 0,0 0 1,0 0-1,0 3 0,-1 6 29,0-1-1,1 1 1,0 0 0,0 0 0,3 14 0,-2-3-7,-1 18 82,0-24 53,0 1 0,2-1-1,-1 1 1,2-1 0,0 0 0,9 30-1,-11-46-180,0 0 0,0 0-1,0 0 1,0 0 0,0 0-1,0 0 1,1 0 0,-1 0-1,0 0 1,0 0 0,0 0-1,0 0 1,0 0 0,0 0-1,0 0 1,1 0 0,-1 0-1,0 0 1,0 0 0,0 0-1,0 0 1,0 0 0,0 0-1,0 0 1,1 0 0,-1 0-1,0 0 1,0 0 0,0 0-1,0 0 1,0 0 0,0 0-1,0 0 1,0 0 0,0 0-1,1 0 1,-1 0 0,0 0-1,0 1 1,0-1 0,0 0-1,0 0 1,0 0-1,0 0 1,0 0 0,0 0-1,0 0 1,0 0 0,0 1-1,0-1 1,0 0 0,0 0-1,0 0 1,0 0 0,0 0-1,0 0 1,0 0 0,0 1-1,0-1 1,0 0 0,0 0-1,0 0 1,2-14-409,-4-26 86,-4 8 250,-1 1-1,-1-1 1,-2 2 0,-1-1 0,-1 1 0,-2 1 0,-1 0 0,-1 1 0,-2 0 0,-1 2 0,-34-39 0,48 59 92,0 0 0,0 1 0,-1-1-1,0 1 1,0 0 0,0 1 0,0-1 0,-1 1-1,1 1 1,-1-1 0,0 1 0,-1 0-1,1 1 1,0-1 0,-1 1 0,1 1 0,-1 0-1,1 0 1,-1 0 0,-14 2 0,19-1 24,0 1 1,0 0-1,0 0 1,0 0-1,0 0 1,0 0-1,1 1 1,-1-1-1,0 1 1,1 0-1,-1 0 1,1 0-1,0 0 1,0 0-1,-1 1 1,1-1-1,1 0 1,-1 1-1,0 0 1,1-1-1,-1 1 1,1 0-1,0 0 1,0 0-1,0 0 1,0 0-1,1 0 1,-1 4-1,-2 14 61,0-1-1,2 0 1,1 28-1,1-24-1,-1-8 1,1 1 0,0-1 0,2 0-1,0 0 1,1 0 0,0-1 0,1 1 0,11 22 0,-13-32-100,0 0-1,0 0 0,1-1 1,-1 0-1,1 1 1,1-1-1,-1-1 0,1 1 1,-1-1-1,1 1 0,0-1 1,1-1-1,-1 1 1,1-1-1,0 0 0,-1 0 1,1-1-1,1 1 1,-1-1-1,0-1 0,0 1 1,1-1-1,-1 0 0,9 0 1,-13-1-34,0 0 1,1-1-1,-1 1 1,0 0-1,0-1 0,1 1 1,-1-1-1,0 0 1,0 0-1,0 0 1,0 0-1,0 0 0,0 0 1,0 0-1,0-1 1,0 1-1,-1-1 1,1 1-1,0-1 0,-1 0 1,0 1-1,1-1 1,-1 0-1,0 0 1,0 0-1,0 0 1,0 0-1,0-1 0,0 1 1,-1 0-1,1-3 1,2-8-80,-2 0 0,1-1 0,-1 1-1,-2-19 1,1 13 51,-1 5 53,0 1-1,-1 0 1,0 1 0,-1-1-1,-1 0 1,1 1-1,-2-1 1,0 1 0,-1 0-1,0 1 1,0-1-1,-1 1 1,-1 1 0,0-1-1,0 1 1,-1 1-1,-1-1 1,1 2 0,-1-1-1,-1 1 1,1 1-1,-2 0 1,-15-8 0,45 15-1234,61 6-86,-35 0-389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34.4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1303 280 1568,'0'0'5695,"8"26"-4852,-6-22-801,9 29 391,-1 0 1,-2 1-1,-1 0 0,4 66 0,-9-56 306,0 8-558,-2-53-184,0 1-1,0 0 1,0 0 0,0 0 0,0 0 0,-1 0 0,1 0 0,0 0 0,0-1 0,0 1 0,0 0 0,0 0-1,0 0 1,0 0 0,0 0 0,0 0 0,0 0 0,0 0 0,0 0 0,-1-1 0,1 1 0,0 0 0,0 0-1,0 0 1,0 0 0,0 0 0,0 0 0,0 0 0,-1 0 0,1 0 0,0 0 0,0 0 0,0 0 0,0 0-1,0 0 1,0 0 0,0 0 0,-1 0 0,1 0 0,0 0 0,0 0 0,0 0 0,0 0 0,0 0-1,0 0 1,0 0 0,-1 0 0,1 1 0,0-1 0,0 0 0,0 0 0,0 0 0,0 0 0,0 0 0,0 0-1,0 0 1,-1 1 0,-11-34-290,-11-53 343,3-1 0,-10-103-1,27 132 61,2 46 554,-4 50-31,-9 53-152,-4-1 0,-40 119 0,57-204-443,-1-1 0,0 1 0,0-1 0,0 0 1,-1 0-1,0 0 0,-4 6 0,6-9-55,0 0 0,1-1 0,-1 1 1,1-1-1,-1 1 0,0-1 0,0 1 0,1-1 1,-1 1-1,0-1 0,0 0 0,1 0 0,-1 1 1,0-1-1,0 0 0,0 0 0,0 0 0,1 0 1,-1 0-1,-2 0 0,2 0-40,0-1-1,-1 1 1,1-1 0,0 0-1,0 0 1,0 0 0,0 1-1,0-1 1,0 0 0,0 0-1,0 0 1,0-1 0,0 1-1,0 0 1,1 0 0,-1 0-1,-1-3 1,-14-33-186,2 0 0,-19-76 0,8 22 21,-32-102-429,56 190 697,0 21 41,-1-1-1,0 1 1,-8 27 0,-1 1-96,11-44 9,-8 48 132,-3-1 0,-1 0 0,-27 67-1,38-113-125,0 0 0,0-1 0,-1 1-1,1 0 1,0-1 0,-1 0 0,0 1-1,1-1 1,-1 0 0,0 1 0,0-1-1,0 0 1,-1-1 0,1 1 0,0 0-1,-1-1 1,-3 2 0,5-2-45,-1-1-1,1 0 1,-1 0-1,1 0 1,-1 0 0,1-1-1,-1 1 1,1 0-1,-1-1 1,1 1 0,-1 0-1,1-1 1,0 0-1,-1 1 1,1-1 0,0 0-1,-1 0 1,1 0 0,0 0-1,0 0 1,0 0-1,0 0 1,-1-1 0,-7-11-343,0 1 1,1-1-1,1 0 1,-12-28-1,17 35 371,-69-168-1365,-43-93-196,86 223 1549,27 43 41,1 1-1,-1-1 1,1 0 0,-1 0 0,0 1-1,1-1 1,-1 1 0,0-1 0,0 1-1,1-1 1,-1 1 0,0-1-1,0 1 1,0-1 0,0 1 0,1 0-1,-1 0 1,-2-1 0,3 2 16,-1-1-1,0 1 1,1-1 0,-1 1 0,0-1 0,1 1-1,-1-1 1,1 1 0,-1 0 0,1-1-1,0 1 1,-1 0 0,1 0 0,-1-1 0,1 1-1,0 0 1,0 0 0,-1-1 0,1 1-1,0 0 1,0 0 0,0 0 0,0-1 0,0 1-1,0 0 1,0 1 0,-6 77 475,5-40 13,-3-1-1,-1 1 1,-1-1-1,-21 66 1,26-101-534,0 0 1,0 0 0,0 0 0,-1 0-1,1 0 1,-1 0 0,1 0 0,-1-1-1,0 1 1,0-1 0,-1 1 0,1-1-1,0 0 1,-1 0 0,1 0 0,-1 0-1,0 0 1,0 0 0,0-1 0,0 0-1,0 1 1,0-1 0,0 0 0,0 0-1,0-1 1,0 1 0,-1-1 0,1 0-1,0 1 1,0-1 0,-1-1 0,1 1-1,0 0 1,0-1 0,-1 0 0,1 1-1,0-1 1,-5-3 0,-5-2-241,-1-1 1,1-1-1,1 0 1,-1 0 0,1-1-1,-14-15 1,-32-23-428,22 24-368,-66-33 1,43 33-470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38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91 7194,'0'0'7953,"-7"0"-6813,-11 0-438,4 0 3012,15-1-3697,-1 0 1,1 0-1,-1 0 1,1 1-1,-1-1 0,1 0 1,-1 0-1,1 0 1,0 1-1,-1-1 0,1 0 1,0 1-1,0-1 1,-1 0-1,1 1 0,0-1 1,0 1-1,0 0 1,0-1-1,0 1 0,0 0 1,2-1-1,59-10-52,0 3 1,1 2-1,107 5 0,-103 1-37,-11 3 22,0 3 0,73 16 0,-69-10 38,100 6 0,40-15 2006,-200-11-7024,0-62-3535,0 35 2321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40.0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706 26 4257,'0'0'9026,"1"-1"-8551,-1 1 0,1-1 1,-1 0-1,1 0 0,-1 0 0,1 0 1,-1 0-1,0 0 0,0 0 1,1 0-1,-1 0 0,0 0 0,0-1 1,0 1-1,0-1 0,-10-1-427,1 1 0,0 1 0,0 0 0,-1 0 0,1 1 0,-1 0 0,-10 1 0,-11 0 14,11-2-42,0 1 1,1 1 0,-1 1-1,0 0 1,1 2 0,-1 0 0,1 1-1,0 1 1,1 1 0,-29 14 0,22-5 23,1 0 1,0 2 0,2 1 0,0 0 0,1 2 0,1 0 0,0 2 0,2 0 0,1 1-1,1 0 1,-16 33 0,17-24-28,0 0 0,2 0 0,2 1-1,1 1 1,1 0 0,2 1 0,2-1-1,-2 65 1,8-90-34,-1 1-1,1 0 1,1-1-1,0 1 1,1-1-1,0 0 1,0 1-1,1-1 1,0-1-1,1 1 1,11 17 0,-6-14-2,0 0 1,1-1-1,0-1 1,1 0-1,0 0 1,1-1-1,17 10 1,0-3 7,0-1 0,1-2 1,1-1-1,0-2 0,0-1 1,63 11-1,-65-18 451,1-1 0,31-1-1,-36-1 2388,-12 12-3052,10-6 152,1-1 1,-1-1 0,1-1-1,0-2 1,-1 0 0,31-3-1,-3 1 46,-50 1 1332,-20 0-8344,9 0 328,-3 0-3240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42.0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693 1 5697,'0'0'7942,"-17"0"-7362,-55 0-143,64 1-255,1 0-1,0 0 1,0 0-1,-1 1 1,1 0-1,0 0 0,0 1 1,0 0-1,1 0 1,-1 1-1,1 0 0,0 0 1,-6 5-1,-3 4 404,0 1 0,-24 31 0,30-35-544,-27 40 105,2 2 1,3 1-1,2 1 1,-33 87-1,24-44-45,-41 173 0,2 106 313,71-343-358,-9 60 144,5 1 0,3 0 0,8 116 1,0-196-217,0 0 0,2 0 0,-1 0 0,2-1 1,9 27-1,-12-39-3,0 0 1,0 0 0,-1 0-1,1 0 1,0 0 0,0 0-1,0 0 1,0 0-1,0 0 1,0-1 0,1 1-1,-1 0 1,0-1-1,0 1 1,1-1 0,-1 1-1,0-1 1,0 1-1,1-1 1,-1 0 0,0 0-1,1 0 1,-1 0 0,0 0-1,1 0 1,-1 0-1,0 0 1,1 0 0,-1-1-1,0 1 1,2-1-1,48-16-723,-38 12 186,2-1-662,-1 1 1,0-2 0,0 0-1,-1-1 1,1 0-1,16-15 1,-9 8-4451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42.7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1034 9914,'0'0'5435,"1"-30"-4809,17-205 613,-5 110-968,6-1-1,5 2 1,49-146-1,-70 260-269,23-55 37,-24 61-48,0 0 0,0 0 0,0 0 0,1 0 0,-1 1 0,1-1-1,0 1 1,0 0 0,0 0 0,0 0 0,1 0 0,6-4 0,-9 8 6,0-1 0,0 0-1,1 0 1,-1 0 0,0 1 0,1-1 0,-1 0 0,0 1-1,0 0 1,0-1 0,0 1 0,1-1 0,-1 1-1,0 0 1,0 0 0,0 0 0,0 0 0,0 0 0,-1 0-1,1 0 1,0 0 0,0 0 0,-1 0 0,1 0 0,-1 0-1,1 0 1,-1 1 0,1 1 0,20 43 295,-19-42-248,25 70 650,30 141 0,-5 81 22,-35-219-669,-14-79-918,3-13 503,4-21 153,21-259 434,-8 53-395,-22 229 141,0 4-19,-1 1-1,1-1 0,1 1 1,0-1-1,0 1 0,1 0 1,-1 0-1,2 0 0,-1 0 1,8-10-1,-11 17 44,1 1 0,-1-1 0,1 1 0,0-1 0,-1 1 0,1 0 0,0-1 0,-1 1 0,1 0 0,0 0 0,-1-1 0,1 1 0,0 0 0,0 0 0,-1 0 0,1 0 0,0 0 0,0 0-1,-1 0 1,1 0 0,0 0 0,0 1 0,-1-1 0,1 0 0,0 0 0,-1 1 0,1-1 0,0 0 0,-1 1 0,1-1 0,-1 0 0,1 1 0,0-1 0,-1 1 0,1-1 0,-1 1 0,1 0 0,-1-1 0,1 1 0,-1-1 0,0 1 0,1 1 0,15 30 56,12 46 557,-4 0 1,17 107-1,7 167 591,-48-350-1617,1 23 1493,-3-15-2954,-22-21-14413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43.3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110 109 11899,'0'0'5223,"10"-13"-5539,-5 6 289,-1 0 4,0 0 1,1 1-1,-1 0 1,2 0-1,-1 1 0,0-1 1,1 1-1,0 0 0,0 1 1,1-1-1,-1 1 0,1 1 1,0-1-1,0 1 0,0 0 1,9-2-1,-7 4 15,-1-1 1,1 1-1,0 1 0,0 0 0,0 0 0,8 2 1,-13-1 42,-1 0 1,1 0 0,-1 0-1,1 0 1,-1 1-1,1-1 1,-1 1 0,0 0-1,0 0 1,0 0 0,0 1-1,0-1 1,-1 1-1,1-1 1,-1 1 0,1 0-1,1 4 1,5 8 165,-1 1-1,-1 0 1,0 0-1,-1 1 1,-1 0-1,-1 0 1,0 0 0,-1 1-1,-1-1 1,-1 36-1,-1-32-127,-1 1-1,-1 0 0,-1-1 0,-1 1 1,-1-1-1,-1 0 0,-1 0 0,-14 29 1,18-44-68,0 0 0,0 0 0,0-1 0,-1 1 0,0-1 1,0 0-1,0 0 0,0 0 0,-1-1 0,0 1 1,0-1-1,0 0 0,-1-1 0,1 1 0,-1-1 0,0 0 1,0-1-1,0 1 0,0-1 0,0 0 0,0-1 1,-1 1-1,1-1 0,-1 0 0,-8-1 0,25 0-79,1 1 1,-1 0-1,1 1 0,-1 0 0,1 0 1,-1 1-1,0 1 0,0 0 0,0 0 0,-1 1 1,1 0-1,-1 0 0,-1 1 0,17 14 0,-13-8 141,0 0 1,-1 1-1,0 0 0,-1 1 0,-1 0 0,0 0 0,-1 1 0,-1 0 0,0 1 0,-1 0 1,-1 0-1,0 0 0,-1 0 0,-1 1 0,0 0 0,-2-1 0,0 1 0,0 0 0,-2 0 1,0 0-1,-4 22 0,2-26-35,0-1 0,0 1 1,-1-1-1,0 0 0,-1 0 0,-1 0 1,0 0-1,0-1 0,-2 0 1,1 0-1,-1-1 0,-12 13 1,12-16-105,0-1 0,-1 1 1,0-1-1,0 0 0,0-1 1,-1 0-1,0-1 1,0 0-1,0 0 0,0-1 1,0-1-1,-1 1 1,1-2-1,-1 1 0,0-1 1,-15-1-1,19-1-116,-1 0 0,1 0 0,0 0-1,0-1 1,0 0 0,0 0 0,0-1 0,1 1 0,-1-2-1,1 1 1,-1-1 0,1 0 0,0 0 0,1-1 0,-1 1-1,1-1 1,-8-10 0,-4-6-1191,2-1 0,0-1 0,-16-35 0,-11-35-4533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0:43.9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7842,'0'0'9826,"17"6"-9694,23 10 194,-1 1 0,-1 3 0,-1 1 1,64 48-1,-62-36-110,-2 3 0,-1 0-1,-1 3 1,-2 1 0,-3 1 0,0 2 0,-3 1 0,22 49 0,-7-2 113,-4 2 0,-4 2 0,23 109 0,-34-95 190,18 211 0,-30 110 449,-14-357-686,-3-1 0,-4 0 1,-2-1-1,-27 87 0,37-152-250,1 0 19,-1 0-1,0 1 1,0-1-1,0 0 0,-1 0 1,0 0-1,0-1 0,0 1 1,-8 8-1,7-13-233,0 0 0,0 0 1,-1 0-1,1 0 0,0-1 0,-1 0 0,1 0 0,-1 0 1,1 0-1,-6-2 0,-9 2-1547,-62 0-7829,43 0-503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1:09.5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1387 85 5337,'0'0'5803,"-12"0"-5282,-76 0 1986,-313-12 2474,70-22-3640,267 30-792,-91 5 0,51 1-432,-84-16 695,188 14-807,-14-3-4847,5-4 2831,1 0-1051,-4 0-1839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1:10.3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300 9 3449,'0'0'7065,"4"-9"2375,-12 10-9363,-1 1 0,1 0 1,0 0-1,0 0 0,0 1 0,0 0 1,1 1-1,-1 0 0,1 0 1,0 0-1,0 1 0,-7 7 1,-14 11 55,-34 37 1,27-27 60,25-25-78,0 2-1,1-1 1,0 1 0,0 0-1,-10 17 1,17-22-141,1 1 0,0-1-1,0 0 1,1 0 0,0 0 0,0 1 0,0-1-1,0 0 1,2 6 0,-1 9-40,-1-3 60,0-3-25,0-1 1,1 1-1,4 22 0,-4-30 19,1 0 0,1-1-1,-1 1 1,1-1 0,-1 1 0,2-1-1,-1 0 1,0 0 0,1 0 0,0-1-1,7 7 1,2 1-21,2 0 0,-1-1-1,2-1 1,-1 0 0,1-1 0,1-1 0,0 0 0,0-1-1,0-1 1,1-1 0,34 6 0,8-3 25,1-4 1,78-3-1,-70-1 285,-70 2-856,1 1-1,0-1 1,-1 1 0,0-1 0,1 0-1,-1 1 1,0-1 0,0 0-1,0 1 1,-1-1 0,1 0 0,-2 2-1,-10 13-7264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0 4929,'0'0'9855,"-2"0"-9535,0 0 0,1 1 0,-1-1-1,0 0 1,1 1 0,-1-1-1,1 1 1,-1-1 0,0 1 0,1 0-1,-1 0 1,1-1 0,0 1-1,-3 2 1,-14 41 244,2 1 0,-17 74 1,11-38-445,-23 95 14,8 2 1,-22 282 0,58-399-278,1-60-220,0-7-2952,0-50-4452,0 24 1231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5209,'0'0'11165,"0"0"-11128,0 0 0,-1 0 0,1 0-1,0 0 1,0 0 0,0 0 0,-1 1 0,1-1 0,0 0-1,0 0 1,0 0 0,0 0 0,-1 1 0,1-1 0,0 0-1,0 0 1,0 1 0,0-1 0,0 0 0,0 0 0,0 0-1,0 1 1,-1-1 0,1 0 0,0 0 0,0 1-1,0-1 1,0 0 0,0 0 0,0 1 0,0-1 0,1 0-1,-1 0 1,0 1 0,0-1 0,0 0 0,0 0 0,0 1-1,0-1 1,0 0 0,0 0 0,1 0 0,-1 1 0,6 4 162,0 0 0,1-1 0,-1 1 0,1-1 0,0-1 0,0 1 0,1-1 0,-1-1 0,15 4 0,1 2 138,16 5 116,1-2 1,0-2 0,45 5-1,126 4 326,-196-17-750,238 12 363,216 19 314,-457-29-1595,2 7-6210,-6-5 4086,5 6-4067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796 21 3017,'0'0'9326,"-15"-3"-4655,-393-14 614,407 18-5285,0-1-1,1 1 0,-1 0 0,1 0 0,-1-1 1,1 1-1,-1 0 0,1 0 0,-1 0 1,1 0-1,0 0 0,-1 0 0,1 0 0,0 0 1,0 0-1,0 0 0,0 1 0,-2 5-1,-48 117-15,-13 37-71,-9 43-105,24-76 88,-57 248-1,95-323 88,3 1 0,-1 64 1,8-117 10,1 1-1,-1-1 1,1 0 0,0 1 0,0-1 0,-1 0 0,1 0 0,0 1 0,0-1-1,0 0 1,1 0 0,-1 0 0,0 0 0,0 0 0,0 0 0,1-1 0,-1 1 0,1 0-1,-1-1 1,0 1 0,3 0 0,37 12-4,-37-11 15,210 48 467,-113-29-248,-101-21-432,1-1-1,-1 1 1,1-1-1,0 0 0,-1 1 1,1-1-1,-1 0 1,0 0-1,1 1 0,-1-1 1,1 0-1,-1 0 1,0 0-1,0 0 0,0 1 1,1-1-1,-1 0 0,0 0 1,0 0-1,0 0 1,0 0-1,0 1 0,-1-3 1,1-31-3963,0 28 2324,0-26-5752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0 621 7210,'0'0'7907,"3"-8"-7809,51-127 1474,-15 30-600,82-152 1,-120 255-976,0 0 0,0 0 0,0 1 1,0-1-1,0 0 0,0 0 0,1 0 0,-1 1 0,1-1 0,-1 1 0,1-1 0,-1 1 1,1-1-1,0 1 0,0 0 0,0 0 0,0 0 0,-1 0 0,1 0 0,1 1 1,-1-1-1,0 0 0,0 1 0,0 0 0,0-1 0,0 1 0,0 0 0,1 0 1,-1 0-1,0 0 0,0 1 0,0-1 0,3 1 0,-2 1 28,1 0-1,-1 0 1,1 1-1,-1-1 1,0 1-1,0 0 1,0 0-1,0 0 1,0 0-1,-1 0 1,1 0-1,-1 1 1,0-1-1,0 1 1,0 0-1,1 6 1,6 20 240,-3 1 0,0 0 0,-2 0 0,-1 0 0,-2 1 0,-3 47-1,1-11 476,1-68-840,0-44-222,1 20 342,1 0 0,1 0-1,1 1 1,13-41 0,39-88-304,-35 101 84,-17 41 149,-3 5 22,0 0 1,1 0-1,0 1 0,0-1 1,0 1-1,0-1 0,1 1 1,0 0-1,0 0 0,0 0 1,5-5-1,-7 8-18,13 4-225,-7 6 406,0 0-1,0 1 1,-1-1 0,0 1-1,-1 1 1,7 20-1,1 6 63,-2 1 0,-2 1 0,-2 0 0,-1 0 0,-2 1 0,-2-1 0,-2 41 1,1-20 57,1-36-48,-1 0 0,-2-1 0,0 1 0,-7 32 0,7-112-9879,1 24 2532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26 2817,'0'0'14985,"-15"0"-13088,198-13-1146,7 0-490,-189 13-249,0 0 0,0 0 0,0 0 0,1 0 0,-1 1 0,0-1 0,0 0 0,0 1-1,0-1 1,0 1 0,0-1 0,0 1 0,0-1 0,0 1 0,0-1 0,0 1 0,-1 0 0,1 0 0,0-1 0,0 1 0,-1 0 0,1 0-1,0 0 1,-1 0 0,1 0 0,-1 0 0,1 0 0,0 2 0,4 37 593,-3-18-278,12 104 412,-3 161 0,-4-35-664,42 155-63,-3-37 219,-38-213 8,-36-149-90,-88 12 641,-139 8 0,122-16 347,103-11-807,23-1-685,1 0 0,-1 1 0,1-1 0,-1 1 0,1 0 0,0 1 0,-1 0 0,1 0 0,0 0 0,0 1 0,0-1 0,-9 8 0,-50 41-3687,19-9-1652,-5 7-4871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1527 3881,'0'0'9324,"-2"-17"-8938,2 0-238,1 0 0,1-1 0,0 1 0,1 0 0,1 0 0,1 0 0,0 1 0,1-1 0,1 1 0,1 1 0,0-1 0,1 1 0,20-26 0,137-196 1487,262-287-1,-365 451-1549,4 3-1,3 3 1,79-59-1,-122 106-91,0 2-1,2 1 0,0 1 1,0 2-1,2 0 0,0 2 1,0 2-1,1 1 0,0 1 1,0 2-1,1 1 0,55-1 1,-43 5 52,0 2 0,0 1 0,0 3 0,-1 2 0,0 2 0,0 1 0,70 28 0,2 10 95,-3 5 1,165 105-1,-217-117-78,-3 2-1,-1 3 1,-2 3 0,-3 1-1,86 108 1,-46-27 86,-5 4 0,134 282 0,70 320 516,-269-667-495,-3 1 0,-3 1 0,13 139 1,-16 224 585,-17-349-630,-5 0 1,-2-1-1,-5 0 0,-3-2 0,-4 1 0,-39 90 0,56-159-94,-1-1 0,0 0 0,-1 0 0,-1-1 0,0 0 0,-1-1 0,0 0 0,-1 0 0,0-1 0,-1-1 1,0 0-1,-1 0 0,0-1 0,0-1 0,-1 0 0,0-1 0,-28 10 0,-13 0 89,0-3 0,-1-1 0,-92 7 0,108-16-93,-129 12 107,0-8 0,-190-16 1,297 1-138,1-3 1,0-2-1,1-4 1,0-1-1,1-4 1,2-2-1,-90-49 1,-5-17-1,-194-148 0,233 144 29,5-6 0,4-4-1,5-4 1,-156-221-1,232 294-41,2 0 0,1-1-1,2-1 1,1-1 0,2-1-1,2 0 1,1-1 0,2 0-1,-9-75 1,10-8-77,12-233 0,-1 315 90,8-63-4,45-192 0,-25 152-1,77-355-396,-102 489-330,1-1 0,-1 0 0,2 1 0,-1 1 0,1-1 0,1 1 0,-1 0 0,1 0 0,1 1 0,-1 0 0,1 1 0,1 0 0,-1 0 0,1 1 0,16-7 0,-8 3-740,32-20-4854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1499 5945,'0'0'2740,"28"-59"-1828,1-3-675,170-336 806,-133 278-878,180-313 157,-178 325-458,152-183 0,-194 264-175,-26 27 308,0 0 1,0 1-1,0-1 0,0 0 1,0 0-1,0 1 0,0-1 0,0 0 1,0 0-1,0 1 0,0-1 1,0 0-1,0 0 0,0 1 1,0-1-1,0 0 0,0 0 1,0 0-1,0 1 0,0-1 1,1 0-1,-1 0 0,0 1 0,0-1 1,0 0-1,0 0 0,0 0 1,1 1-1,-1-1 0,0 0 1,0 0-1,0 0 0,1 0 1,-1 0-1,0 1 0,0-1 1,1 0-1,-1 0 0,0 0 1,0 0-1,0 0 0,1 0 0,-1 0 1,0 0-1,0 0 0,1 0 1,-1 0-1,0 0 0,0 0 1,1 0-1,-1 0 0,0 0 1,0 0-1,1 0 0,-1 0 1,0 0-1,0-1 0,1 1 0,-1 0 1,0 0-1,0 0 0,0 0 1,1 0-1,-1-1 0,0 1 1,0 0-1,0 0 0,1-1 1,-4 14 106,1 0 0,-2-1 0,1 0 0,-2 1 1,0-1-1,0-1 0,-1 1 0,0-1 0,-10 13 1,-2 6-23,-655 1229 902,655-1225-932,10-20-36,0 0 0,1 0-1,0 0 1,2 1-1,-1-1 1,2 2-1,0-1 1,1 0 0,-2 20-1,62-70-1621,-9-9 1424,-2-2-1,-2-2 0,67-94 0,104-192 14,-107 161-234,-11 18 133,-14 18 165,7 4 0,108-124 0,-167 227 26,-31 30 73,1 0-1,-1-1 0,1 1 1,-1 0-1,1 0 0,-1-1 1,1 1-1,-1 0 0,1 0 1,-1 0-1,1-1 0,-1 1 1,1 0-1,-1 0 0,1 0 1,0 0-1,-1 0 0,1 0 1,-1 0-1,1 0 0,-1 0 1,1 1-1,-1-1 0,1 0 1,-1 0-1,1 0 0,0 1 1,-1-1-1,0 0 0,1 1 1,-1-1-1,1 0 0,-1 1 1,1-1-1,-1 0 0,0 1 1,1-1-1,-1 1 0,1 0 1,0 7 25,0 1 1,-1-1-1,0 0 1,-1 0-1,1 1 1,-1-1 0,-1 0-1,0 0 1,0 0-1,0 0 1,-1 0 0,-1-1-1,1 1 1,-5 7-1,-2 9 4,-442 908 93,75-178 1067,390-756-1920,13-19 365,54-89 109,-5-3 0,110-222-1,-134 236 90,58-109-100,263-457 683,-396 750 1286,-49 88-1410,-103 174 1,45-95-290,-2 8-23,-144 326 258,268-555-393,16-28-563,33-48-274,82-130 256,145-278-1,-55 86-343,-139 248 870,213-319 282,-270 416 6,-9 11-27,0 1 1,1 0-1,0 0 0,1 1 0,-1 0 1,2 0-1,-1 1 0,16-10 1,-20 18 68,-8 22 127,-8 33-115,-2-1-1,-3 0 1,-2-2-1,-26 54 1,-119 210 374,89-178-430,-427 771-111,188-348 117,202-338 1024,111-223-1110,0 0-1,0 0 1,1 0 0,-1 0-1,0 0 1,1 0 0,-1 0-1,0 0 1,0 0-1,1 0 1,-1 0 0,0 0-1,1 0 1,-1 1 0,0-1-1,0 0 1,1 0-1,-1 0 1,0 0 0,0 1-1,0-1 1,1 0 0,-1 0-1,0 0 1,0 1-1,0-1 1,1 0 0,-1 0-1,0 1 1,0-1 0,0 0-1,0 1 1,0-1 0,0 0-1,0 0 1,0 1-1,0-1 1,0 0 0,0 1-1,0-1 1,0 0 0,0 0-1,0 1 1,0-1-1,0 0 1,0 1 0,0-1-1,0 0 1,0 0 0,0 1-1,0-1 1,-1 0 0,1 0-1,0 1 1,0-1-1,0 0 1,-1 0 0,1 1-1,0-1 1,0 0 0,0 0-1,-1 0 1,1 0-1,0 1 1,0-1 0,-1 0-1,28-25-973,69-112 405,-5-3 0,115-244 0,-134 246 164,1-3 45,242-443 480,-218 422 824,173-220 0,-223 336-1315,-40 59 74,-14 34 164,-14 17 67,-2 0 1,-3-2-1,-65 114 0,80-156 58,-520 893 202,229-409 2274,216-332-1455,142-222-2432,294-440 99,-28-50 267,-159 263 815,-119 202 224,32-57 612,6 4 0,110-132 0,-185 251-501,3-1-52,-9 30 642,-11 28-471,-1-2 0,-3 1-1,-2-1 1,-1-1 0,-30 53-1,-8 24-173,-169 393 90,-126 305 127,342-799-245,-6 9-15,2-1-1,2 2 1,0 0 0,2 0-1,2 0 1,-5 47-1,13-73-362,9-12-132,20-24 347,-1 0 0,-1-2 0,-2-1 0,-1-1 0,-2-1 1,33-65-1,-13 24 113,248-434 238,186-294 566,-407 707-735,-70 97-22,0-1 1,0 0 0,0 0 0,0 0 0,0 1-1,0-1 1,1 1 0,-1-1 0,1 1-1,-1-1 1,1 1 0,-1 0 0,1 0 0,0 0-1,0 0 1,-1 0 0,1 0 0,0 0 0,0 1-1,0-1 1,3 0 0,-3 5 20,-1 0 0,0 0 0,0-1 0,-1 1 1,1 0-1,-1 0 0,0 0 0,0 0 0,0 0 0,-1 0 0,1 0 0,-3 8 1,-10 54 54,-3-1 0,-3 0-1,-2-1 1,-4-1 0,-38 71 0,14-28-54,-525 1066 698,553-1131-664,9-22-58,1 0-1,1 1 0,1 0 1,1 0-1,1 1 0,0 0 1,2 1-1,-6 42 0,23-72-1138,65-89 667,-4-3-1,-5-2 1,67-139 0,-102 181 266,125-238-214,80-139 1520,-228 425-594,-5 17-97,-8 36 155,-21 69-176,-196 456-265,131-360-83,49-110-25,-24 54 131,-72 253 0,136-402-165,0-1 0,0 1 0,0-1-1,1 1 1,-1-1 0,0 0 0,0 1-1,1-1 1,-1 1 0,0-1 0,1 1-1,-1-1 1,0 0 0,1 1 0,-1-1-1,1 0 1,-1 1 0,1-1 0,-1 0-1,1 0 1,-1 1 0,1-1 0,-1 0-1,1 0 1,-1 0 0,1 0-1,-1 0 1,1 0 0,-1 0 0,1 0-1,-1 0 1,1 0 0,-1 0 0,1 0-1,-1 0 1,1 0 0,-1 0 0,1 0-1,-1-1 1,1 1 0,-1 0 0,1 0-1,-1-1 1,1 1 0,-1 0 0,1-1-1,0 0 1,28-10-389,-2-14 194,-1-1 1,-2-2-1,0 0 1,28-46-1,-27 39 173,155-238-340,-114 165 257,5 3 0,143-164 0,-210 266 151,87-80 825,-86 80-814,-1 0 0,1 0 0,0 0 0,0 0 0,0 1 0,0 0-1,1 0 1,-1 0 0,0 0 0,1 1 0,-1 0 0,1 0 0,0 1 0,-1-1 0,1 1 0,-1 1 0,1-1 0,10 3-1,-12-1-15,0 1 0,0 0-1,-1 0 1,1 0 0,-1 1-1,0-1 1,0 1-1,0 0 1,0-1 0,-1 1-1,0 0 1,0 1-1,0-1 1,0 0 0,0 1-1,-1-1 1,0 1-1,0-1 1,0 1 0,-1 0-1,1-1 1,-1 1 0,0 0-1,-1-1 1,-1 10-1,3 1 44,3 101 228,-5 0 1,-5 0-1,-6-1 1,-42 188-1,49-282-233,-4 16 107,0 1-1,3 0 1,-3 68-1,39-153-1707,114-185 1138,211-303 474,-348 525-76,0 0 0,0 1 0,1 0 0,0 0 0,0 0 0,1 1 0,1 1 0,-1-1 0,1 2 0,0-1 0,16-7 0,-24 14 16,0 0-1,-1 0 0,1 0 0,-1 0 1,1 0-1,-1 0 0,1 0 1,-1 1-1,1-1 0,-1 0 1,1 1-1,-1-1 0,1 1 0,-1 0 1,0 0-1,1-1 0,-1 1 1,0 0-1,0 0 0,1 0 1,-1 0-1,0 0 0,0 0 0,0 1 1,0-1-1,-1 0 0,1 0 1,0 1-1,0-1 0,-1 0 1,1 1-1,-1-1 0,1 1 0,-1-1 1,1 1-1,-1-1 0,0 1 1,0-1-1,0 1 0,0 0 1,0-1-1,-1 3 0,4 86 499,-4-71-393,-1 33 49,-2 0 1,-2 0-1,-3 0 0,-23 76 1,-83 193 971,81-236-557,12-15-47,17-45-637,14-33-1265,413-668-1347,-393 631 2542,-22 30 142,1 1 0,0 1 0,1-1 1,1 1-1,0 1 0,1 0 0,0 0 1,1 1-1,0 1 0,21-14 0,-33 24 37,0-1-1,1 1 0,-1 0 1,0 0-1,1 0 0,-1 0 1,0 0-1,1 0 1,-1 0-1,0-1 0,1 1 1,-1 0-1,1 0 1,-1 0-1,0 1 0,1-1 1,-1 0-1,0 0 1,1 0-1,-1 0 0,0 0 1,1 0-1,-1 0 1,0 1-1,1-1 0,-1 0 1,0 0-1,1 1 0,-1-1 1,0 0-1,0 0 1,1 1-1,-1-1 0,0 0 1,0 0-1,1 1 1,-1-1-1,0 0 0,0 1 1,0-1-1,0 1 1,0-1-1,0 0 0,0 1 1,1-1-1,-1 0 1,0 1-1,0-1 0,0 0 1,0 1-1,-1-1 0,1 1 1,0-1-1,0 0 1,0 1-1,0-1 0,0 1 1,3 34 221,-1 0 1,-2 0 0,-2 0-1,0 0 1,-3 0-1,-1 0 1,-1-1-1,-14 38 1,-120 278 856,33-91 562,78-187-1835,30-72 168,0 0 0,0-1 0,0 1 0,0 0 0,0 0 0,0 0 0,0 0 0,-1-1 0,1 1 0,0 0 0,0 0 0,0 0 0,0 0 0,0 0 0,0 0 0,-1-1 0,1 1 0,0 0 0,0 0 0,0 0 0,0 0 0,0 0 0,-1 0 0,1 0 0,0 0 0,0 0 0,0 0 0,0 0 0,-1 0 0,1 0 0,0 0 0,0 0 0,0 0 0,0 0 0,-1 0 0,1 0 0,0 0 0,0 0 0,0 0 0,0 0 0,-1 0 0,1 0 0,0 0 0,0 1 0,0-1 0,0 0 0,0 0 0,-1 0 0,1 0 0,0 0 0,0 0 0,0 0 0,0 1 0,0-1 0,0 0 0,0 0 0,0 0 0,0 0 0,-1 1 0,1-1 0,0 0 0,0 0 0,0 1 0,1-42-2218,10-24-858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269 892 4425,'0'0'7248,"-1"-3"-7135,0 0 0,-1 0-1,1 0 1,1 0 0,-1-1 0,0 1-1,1 0 1,-1-1 0,1 1 0,0-1-1,0 1 1,1-6 0,13-16 362,0 0 0,2 1-1,0 1 1,1 1 0,2 1 0,40-37 0,-42 40-240,55-51 102,3 2 0,3 4 0,2 3 0,4 4-1,137-70 1,-153 94-315,2 2-1,0 4 1,2 2-1,1 4 0,1 3 1,0 3-1,150-8 1,-163 21 41,-1 2 1,0 3 0,0 3 0,96 23 0,-113-17 65,-1 2 0,0 2 1,-1 1-1,-1 2 0,-1 2 1,70 52-1,-56-34-12,-2 2 1,-2 2-1,-2 2 0,-1 2 0,-3 3 1,-2 1-1,-3 2 0,-2 1 0,-2 2 1,-3 2-1,-2 0 0,-3 2 0,-3 1 1,27 113-1,-27-43 140,-5 1-1,-7 1 1,-8 223 0,-5-320-184,-2-1 0,-2 1 0,-1-1-1,-2 0 1,-1 0 0,-2-1 0,-30 62 0,17-50 10,-3-1 0,-2-1 1,-2-2-1,-66 71 0,9-30-8,-4-3 1,-3-4-1,-207 123 0,251-168-95,-1-4 0,-1-1 0,-1-3-1,-1-2 1,-2-3 0,-79 16 0,108-29-15,0-2 1,-1-1 0,1-2-1,0-1 1,-1-1-1,1-1 1,0-2 0,0-1-1,0-1 1,1-1-1,0-2 1,0-1 0,1-1-1,-51-28 1,-44-38 19,4-5 1,-160-143-1,212 162-5,2-3 0,3-3 0,3-3 0,3-2 0,-45-82 0,-195-319 130,277 444-127,2 0-1,1-2 0,1 1 0,2-2 0,2 1 1,1-2-1,-8-59 0,8-7-45,5-135 0,4 149 69,1 54-29,0 1 0,3-1 1,0 1-1,2 0 1,2 0-1,0 0 0,3 1 1,0 1-1,2 0 0,28-48 1,-30 60 6,1 1 1,0 1 0,1 0-1,1 1 1,1 0-1,0 1 1,1 1 0,0 0-1,1 2 1,0 0-1,1 0 1,0 2 0,1 0-1,-1 1 1,2 1-1,-1 1 1,1 0 0,24-3-1,24 3-21,86 2 0,-78-25-489,44 18-629,-94 11 1097,-1-2 1,0 0-1,28-7 0,14 1-628,-20 6-5445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1248 6057,'0'0'3332,"16"-49"-3056,56-161-76,-54 162-135,2 1 0,2 1 0,46-73 1,-26 52 18,-115 183 3077,-196 334-2928,198-314 106,65-121-430,10-13-44,11-16-182,-12 11 253,445-524-304,-35-45-128,-273 373-205,-124 174 608,-15 22 88,0 1-1,1-1 0,-1 1 0,1-1 0,-1 1 0,1-1 0,0 1 0,0 0 0,0 0 1,0 0-1,0 0 0,1 0 0,-1 0 0,1 1 0,-1-1 0,1 1 0,0 0 0,2-2 0,-3 16 137,-9 18 11,-1 0 0,-1-1 0,-1 0 0,-2 0 0,-22 39 0,23-46-108,-572 1265 1211,531-1134-974,81-180-2322,64-100 1755,-6-3-1,133-262 1,-159 276 47,1-2 46,196-342-531,-262 524 176,-17 1 624,-2-1-1,-4 0 0,-3-2 1,-59 94-1,24-40 44,-175 320 1350,-316 432 0,665-1053-3666,388-643 1915,-241 392 208,-192 324 103,-24 39-26,90-121 1,-115 177-75,-7 19 33,-6 5 73,-1 0-1,0 0 1,-1 0-1,0 0 0,0 0 1,0 0-1,-1 0 0,-1 0 1,-2 12-1,-27 89 235,-19 33 51,-103 206-1,-104 131 251,115-220-280,-5 12 842,125-221-1297,22-50 171,0 0 0,0 0 0,0 0 0,0 0 0,1 0-1,-1 0 1,0 0 0,0 0 0,0 0 0,1 0 0,-1 0 0,0 0 0,0 0-1,0 1 1,0-1 0,0 0 0,1 0 0,-1 0 0,0 0 0,0 0-1,0 0 1,0 0 0,0 1 0,0-1 0,0 0 0,1 0 0,-1 0 0,0 0-1,0 1 1,0-1 0,0 0 0,0 0 0,0 0 0,0 0 0,0 1 0,0-1-1,0 0 1,0 0 0,0 0 0,0 0 0,0 1 0,0-1 0,0 0 0,0 0-1,0 0 1,0 0 0,0 1 0,0-1 0,0 0 0,-1 0 0,1 0-1,0 0 1,0 1 0,0-1 0,0 0 0,0 0 0,0 0 0,0 0 0,-1 0-1,27-29-564,-25 27 518,176-253-433,172-335 1,-251 416 239,-5 6-80,-15 26-80,109-151 0,-177 278 337,0 1-1,2 1 1,-1 0 0,17-14 0,-23 26 4,-4 13 50,-3 23 63,-2 1 1,-1-1 0,-2-1-1,-1 1 1,-15 38 0,-78 183 431,65-170-260,-467 903 1555,389-784-1406,407-781-3281,179-302 2730,-466 869 173,1-4-15,1 0-1,0 1 1,1 0-1,0 0 1,0 1-1,2 0 1,-1 1-1,1 0 1,17-11-1,-27 20 16,-1 1 0,0 0 0,1-1 0,-1 1-1,0 0 1,1 0 0,-1-1 0,1 1 0,-1 0 0,0 0-1,1 0 1,-1 0 0,1-1 0,-1 1 0,1 0-1,-1 0 1,0 0 0,1 0 0,-1 0 0,1 0 0,-1 0-1,1 0 1,-1 0 0,1 1 0,-1-1 0,0 0-1,1 0 1,-1 0 0,1 0 0,-1 1 0,0-1 0,1 0-1,-1 0 1,1 1 0,-1-1 0,0 0 0,1 1 0,-1-1-1,0 0 1,0 1 0,1-1 0,-1 0 0,0 1-1,0-1 1,0 1 0,1-1 0,-1 1 0,0-1 0,0 0-1,0 1 1,0-1 0,0 1 0,0-1 0,0 1 0,0-1-1,0 1 1,0-1 0,0 0 0,0 1 0,0-1-1,0 1 1,0-1 0,-1 1 0,1-1 0,0 0 0,0 1-1,-1 0 1,3 32 17,-2 1 1,-2 0-1,-1 0 0,-1-1 0,-18 65 1,-67 170 190,57-182-194,-84 227 981,-14-4 1,-294 506 0,379-718-1009,685-1306-1698,-550 1029 1541,151-281-158,-179 355 365,4 3-1,94-109 1,-153 203-28,65-67 66,-69 73-85,1 0 1,0 0-1,0 0 1,1 0 0,-1 1-1,0 0 1,1 0-1,-1 0 1,1 0 0,0 1-1,0-1 1,-1 1-1,1 1 1,0-1 0,0 1-1,5-1 1,-9 2 15,0-1 0,0 0 0,0 0 0,0 1 0,-1-1 0,1 0 0,0 1 0,0-1 0,-1 0 0,1 1 0,0-1 0,-1 1 0,1 0 1,-1-1-1,1 1 0,0-1 0,-1 1 0,1 0 0,-1 0 0,0-1 0,1 1 0,-1 0 0,0 0 0,1-1 0,-1 1 0,0 0 0,0 0 0,1 0 0,-1-1 0,0 1 0,0 0 1,0 0-1,0 0 0,0 0 0,0 0 0,-1-1 0,1 1 0,0 0 0,0 0 0,-1 1 0,1 33 47,-1 0 0,-2 0 0,-1 0 0,-2 0-1,-1-1 1,-19 54 0,-94 211 319,83-213-253,-223 464 1575,-2 3 1022,225-458-2753,37-95 34,0 0 0,1 0 0,-1 0 0,0 0-1,0 0 1,0 0 0,0 0 0,0-1 0,0 1 0,0 0 0,0 0 0,0 0 0,1 0 0,-1 0 0,0 0-1,0 0 1,0 0 0,0 0 0,0 0 0,0 0 0,0 0 0,1 0 0,-1 0 0,0 0 0,0 0 0,0 0-1,0 0 1,0 0 0,0 0 0,0 0 0,0 0 0,1 0 0,-1 0 0,0 0 0,0 1 0,0-1 0,0 0-1,0 0 1,0 0 0,0 0 0,0 0 0,0 0 0,0 0 0,1 0 0,-1 0 0,0 0 0,0 1 0,15-24-606,95-174-516,87-190 936,262-453-755,-445 818 911,-11 15-2,1 1 0,-1 0-1,1 0 1,0 0 0,1 0 0,-1 1 0,1 0 0,0 0 0,1 0 0,-1 0-1,1 1 1,0 0 0,0 0 0,7-3 0,-13 7 35,1 0 1,-1 0-1,1 0 0,-1 0 0,1 0 1,-1 0-1,1 0 0,0 0 0,-1 0 1,1 0-1,-1 0 0,0 0 1,1 1-1,-1-1 0,1 0 0,-1 0 1,1 1-1,-1-1 0,1 0 1,-1 0-1,0 1 0,1-1 0,-1 0 1,1 1-1,-1-1 0,0 1 1,0-1-1,1 0 0,-1 1 0,0-1 1,0 1-1,1-1 0,-1 1 1,0-1-1,0 1 0,0-1 0,0 1 1,0-1-1,0 1 0,0-1 1,0 1-1,0-1 0,0 1 0,0-1 1,0 1-1,0-1 0,0 1 0,0-1 1,0 1-1,-1-1 0,1 1 1,0-1-1,-1 1 0,3 38 31,-3 0 0,-1 0 0,-2 0 0,-2-1 0,-1 1 0,-15 43 0,-89 237 425,102-295-398,-139 330 1038,-23 59 139,191-460-1892,2 2 0,37-57 0,1-4 589,23-65-133,-51 98-229,3 2 0,3 2 0,78-108 1,-110 218-112,-9 12 631,-1-1 0,-3 1 0,-19 76 0,-62 163 765,-8 41 793,88-298-1453,0-1 14,1 0 0,2 1-1,-1 37 1,42-99-1215,9-39 541,65-129 0,-43 72 292,-8 17-188,-6 6-160,5 2-1,133-169 0,-131 215 224,-59 51 297,0 0 0,0 0 1,0 0-1,0 0 0,0 0 0,0 0 1,0 0-1,1 1 0,-1-1 0,0 1 0,1-1 1,-1 1-1,0-1 0,1 1 0,-1 0 0,1-1 1,-1 1-1,0 0 0,1 0 0,-1 0 0,1 0 1,-1 0-1,1 1 0,-1-1 0,0 0 1,1 1-1,-1-1 0,0 1 0,1-1 0,-1 1 1,0-1-1,0 1 0,1 0 0,-1 0 0,0 0 1,0 0-1,0 0 0,0 0 0,0 0 1,0 0-1,0 0 0,0 0 0,-1 0 0,1 1 1,0-1-1,-1 0 0,1 1 0,-1-1 0,1 0 1,-1 1-1,0-1 0,1 2 0,5 53 234,-2 0 0,-3 0 0,-2 0 0,-11 73 0,5-69 214,-3 1 1,-3-2-1,-2 1 1,-2-2-1,-3 0 0,-3-1 1,-47 86-1,86-222-1979,32-38 1157,6 2 0,106-169-1,-134 241 230,-9 13 101,2 0 1,0 1-1,2 1 1,1 1-1,46-44 1,-66 69 46,0 0 0,0 0 1,1 1-1,-1-1 1,1 0-1,0 1 0,-1 0 1,1-1-1,0 1 0,0 0 1,-1 1-1,1-1 1,0 0-1,4 0 0,-6 2 38,0-1-1,1 0 1,-1 0-1,0 1 0,0-1 1,0 1-1,0-1 1,0 1-1,0-1 0,0 1 1,0 0-1,0 0 1,0-1-1,0 1 0,-1 0 1,1 0-1,0 0 1,0 0-1,-1 0 0,1 0 1,0 0-1,-1 0 1,0 0-1,1 2 1,2 8 245,0 1 1,-1-1 0,-1 1 0,0 0-1,-1 20 1,0-29-268,-1 47 192,-2 0-1,-3 0 1,-1-1 0,-3 1-1,-1-2 1,-3 0-1,-2 0 1,-2-1 0,-2-1-1,-2-1 1,-29 43-1,32-57-297,-17 22-388,0-21-3392,6-12-3023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12 5025,'0'0'6859,"0"-1"-6802,0 1-1,0-1 1,-1 1-1,1-1 1,0 1 0,0-1-1,0 1 1,0-1 0,0 1-1,-1-1 1,1 1 0,0-1-1,-1 1 1,1-1 0,0 1-1,-1-1 1,1 1 0,0 0-1,-1-1 1,1 1 0,-1 0-1,1-1 1,0 1 0,-2-1-1,-2 1 11,0 1 0,0-1-1,0 1 1,0 0 0,0 0 0,0 0-1,0 1 1,0-1 0,1 1-1,-1 0 1,1 0 0,-1 0 0,1 0-1,0 1 1,-1 0 0,1-1-1,-4 6 1,-3 5 36,0 0 1,0 1-1,-8 17 0,8-13 5,-25 41 74,-35 83 0,59-116-119,2 1-1,0 0 0,2 1 1,0 0-1,-3 55 1,9-77-70,0 0 1,1 0 0,0 0 0,1-1-1,-1 1 1,1 0 0,0 0 0,1-1-1,-1 1 1,1 0 0,0-1-1,1 0 1,-1 1 0,1-1 0,0 0-1,0 0 1,1-1 0,-1 1 0,1-1-1,0 1 1,0-1 0,1 0 0,-1-1-1,1 1 1,0-1 0,0 0-1,0 0 1,0-1 0,10 4 0,2 1-64,0-2 0,0 0 1,0-1-1,0 0 0,1-2 0,0 0 1,-1-1-1,1-1 0,0 0 1,-1-1-1,33-7 0,-24 2-203,0-1-1,0-2 1,0 0 0,-1-2-1,-1 0 1,45-30 0,-53 30-458,0-1-1,-1 0 1,-1-1 0,0-1 0,0 0 0,14-22-1,-13 14-2387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29 137 5737,'0'0'8611,"12"-19"-8608,40-59-114,-49 75 82,0-1 0,0 1 0,1 0 0,-1 0 0,1 0 0,-1 0 0,1 1 0,0 0 0,0 0 0,0 0 0,1 0 0,-1 0 0,0 1 0,1 0 0,-1 0 0,1 0 0,-1 0 0,1 1 0,-1-1 0,1 1 0,-1 1 1,1-1-1,5 1 0,8 0-296,-15-1 284,0 0 0,0 0-1,0 1 1,0-1 0,0 1 0,0 0 0,0-1-1,0 1 1,0 1 0,0-1 0,0 0-1,-1 1 1,1-1 0,0 1 0,-1 0-1,1 0 1,-1 0 0,0 0 0,0 0 0,0 0-1,2 4 1,0 0 33,-1-1 1,0 1-1,-1 0 0,1 0 1,-1 1-1,-1-1 0,1 0 1,-1 1-1,1 11 0,-1-1 72,-2 1-1,1-1 1,-2 1 0,0-1-1,-1 1 1,-11 32-1,8-34 16,-2 0 0,1-1-1,-2 0 1,0 0-1,-1-1 1,-17 21-1,21-29 33,1 0 1,-1-1-1,0 1 0,0-1 0,-1 0 0,0-1 0,0 1 0,0-1 0,0-1 0,0 1 0,-1-1 0,0-1 0,0 1 0,1-1 0,-17 1 1,21-2-107,0-1 1,0 0 0,1-1 0,-1 1 0,0 0 0,0-1 0,1 0-1,-1 1 1,1-1 0,-1 0 0,0 0 0,1-1 0,-1 1 0,1 0-1,0-1 1,0 1 0,-1-1 0,1 0 0,0 0 0,0 0 0,1 0 0,-1 0-1,0 0 1,1-1 0,-1 1 0,1-1 0,0 1 0,-1-1 0,1 1-1,1-1 1,-1 1 0,0-1 0,0-4 0,-1-9-119,0-1 0,1 1 1,1-1-1,2-25 0,-1 23-139,0 11 71,0 0 0,0 0 0,1 0 0,0 0 1,0 0-1,1 0 0,0 0 0,0 1 0,1-1 0,6-9 0,1 2-694,0 1 0,1 1 0,24-22 0,9-1-2938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1 289 1360,'0'0'10483,"15"-20"-10305,52-62-166,-62 78-26,0 0 1,0 0-1,0 0 0,0 1 0,1-1 1,0 1-1,-1 1 0,1-1 0,0 1 0,1 0 1,-1 1-1,0-1 0,0 1 0,1 0 0,-1 1 1,0-1-1,1 1 0,-1 1 0,9 0 0,7 0-89,-14-1 83,1 0-1,0 0 1,-1 1-1,1 0 0,0 1 1,13 4-1,-20-5 36,0 0 0,0 0 0,0 0 0,1 1 0,-1-1 0,0 1 0,-1-1 0,1 1 0,0 0 0,0-1 0,-1 1 0,1 0 0,-1 0 0,1 0 0,-1 1 0,0-1 0,0 0-1,0 0 1,0 1 0,0-1 0,-1 0 0,1 1 0,-1-1 0,1 1 0,-1-1 0,0 1 0,0 3 0,-1 3 126,0 1 0,-1-1-1,0 0 1,0 0-1,-1 0 1,0 0 0,-1 0-1,0-1 1,0 1 0,-1-1-1,0 0 1,0 0 0,-1-1-1,0 0 1,0 0 0,-1 0-1,-11 9 1,9-9-98,0 0 1,0-1-1,0 1 0,-1-2 1,0 1-1,0-2 0,-1 1 1,1-1-1,-1-1 0,0 0 1,0 0-1,0-1 1,0-1-1,-17 1 0,26-2-72,-1-1 0,0 0 0,1 1 0,-1-1-1,1 0 1,-1-1 0,1 1 0,0 0 0,0-1 0,-1 1-1,1-1 1,0 1 0,0-1 0,0 0 0,0 0-1,1 0 1,-1 0 0,1 0 0,-1-1 0,1 1 0,-1 0-1,1-1 1,0 1 0,0-1 0,1 1 0,-1-1 0,0 0-1,1 1 1,-1-1 0,1 0 0,0-3 0,-2-11-247,1 0 0,1 0 1,3-26-1,-2 32 93,1 0 0,0 0 1,1 1-1,0-1 0,1 1 1,0 0-1,0 0 0,8-12 0,4-2-1137,32-39-1,-22 31-611,20-25-4269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38 161 144,'0'0'10088,"-1"25"-9134,-35 388 2496,40-451-10328,0-27 4403,6-61 783,-5 61 1603,-4 34 836,2 0 0,0 0 0,2 0 1,2 1-1,0 0 0,13-31 1,-17 57-659,0 0 1,0 0 0,0 0 0,0 0 0,0 0 0,1 1-1,0 0 1,0 0 0,0 0 0,0 0 0,0 0 0,0 1 0,1 0-1,-1 0 1,1 0 0,0 0 0,0 1 0,-1-1 0,1 1-1,0 1 1,8-1 0,10-1-69,0 1 0,-1 2 0,30 3 0,-47-4-25,-1 0 0,0 1 0,0-1 0,0 1-1,1 0 1,-1 0 0,0 0 0,0 1 0,0 0 0,-1-1 0,1 1 0,0 1 0,-1-1-1,1 0 1,-1 1 0,0 0 0,1 0 0,-1 0 0,-1 0 0,4 4 0,-3 0 55,0 0 1,-1 0-1,1 0 1,-1 1-1,-1-1 1,0 1-1,0-1 1,0 1-1,-1-1 1,0 10-1,-1-7 85,-1-1 0,1 0 0,-2 1 0,1-1 0,-1 0 0,0 0 0,-1 0 0,0-1 0,-1 1 0,0-1 0,0 0 0,0 0 0,-8 7 0,-9 11 599,-2-1 0,-35 29 0,49-45-415,6-5-161,0 0 0,0-1-1,0 1 1,-1-1 0,1-1-1,-1 1 1,-5 2 0,13-6-206,1 1 1,-1-1-1,0 1 1,1 0-1,-1 0 1,0 0-1,1 0 1,-1 1-1,0-1 1,1 1-1,-1 0 1,5 1 0,39 17 160,-11 1-456,-30-15 65,1-1-1,0 0 1,0 0-1,0 0 1,0-1-1,1-1 1,14 5-1,78-3-3257,-50-4-601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1800,'0'0'11192,"0"21"-10142,1 147-291,-4 272 747,0-413-2467,0-1-1138,4-24 1004,2-14 175,57-279-5602,-46 181 3804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1792,'74'14'3677,"-60"-14"-2109,-11-4 2332,5 5-537,54 32-2527,71 50-1,-119-74-834,0 1-1,-1 1 0,0 0 1,0 1-1,-1 0 0,17 23 0,-23-25-2,0-1-1,-1 1 0,0 0 0,0 1 0,-1-1 0,-1 1 1,0 0-1,0-1 0,-1 2 0,0-1 0,0 12 0,-2-9 53,1 1-1,-2-1 0,0 0 0,-1 0 0,0 0 0,-1 0 0,0 0 1,-1 0-1,-10 21 0,9-26-17,0 0 1,-1-1 0,1 1-1,-2-1 1,1 0-1,-1 0 1,-1-1 0,1 0-1,-1-1 1,-1 1-1,1-1 1,-1-1-1,0 0 1,-11 5 0,2-3-204,0-1 0,0 0 1,0-1-1,-1-2 1,0 1-1,0-2 0,0-1 1,0 0-1,0-1 1,0-1-1,-27-5 1,41 4-293,0 0 0,0 0 0,0-1 0,0 0 0,1 1 0,-1-1 0,1-1 0,0 1 1,0-1-1,0 1 0,-5-8 0,-1-8-4766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0 13899,'0'0'7226,"-25"70"-15692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0 759 7938,'0'0'3736,"5"-34"-3231,-2 18-433,8-52 431,34-117 1,-20 111-262,37-77 1,-47 121-244,0 1 0,2 1 0,2 0 0,0 1 0,26-27 1,-42 51-25,-1 0 1,1 1 0,0-1 0,0 0 0,0 1-1,0 0 1,0-1 0,1 1 0,-1 1-1,1-1 1,-1 0 0,1 1 0,0 0 0,-1 0-1,1 0 1,0 0 0,0 0 0,0 1-1,7 0 1,-8 0 35,0 1 1,0 0-1,0 1 0,0-1 0,0 0 1,-1 1-1,1 0 0,0-1 0,-1 1 1,1 0-1,-1 0 0,0 1 0,0-1 1,0 0-1,0 1 0,0-1 0,0 1 0,-1 0 1,1 0-1,-1-1 0,1 1 0,-1 0 1,1 4-1,11 36 384,-1 0 1,-1 1-1,4 53 1,3 139-660,-17-217 118,0 48-3338,-1-51 930,0 2-4167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9962,'0'0'4553,"225"46"-4553,-148-43-360,13-3-720,-20 0-1089,-12-14-2552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 4297,'0'0'5281,"-26"163"-4785,14-76-96,-1 4 0,-7-7-120,14-20-264,-7-14-16,7-27-664,6-26-840,0-29-1793,0-15-2408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5737,'0'0'8375,"16"1"-8265,21 2 26,126 14-110,-162-17-65,1 0-1,-1 0 0,1 0 1,-1 0-1,1 1 0,-1-1 0,0 1 1,1-1-1,-1 1 0,0-1 0,1 1 1,-1 0-1,0-1 0,0 1 1,1 0-1,-1 0 0,0 0 0,0 0 1,0 0-1,0 0 0,0 0 1,0 1-1,-1-1 0,1 0 0,0 0 1,-1 1-1,1-1 0,0 2 1,-1 0 83,0-1 1,0 1 0,-1 0 0,1-1 0,-1 1 0,1 0 0,-1-1 0,0 1 0,0 0 0,0-1 0,-1 0 0,1 1 0,-3 3 0,-8 10 393,0-1 0,-1-1 0,-18 16 0,29-27-481,-34 27 1534,-68 44-1,74-53-443,62-18-2145,13-2 627,71 8 0,-102-7 410,-1 1 1,1 0-1,-1 0 1,0 2 0,0-1-1,-1 2 1,0-1-1,1 2 1,19 13-1,-29-17 99,0 0 1,0 0-1,-1 1 0,1-1 0,-1 1 0,0-1 0,0 1 0,0 0 1,0-1-1,0 1 0,-1 0 0,0 0 0,0 0 0,0 1 0,0-1 1,-1 0-1,1 0 0,-1 0 0,0 1 0,0-1 0,-1 0 0,1 0 1,-1 0-1,0 0 0,0 0 0,-3 7 0,-1 2 54,0-1 0,-1 0 0,0 0-1,-1-1 1,0 0 0,0 0 0,-13 13 0,8-10-30,-2-1 1,1-1 0,-2 0-1,-21 14 1,28-21-164,0-1-1,0 0 0,-1 0 1,1 0-1,-1-1 1,0 0-1,0-1 0,0 0 1,-1 0-1,-14 0 0,23-3 2,0 1 0,0 0-1,-1-1 1,1 1-1,0-1 1,0 0 0,0 1-1,0-1 1,0 0-1,0 1 1,0-1 0,0 0-1,0 0 1,0 0-1,1 0 1,-1 0 0,0 0-1,1 0 1,-1 0-1,1 0 1,-1-1 0,1 1-1,-1 0 1,1 0-1,0 0 1,-1-1 0,1 1-1,0 0 1,0 0-1,0-1 1,0 1 0,0 0-1,1-3 1,3-42-2277,17-1-957,5 6-1415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1 572 7866,'0'0'3175,"10"-37"-3010,1-3-80,3-11 84,2 1 0,36-78 1,-28 77 100,3 2 1,1 1 0,44-57-1,-57 92-249,-7 15 201,-3 29 916,-5 134 1426,0 71-1641,0-76-6845</inkml:trace>
  <inkml:trace contextRef="#ctx0" brushRef="#br0" timeOffset="1">7 269 12099,'0'0'2880,"199"17"-2952,-141-17-888,12 0-752,-18 0-2265,-14 0-2545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6041,'0'0'576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84 166 4641,'64'-166'6865,"-71"166"-6528,1 0-209,-1 6-128,7 17 104,-6 15 96,0 12 432,-1 20 88,-6 14 152,-6 12-168,0 12 96,-7 0-143,7-21-329,13-14-328,-1-23-208,7-38-1097,19-12-1895,1-3-3042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76 7314,'0'0'5719,"11"31"-4913,37 102 129,-43-119-893,1 0 1,1 0 0,0-1 0,1 0-1,0-1 1,1 0 0,0 0-1,1 0 1,0-1 0,1-1-1,0 0 1,1 0 0,0-1-1,0-1 1,1 0 0,0-1-1,0 0 1,1-1 0,0 0-1,17 4 1,-23-8-241,-1 0-1,1 0 1,0-1-1,0 0 1,0 0-1,0-1 1,-1 0 0,1 0-1,0-1 1,0 0-1,10-3 1,-13 2 38,0 0-1,-1 0 1,1-1 0,-1 1-1,0-1 1,0 0 0,0 0 0,0 0-1,0-1 1,-1 0 0,0 1-1,0-1 1,0 0 0,0-1 0,0 1-1,-1 0 1,0-1 0,2-5 0,12-28-1102,-2-1 1,-2-1 0,12-69 0,-18 66 2282,1-70 1,-7 113-949,0-1 1,0 1 0,0 0-1,0 0 1,0-1 0,0 1-1,0 0 1,0-1 0,0 1 0,0 0-1,0-1 1,0 1 0,-1 0-1,1 0 1,0-1 0,0 1 0,0 0-1,0 0 1,0-1 0,0 1-1,-1 0 1,1 0 0,0-1-1,0 1 1,0 0 0,-1 0 0,1 0-1,0-1 1,0 1 0,-1 0-1,1 0 1,0 0 0,0 0 0,-1 0-1,1 0 1,0-1 0,-1 1-1,1 0 1,0 0 0,0 0-1,-1 0 1,1 0 0,-17 8 1309,-14 19-172,-49 75 593,-79 135 0,57-81-591,47-74-647,-9 14-194,31-52-3789,62-78-1017,8-14-782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58 333 6545,'0'0'4637,"15"-31"-3868,52-100-23,-59 117-641,0 1-1,0 0 0,2 0 0,-1 1 0,2 0 1,0 1-1,0 0 0,1 0 0,15-10 0,-17 16-80,0-1 0,0 1 0,0 1 0,0 0 0,0 0 0,1 1 0,0 1 0,0 0 0,0 0 0,0 1 0,15 0 0,-24 1-11,1 0 1,-1 0-1,1 0 1,-1 0-1,1 1 1,-1-1-1,0 1 1,1 0-1,-1 0 1,0-1-1,1 2 1,-1-1-1,0 0 1,0 0-1,0 1 1,0-1-1,0 1 1,0 0-1,0-1 1,0 1-1,-1 0 1,1 0-1,-1 0 0,0 0 1,1 0-1,-1 1 1,0-1-1,0 0 1,0 1-1,0 3 1,2 6 152,-1 1-1,0-1 1,-1 1 0,-2 24 0,1-17 3,-1-3-22,-1-1-1,-1 0 0,0 0 0,-1 0 0,-1 0 1,0-1-1,-1 1 0,-1-1 0,-1-1 1,0 1-1,0-1 0,-19 22 0,13-18 55,-1-1 0,-1-1 0,0 0 0,-1-1 0,-1-1 0,0 0 0,-1-1 0,-35 17 0,42-24-182,-1-1 0,0-1 0,0 0 0,0-1 0,-1 0 0,1-1 0,-1-1 0,1 0 0,-28-2 0,40 1-48,-1 0 0,1 0 1,0 0-1,0 0 0,-1-1 1,1 1-1,0 0 0,0-1 1,0 1-1,0-1 0,-1 1 1,1-1-1,0 0 0,0 1 1,0-1-1,0 0 0,1 0 1,-1 0-1,0 0 0,0 1 1,0-1-1,1 0 0,-1-1 1,0 1-1,1 0 0,-1 0 1,1 0-1,-1 0 0,1 0 1,0-1-1,-1 1 0,1-2 1,4-39-989,-4 39 895,2-6-346,1 0-1,-1 1 1,2-1-1,-1 1 1,9-14-1,35-45-4200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70 4945,'0'0'9794,"5"28"-8538,12 95-159,-16-106-922,0 1 0,0-1 1,-2 1-1,0-1 0,-2 1 1,1-1-1,-2 0 0,0 0 1,-7 17-1,-2 6 0,-74 231-1767,86-268-446,4-66-4874,3 1 4290,4-60 633,-9 61 1406,-1-59 930,-2 105 331,1 0 1,-2-1-1,0 1 1,-1 0-1,-8-21 1,10 31-334,0 1-1,0-1 1,1 1 0,-1-1 0,1 0 0,0 1 0,0-1 0,1 0-1,0 0 1,-1 0 0,2 0 0,-1 0 0,2-8 0,-1 9-253,1 0 0,0 1 0,0-1 0,0 0 0,1 1 0,-1 0 0,1-1 0,0 1 0,-1 0 1,2 0-1,-1 1 0,0-1 0,0 1 0,1 0 0,5-3 0,5-4-21,0 1 0,1 1 0,0 1 1,1 0-1,-1 1 0,1 0 0,0 2 0,0 0 0,0 0 0,1 2 1,-1 0-1,0 1 0,33 3 0,-37-1-39,-1 1 1,1 0-1,-1 1 0,1 0 0,-1 1 1,-1 0-1,1 1 0,-1 0 1,0 1-1,0 0 0,-1 0 0,1 1 1,-2 0-1,1 1 0,-1-1 1,-1 2-1,0-1 0,0 1 0,9 18 1,-7-8 81,0 0 0,-2 0 0,0 1 1,-1 0-1,-1 0 0,-1 0 0,-1 1 0,-1-1 1,-1 1-1,-1 0 0,-1-1 0,-5 34 1,1-25 46,-2-1 1,-1 0 0,-1 0 0,-1-1-1,-2 0 1,0-1 0,-2 0 0,-25 36-1,15-29 1,-1-2-1,-1-1 0,-1-1 0,-43 36 1,57-55-140,0-1-1,0-1 1,-1 0 0,0-1 0,-1-1 0,0 0 0,0-1-1,0-1 1,-1 0 0,1-1 0,-1 0 0,0-2 0,-30 2 0,43-4-86,-1 0 0,1 0 0,0 0 0,-1-1 0,1 1 0,0-1 0,-1 0 0,1 0 0,0 0 0,0-1 0,0 1 0,0-1 0,0 1 0,0-1 0,0 0 0,0 0 0,1 0 0,-1-1 0,1 1 0,0-1 0,0 1 0,-3-5 0,3 3-149,0-1 0,0 1 1,0-1-1,0 0 0,1 0 0,0 0 1,0 0-1,0 0 0,1 0 0,0-1 1,0 1-1,0 0 0,0 0 0,1 0 1,1-5-1,1 1-86,0 1 0,0-1 0,1 1 0,1 0 0,-1 0 1,1 1-1,1-1 0,-1 1 0,1 0 0,0 1 0,1-1 0,0 1 1,0 1-1,12-9 0,-10 7-33,76-54-2648,4 8-1014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469 17 5369,'0'0'12495,"-32"-5"-11411,-13-1-665,-48 0 0,85 7-351,0-1 1,1 1 0,-1 0 0,0 1-1,1 0 1,-1 0 0,1 1 0,0 0-1,0 0 1,0 1 0,0 0 0,0 0 0,1 0-1,0 1 1,0 0 0,-9 10 0,1-3 37,0 0-53,0 1 1,1 0-1,1 1 1,0 0 0,1 1-1,0 0 1,2 0 0,0 1-1,0 1 1,1 0 0,2 0-1,-1 0 1,2 1 0,0 0-1,1 0 1,1 0 0,1 0-1,1 1 1,0-1 0,4 36-1,-2-48-105,0 1 0,1-1-1,0 1 1,0-1-1,0 0 1,1 1-1,0-1 1,0-1 0,1 1-1,0 0 1,0-1-1,0 0 1,0 0-1,1 0 1,0 0-1,0-1 1,0 0 0,1 0-1,9 6 1,-4-5-396,-1 0 0,1 0 0,0-1 0,0 0-1,0-1 1,0-1 0,1 1 0,0-2 0,-1 1 0,19-2 0,-26 0 101,-1 0 0,1 0 0,-1 0 0,1-1 0,-1 0 0,1 1 0,-1-1 0,1-1 0,-1 1 0,0 0 0,1-1 0,-1 0 0,0 1 0,0-1 0,0-1 0,-1 1 0,1 0 0,0-1 0,4-4 0,9-23-5442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11522,'0'0'6866,"180"79"-6346,-90-50-256,13-6-264,-1-5-200,39-12-952,-25-6-1617,-20 0-3560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1 760 9234,'0'0'3406,"13"-27"-2570,165-380 1762,-95 188-1988,-83 219-608,0 0 0,0 0 0,0 0 1,0 1-1,0-1 0,0 0 0,0 0 1,0 0-1,0 0 0,1 0 0,-1 0 1,0 0-1,0 0 0,0 0 0,0 0 1,0 0-1,0 0 0,1 0 1,-1 0-1,0 0 0,0 0 0,0 0 1,0 0-1,0 0 0,0 0 0,0 0 1,1 0-1,-1 0 0,0 0 0,0 0 1,0 0-1,0 0 0,0 0 0,0 0 1,0 0-1,1 0 0,-1 0 1,0-1-1,0 1 0,0 0 0,0 0 1,0 0-1,0 0 0,0 0 0,0 0 1,0 0-1,0 0 0,0 0 0,0-1 1,1 1-1,-1 0 0,0 0 0,0 0 1,0 0-1,0 0 0,0 0 0,0-1 1,0 1-1,0 0 0,2 18 164,-1 31 173,-1-46-311,0 560 1116,0-562-1151,0 0 0,0-1 0,0 1 0,0-1-1,-1 1 1,1 0 0,0-1 0,0 1 0,1 0 0,-1-1 0,0 1 0,0-1 0,0 1-1,0 0 1,0-1 0,1 1 0,-1-1 0,0 1 0,1-1 0,-1 1 0,0-1 0,1 1-1,-1-1 1,0 1 0,1-1 0,-1 1 0,1-1 0,-1 1 0,1-1 0,-1 0 0,1 0 0,-1 1-1,1-1 1,0 0 0,-1 0 0,1 1 0,-1-1 0,1 0 0,0 0 0,-1 0 0,1 0-1,-1 0 1,1 0 0,0 0 0,-1 0 0,1 0 0,0 0 0,-1 0 0,1 0 0,-1-1-1,1 1 1,1-1 0,1 0-33,0-1-1,0 1 0,0-1 1,0 0-1,0 0 0,0 0 0,-1-1 1,5-4-1,10-18 139,-1-1 0,-1 0-1,-1-1 1,-2-1 0,16-53 0,-22 63-49,99-340 99,-68 222-3603,-36 129-413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8874,'0'0'9795,"27"-1"-8514,-10 1-1075,364 1 3255,-108 21-3340,-269-21-578,9 1-409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178 166 6241,'0'0'12914,"1"-5"-9860,5-8-2893,7-1-102,0 2 0,1 0 0,0 0 0,1 1 0,1 1-1,30-15 1,-37 20-68,7-3 33,1 1 0,0 0 0,0 1 1,0 1-1,1 1 0,-1 1 0,31-3 0,131 6 176,-88 2-184,-76-1-3,0 1 0,0 1 0,-1 0 0,1 1-1,-1 0 1,0 1 0,0 1 0,0 0 0,-1 1 0,0 1-1,-1 0 1,17 13 0,1 3 39,-2 1 0,0 2 0,40 49 0,-56-60 43,-1 1-1,-1 0 1,0 0 0,-1 1-1,-1 0 1,-1 1-1,0 0 1,-1 0 0,4 29-1,-3 6 238,-2 0 0,-2 63 0,-4-104-270,0 0 0,-1 0 1,0 0-1,-1 0 0,-1 0 1,0-1-1,0 0 0,-12 20 0,-6 9 173,-32 41 0,26-40-184,13-23-32,0 0-1,0-1 0,-2-1 0,0 0 0,-1-1 0,-1-1 1,0-1-1,-36 20 0,-16 3 63,-96 35 1,113-51-79,26-11-44,-1-1 0,0-2 0,0-1 1,-1-1-1,0-2 0,0-1 1,0-1-1,-30-3 0,54 1 20,-1 0 0,1 0 1,-1-1-1,1 0 0,-1 0 0,1-1 0,0 0 1,0 0-1,0 0 0,1 0 0,-1-1 0,1 0 1,0-1-1,0 1 0,0-1 0,1 0 0,-1 0 1,1 0-1,0 0 0,-5-12 0,-7-11-26,2-1 0,1 0 0,-10-35 0,9 24 81,-52-160-5,57 165-36,2 0-1,2-1 0,-3-67 1,6 41-62,0 35 21,2 0 0,0 0 0,5-30-1,-2 47 38,0 1-1,1 0 0,0 0 0,1 1 1,-1-1-1,8-8 0,10-20 0,-15 24-21,1 0 0,1 1 0,0 0 0,0 0 0,1 1 0,1 1 0,0-1 0,0 2 0,1 0 0,0 0 0,1 1 0,0 0 0,19-7 0,55-49 168,-78 43-6076,3-4-1070,-11 16 1937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134 101 3409,'-2'0'10164,"-11"9"-8959,5 6-1159,-1 1-1,2 0 1,0 0 0,1 0 0,-7 29-1,-13 92-503,23-121 467,-36 250-90,85-461-1339,-9 49 1592,8 1-92,-44 141-80,-1 3 0,1 0-1,-1 0 1,0 0 0,1 0-1,-1-1 1,1 1-1,-1 0 1,1 0 0,-1 0-1,1 0 1,0 0-1,-1 1 1,1-1 0,0 0-1,0 0 1,0 0-1,0 1 1,0-1 0,0 0-1,0 1 1,1-2 0,-1 29 541,0 46-566,-4 0-1,-3 0 1,-23 107 0,20-144-93,4-20-11,1 0 0,1 1 0,-3 29 0,6-114-30,3 0 0,13-71 0,-4 72 171,1-9 111,2 1 0,42-118 0,-50 181 69,-3 18-60,-3 21 126,-1-27-248,-4 143 354,-28 177 1,-49 143-640,44-270-64,37-192 341,-4 21-69,6-29-261,11-53-113,-3 19 391,194-826 32,-201 850 27,-1 5-6,1 0 1,0 0-1,0 0 1,1 0-1,10-19 1,-14 31-3,0 0 1,0 0 0,0-1-1,0 1 1,0 0 0,0 0-1,0 0 1,0 0 0,0 0-1,0 0 1,0 0-1,0-1 1,0 1 0,0 0-1,0 0 1,0 0 0,0 0-1,0 0 1,1 0 0,-1 0-1,0-1 1,0 1 0,0 0-1,0 0 1,0 0-1,0 0 1,0 0 0,0 0-1,0 0 1,1 0 0,-1 0-1,0 0 1,0 0 0,0 0-1,0 0 1,0 0 0,0 0-1,0 0 1,1 0-1,-1 0 1,0 0 0,0 0-1,0 0 1,0 0 0,0 0-1,0 0 1,0 0 0,1 0-1,-1 0 1,0 0-1,0 0 1,0 0 0,0 0-1,0 0 1,0 0 0,0 0-1,0 0 1,1 0 0,-1 0-1,0 0 1,0 1 0,0-1-1,0 0 1,0 0-1,2 17 336,-2 11-165,-20 436 278,-4-262-1602,62-407 267,11-83 1097,-46 256-194,-4 25-12,1 0 0,1 0 0,0 0-1,0 0 1,0 0 0,0 0-1,1 0 1,1 1 0,5-13 0,-7 25 132,-8 611 206,7-616-354,0-1 0,0 1 0,-1-1 0,1 1 0,0-1 0,0 1-1,0-1 1,0 1 0,0 0 0,0-1 0,0 1 0,0-1 0,0 1-1,0-1 1,0 1 0,0 0 0,1-1 0,-1 1 0,0-1 0,0 1-1,1-1 1,-1 1 0,0-1 0,1 1 0,-1-1 0,0 1 0,1-1-1,-1 0 1,0 1 0,1-1 0,-1 0 0,1 1 0,-1-1 0,1 0 0,-1 1-1,1-1 1,-1 0 0,1 0 0,0 0 0,-1 1 0,1-1 0,-1 0-1,1 0 1,-1 0 0,1 0 0,0 0 0,-1 0 0,1 0 0,0 0-1,1-1-33,0 0-1,0-1 1,0 1-1,0 0 1,0-1-1,0 1 1,-1-1-1,1 0 1,-1 1-1,1-1 1,-1 0-1,3-4 1,8-16 9,-1-1 0,-1 0-1,-1 0 1,8-35 0,15-104 195,5-14 331,-25 155-430,-5 21 115,-1 15 231,11 84-307,-3 1 1,0 122-1,-15-213-131,2 32 24,-1-40-9,0 0 1,0 0-1,0 0 1,0 0-1,0 1 1,0-1-1,1 0 1,-1 0-1,0 0 1,1 0-1,-1 1 1,1-1-1,-1 0 1,1 0-1,0 0 1,-1 0-1,1 0 0,0 0 1,0-1-1,-1 1 1,1 0-1,0 0 1,2 1-1,-3-3-20,1 1-1,-1 0 1,1 0-1,-1 0 0,1-1 1,0 1-1,-1 0 1,1-1-1,-1 1 0,1 0 1,-1-1-1,1 1 1,-1-1-1,0 1 0,1-1 1,-1 1-1,1-1 1,-1 1-1,0-1 0,0 1 1,1-1-1,-1 1 1,0-1-1,0 0 0,0 1 1,1-1-1,-1 0 1,7-24-113,-6 20 51,44-289 77,-26 137 595,-18 150-520,-2 6-42,1-1 0,0 1-1,0-1 1,0 1 0,1-1 0,-1 1 0,0-1 0,1 1 0,-1-1 0,0 1 0,1-1 0,0 1-1,-1-1 1,1 1 0,0 0 0,0-1 0,0 1 0,0 0 0,0 0 0,2-2 0,-3 3 3,0 0 0,1 0 0,-1 0 1,0 0-1,1 1 0,-1-1 0,0 0 1,1 0-1,-1 0 0,0 1 0,0-1 1,1 0-1,-1 0 0,0 1 1,0-1-1,0 0 0,1 1 0,-1-1 1,0 0-1,0 1 0,0-1 0,0 0 1,0 1-1,0-1 0,1 0 0,-1 1 1,0-1-1,0 0 0,0 1 0,0-1 1,0 0-1,0 1 0,-1-1 1,1 1-1,0-1 0,20 169 842,19 201-915,-21-199-357,-14-158-53,0-17-177,3-24-167,-7 26 829,11-76-141,-3 0 1,-3-102 0,1-24 583,-6 191-388,0 11-57,0 0 0,-1 1 1,1-1-1,0 0 0,0 0 0,0 0 0,0 1 0,0-1 0,1 0 0,-1 0 1,1 1-1,-1-1 0,1 0 0,-1 0 0,1 1 0,0-1 0,1-2 0,-1 11 284,3 98-65,0-68-250,-2-1-1,-2 1 0,-2-1 0,-1 0 0,-14 68 1,11-85-47,3-7 14,0 0 0,-1 0-1,-1 0 1,0 0 0,0-1 0,-1 0 0,-14 20-1,20-31 50,0 1-1,-1-1 0,1 1 0,0-1 0,-1 1 1,1-1-1,0 1 0,-1-1 0,1 1 0,-1-1 1,1 1-1,0-1 0,-1 0 0,1 1 0,-1-1 1,1 0-1,-1 1 0,1-1 0,-1 0 0,0 0 1,1 0-1,-1 0 0,1 1 0,-1-1 0,1 0 1,-1 0-1,0 0 0,1 0 0,-1 0 0,1 0 0,-1 0 1,0 0-1,1-1 0,-1 1 0,1 0 0,-1 0 1,1 0-1,-1-1 0,1 1 0,-1 0 0,1 0 1,-1-1-1,1 1 0,-1-1 0,1 1 0,-1 0 1,1-1-1,0 1 0,-1-1 0,1 1 0,0-1 1,-1 1-1,1-1 0,0 1 0,0-1 0,-1 1 1,1-1-1,0 0 0,0 1 0,0-1 0,0 1 0,0-2 1,-6-41-252,6 40 234,-3-310-517,7 241 517,3 1 0,22-96 0,-20 135 6,1 1 0,21-44 0,-29 192 1539,-2-95-1399,0 39 160,-12 104-1,5-61-836,7-89-460,-1-58 433,15-264 601,-14 303-33,0-1 0,1 1 0,-1 0 0,1 0 0,-1 0 0,1 0 0,1 0 0,-1 0 0,0 0 0,1 0 0,0 0 0,0 1 0,0-1 0,0 1 0,6-7 0,-7 10 12,-1 0-1,1 0 1,-1 0-1,1 1 0,0-1 1,-1 0-1,1 0 1,-1 0-1,1 0 0,-1 1 1,1-1-1,-1 0 1,1 1-1,-1-1 0,1 0 1,-1 1-1,1-1 1,-1 1-1,1-1 1,-1 0-1,0 1 0,1-1 1,-1 1-1,0 0 1,1-1-1,-1 1 0,0-1 1,0 1-1,1-1 1,-1 1-1,0-1 1,0 1-1,0 0 0,0-1 1,0 1-1,0 0 1,0-1-1,0 1 0,0-1 1,0 2-1,4 28 199,0 44-338,-3 0 0,-3 0 0,-4-1 0,-2 1 0,-4-2 0,-42 140-1,49-197-11,-6 21-119,-2 0 0,-2-1 0,-20 36 0,31-63 186,0 0-1,-1-1 1,0 0-1,0 0 0,-1 0 1,0-1-1,0 0 1,0 0-1,-1 0 1,0-1-1,0 0 1,0 0-1,-1-1 1,1 0-1,-1 0 0,0-1 1,0 0-1,-1-1 1,-13 4-1,18-6 56,0 1 1,0-1-1,0 0 0,0-1 0,1 1 0,-1 0 1,0-1-1,0 0 0,0 0 0,1 0 0,-1-1 1,1 1-1,-1-1 0,1 1 0,-1-1 0,1 0 1,0-1-1,-4-3 0,2 1 9,1 0 0,-1 0 1,1-1-1,1 0 0,-1 0 0,1 0 1,0 0-1,0 0 0,-2-12 0,-2-11 20,2 0 0,1 0 0,-1-56 0,5 75-10,-2-58 14,3-1 0,3 0 0,4 1 0,2 0 0,30-106 0,-27 134 262,-7 33 934,-16 74 425,-112 353-293,27-112-463,82-260-701,8-33-358,0 0 1,2 0-1,0 1 1,-2 21-1,5-498-1321,0 460 1516,1 0-1,-1 0 1,0 0 0,0 0-1,0 0 1,-1 0 0,1 0-1,0-1 1,0 1 0,0 0-1,-1 0 1,1 0 0,-1 0-1,1 0 1,-1 0-1,1 0 1,-1 0 0,1 1-1,-2-3 1,1 3-4,1 0 0,-1 0 0,1 0-1,-1 0 1,0 0 0,1 0 0,-1 0 0,0 0 0,1 0-1,-1 0 1,1 0 0,-1 0 0,0 0 0,1 1 0,-1-1 0,1 0-1,-1 0 1,1 1 0,-1-1 0,1 0 0,-1 1 0,1-1-1,-1 0 1,0 1 0,-29 36-332,4 11-1305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0:24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532 366 1280,'0'0'2486,"0"1"-2935,0 4 306,0-4 138,2 1 8,1 0 1,0 1-1,1-1 1,-1 0-1,0-1 1,0 1 0,1-1-1,-1 1 1,1-1-1,-1 0 1,1 0-1,0-1 1,-1 1 0,1-1-1,0 0 1,-1 0-1,6 0 1,14-1 8136,19-18-7654,171-78 450,230-70 0,-378 151-741,1 3 0,115-8 0,24-4 56,-78 9-73,179-1 0,-279 23-156,0 2 0,-1 0-1,0 2 1,0 1 0,-1 1-1,-1 1 1,44 31 0,-67-43-21,43 30 34,-2 2-1,-1 2 1,-2 1 0,-2 2-1,37 48 1,26 26 28,-90-100-73,-1 0 1,0 0-1,-1 1 1,0 0-1,-1 1 1,0-1-1,-1 1 1,-1 1-1,0-1 1,4 22-1,13 165 105,-20-160-89,1 0 0,2 0 0,2-1 0,17 59 0,-10-49-3,-3 1 0,-1 0 0,-3 0 0,-2 1 0,-3 88 0,6 55 1,-4-159 12,-2 0 0,-1 0-1,-2 0 1,-2 0 0,-6 37-1,4-52 1,-1-1 1,-1 1-1,-1-2 0,0 1 0,-2-1 0,0 0 1,-1-1-1,-1-1 0,-24 30 0,-12 9 23,-100 91 0,122-126-27,-1-1 1,-1-1-1,0-2 0,-1-1 1,-1-1-1,-54 19 0,-6-7 170,-1-4 0,-1-4 0,-166 12 0,-292-18-86,445-13-170,39-5 86,-1-4 0,2-2 0,-1-3 1,2-3-1,-97-39 0,-88-22 263,217 69-298,1-2 0,-1-2 0,2-1 0,0-1 0,1-1 1,0-2-1,2-1 0,0-1 0,1-1 0,1-1 0,-28-33 0,23 22-15,2-2 0,2-2-1,1 0 1,2-1 0,1-2-1,2 0 1,-26-79-1,39 80 1,3 0-1,1 0 0,2 0 0,1 0 0,3 0 0,9-53 0,3 22 24,3 2 0,53-132 0,-17 55-26,124-310 33,-170 440-47,1 1 1,0 0-1,1 1 1,0 0-1,15-14 1,23-31 82,-14 6-7,-11 16-30,1 0 0,2 2 0,45-48 0,-58 75-12,0 0 1,1 0-1,0 1 0,-1 1 0,2 1 0,-1-1 0,0 2 0,1 0 0,0 1 0,0 1 0,0 0 1,-1 1-1,1 0 0,23 4 0,84-7 204,-117 2 24,46 0-785,-50 2 370,0 0-1,1 0 1,-1 0-1,0 0 1,0 1-1,1-1 1,-1 0-1,0 1 1,0-1-1,-1 1 1,1-1-1,0 1 1,0 0-1,-1-1 0,1 1 1,-1 0-1,1-1 1,-1 1-1,0 0 1,0-1-1,0 1 1,0 0-1,0 0 1,0-1-1,-1 4 1,1 23-4208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0:24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444 448 2865,'0'0'3518,"25"-29"-3232,74-88-74,-74 88 367,-25 37-271,-6 19-288,0 0-1,-2 0 0,0 0 0,-2-1 0,-1 0 0,-2-1 1,-27 44-1,-19 43-279,-48 117 0,-66 157-267,147-318 459,4 0-1,2 1 1,-18 120-1,37-188 63,0 1-1,1 0 0,0-1 0,-1 1 0,1 0 0,0 0 0,0-1 0,0 1 0,0 0 1,0 0-1,0-1 0,0 1 0,0 0 0,1 0 0,-1-1 0,1 1 0,0 0 0,-1-1 1,1 1-1,0 0 0,0-1 0,0 1 0,0-1 0,0 0 0,0 1 0,0-1 1,1 0-1,-1 0 0,2 2 0,0-3-22,0 1 1,0-1-1,0 0 1,0 0-1,0-1 1,0 1 0,0-1-1,0 1 1,-1-1-1,1 0 1,0 0-1,0 0 1,-1 0-1,1-1 1,3-2-1,92-72-645,66-105 743,-7-7 0,191-301 0,166-203 1075,-561 781-73,-543 749-2183,105-142 2079,485-696-990,0 0 1,0 0-1,0 0 1,0 0-1,0 0 1,0 0-1,0 0 1,0 0-1,0-1 1,-1 1 0,1 0-1,0 0 1,0 0-1,0 0 1,0 0-1,0 0 1,0 0-1,-1 0 1,1 0-1,0 0 1,0 0 0,0 0-1,0 0 1,0 0-1,0 0 1,-1 0-1,1 0 1,0 0-1,0 0 1,0 0-1,0 0 1,11-30-263,28-47 168,270-415-165,147-212-425,-413 653 664,-43 51 40,0 0 0,0 1 0,0-1 0,0 0 0,0 1 1,0-1-1,1 0 0,-1 0 0,0 1 0,0-1 0,0 0 0,1 1 0,-1-1 0,0 0 0,1 0 0,-1 1 0,0-1 0,0 0 0,1 0 0,-1 0 0,0 0 0,1 1 1,-1-1-1,0 0 0,1 0 0,-1 0 0,0 0 0,1 0 0,-1 0 0,1 0 0,-1 0 0,0 0 0,1 0 0,-1 0 0,0 0 0,1 0 0,-1 0 0,0 0 0,1-1 1,-1 1-1,0 0 0,1 0 0,-1 0 0,0 0 0,1-1 0,-1 1 0,0 0 0,0 0 0,1-1 0,-1 1 0,0 0 0,0 0 0,1-1 0,-1 1 0,0 0 0,0-1 0,0 0 1,-8 31-29,-77 105-111,-106 127 1,93-131 128,74-98 45,-393 501 1415,570-730-2048,140-236 1,-125 175 38,-68 102 300,-65 96 137,-32 52 85,-14 22 21,-287 372 59,76-104 392,-115 118 930,314-386-1327,25-35-346,-1 11 222,14-51 43,3 0 1,2 1-1,2 2 1,4 0-1,1 1 1,48-71-1,2-12-89,-6 1-31,-16 24 13,5 2 1,5 4-1,93-119 1,-142 215 290,-12 23-41,-12 26 75,-28 38-114,-2-1 1,-4-2-1,-3-2 1,-86 103-1,17-20 55,-16 23 47,54-77 336,4 2 1,4 4-1,-59 124 1,167-251-1245,54-66 602,-3-4-1,139-186 1,-21 25 125,-171 208-36,142-143 2,-165 174 33,1 1-1,0 0 0,1 1 0,0 1 0,0 1 0,2 0 0,-1 1 0,1 1 0,34-9 1,-50 16 14,1 0 1,-1 1 0,0-1 0,0 1 0,1 0 0,-1-1 0,0 2 0,1-1-1,-1 0 1,0 1 0,0-1 0,0 1 0,1 0 0,-1 0 0,0 0-1,0 1 1,0-1 0,0 1 0,-1 0 0,1-1 0,0 1 0,-1 0 0,1 1-1,-1-1 1,0 0 0,1 1 0,-1-1 0,0 1 0,-1 0 0,1 0 0,0-1-1,-1 1 1,0 0 0,0 0 0,1 1 0,-2-1 0,1 0 0,0 0-1,0 5 1,2 17 79,-1 0 0,-1 1-1,-1-1 1,-4 35-1,1-5-70,1-12 18,-1 0 0,-2 0 0,-2 0 0,-2-1 0,-24 68 0,-97 192 463,39-101 141,7-15 82,77-150-757,19-45-755,83-122 539,-5-5 0,89-180-1,-97 168 141,215-324 220,-307 509 988,-273 378-945,48-82-84,193-267-24,-28 44 219,-70 147 1,165-271-1505,24-32 1081,180-254-921,347-604 1,-552 863 1060,30-49 56,63-144 1,-140 276 147,-2 0 0,-52 66 0,9-14-156,-927 1399 1376,1020-1530-1987,237-376-269,-118 140 118,182-490 0,-318 742 803,-1-1 0,-1 1 0,-1-2 0,-1 1 0,1-35 0,-9 58 25,1 0 0,-1 0 0,0 0 0,1 1 0,-1 0 0,1 0 0,-1 0 0,1 0 0,0 0 0,0 1 0,0-1 0,0 1 0,1 0 0,-1 0 0,-2 4 0,-123 157 17,-196 331-1,92-127 126,148-247 8,29-44 293,2 2 1,-47 99 0,93-155-229,19-22-175,18-23-176,-1-2 1,-1-1 0,-2-1-1,0-1 1,27-40 0,-17 24 66,831-1083-1162,-811 1050 1037,-23 32 100,-8 13 33,-1-1 0,-2-1 0,-1-1 0,-1-1 0,-2-1 0,17-49 0,-36 85 39,0-1 1,0 1-1,-1-1 1,1 1-1,0-1 1,-1 1-1,1 0 1,-1 0-1,1 0 1,0 0-1,-1 0 0,1 0 1,0 0-1,-1 0 1,1 1-1,-1-1 1,1 1-1,0-1 1,0 1-1,-1-1 1,1 1-1,0-1 1,0 1-1,0 0 0,-1 0 1,1 0-1,0 0 1,0 0-1,0 0 1,1 0-1,-1 0 1,0 0-1,-1 2 1,-76 60 235,3 3 1,3 4-1,-69 85 1,-188 262 299,209-260-404,-156 225 142,256-344-485,30-54-84,0 1 1,1 0-1,1 1 0,0 0 0,1 1 0,21-17 0,25-27 206,59-90 39,116-189 0,3-6-517,-193 289-131,-44 54 634,0-1 0,0 1 0,0-1 0,0 0 0,0 1 0,0-1 0,0 1 0,0-1 0,0 0 0,0 1 0,0-1 0,0 1 0,0-1 0,0 0 0,0 1 0,0-1 0,1 0 0,-1 1 0,0-1 0,0 1 0,0-1 0,1 0 0,-1 1 0,0-1 0,0 0 0,1 0 0,-1 1 0,0-1 0,1 0 0,-1 0 0,0 1 0,1-1 0,-1 0 0,0 0 0,1 0 0,-1 1 0,0-1 0,1 0 0,-1 0 0,1 0 0,-1 0-1,0 0 1,1 0 0,-1 0 0,1 0 0,-1 0 0,0 0 0,1 0 0,-1 0 0,1 0 0,-1 0 0,0-1 0,1 1 0,-1 0 0,0 0 0,1 0 0,-1-1 0,0 1 0,1 0 0,-4 22-3,-2 1 1,-1-1-1,-1 0 1,0 0-1,-2 0 1,0-1-1,-2-1 0,-24 38 1,11-16 16,-307 522 949,-125 229 1105,450-783-1994,0 1 0,1 0 0,0 0 0,1 0 1,0 0-1,1 1 0,0-1 0,0 1 0,2 0 0,-1 20 0,2-32-71,0 0-1,0 1 0,0-1 1,0 0-1,0 1 1,0-1-1,0 0 1,0 1-1,0-1 0,0 0 1,0 1-1,1-1 1,-1 0-1,0 1 0,0-1 1,0 0-1,1 1 1,-1-1-1,0 0 1,0 0-1,1 0 0,-1 1 1,0-1-1,0 0 1,1 0-1,-1 0 1,0 1-1,1-1 0,-1 0 1,0 0-1,1 0 1,-1 0-1,0 0 0,1 0 1,-1 0-1,0 0 1,1 0-1,-1 0 1,0 0-1,1 0 0,-1 0 1,1 0-1,-1 0 1,0 0-1,1 0 1,-1 0-1,0-1 0,0 1 1,1 0-1,-1 0 1,0 0-1,1-1 0,-1 1 1,0 0-1,0 0 1,1-1-1,-1 1 1,0 0-1,0-1 0,23-5-87,-1-2-1,0 0 1,-1-1-1,0-2 1,0 0-1,-1-1 1,-1-1-1,0-1 0,0 0 1,-2-2-1,17-17 1,189-214-404,-203 223 446,95-120-407,-7-5-1,-6-5 1,154-313-1,-232 412 597,-22 48 62,-6 10 37,-44 74 353,30-48-761,-268 424 154,-248 442 1057,532-890-1025,-3 3 15,0 1-1,0 1 0,1-1 1,0 0-1,1 1 1,0 0-1,1 0 1,-1 0-1,2 0 0,-1 21 1,14-36-607,53-52 301,-3-4-1,-3-1 0,94-131 1,130-241 152,-189 282-212,433-758-320,-485 818 1251,-45 88 82,-13 21 78,-99 143 464,105-146-1440,-215 339 317,-268 566 0,472-876-115,10-23-20,0 0 1,2 1-1,0 0 1,1 0-1,1 1 1,1 0-1,-6 45 0,79-110-1913,24-57 1762,-6-5 0,-3-3 0,98-175 0,-108 168 64,401-692-484,-473 807 621,0 0-1,0 1 1,0-1-1,0 1 1,1-1-1,-1 1 1,0-1 0,0 0-1,0 1 1,1-1-1,-1 1 1,0-1-1,1 0 1,-1 1-1,0-1 1,1 0 0,-1 1-1,0-1 1,1 0-1,-1 0 1,0 1-1,1-1 1,-1 0 0,1 0-1,-1 0 1,1 1-1,-1-1 1,1 0-1,-1 0 1,0 0-1,1 0 1,-1 0 0,1 0-1,-1 0 1,1 0-1,-1 0 1,1 0-1,-1 0 1,1 0-1,-1-1 1,0 1 0,1 0-1,-1 0 1,1 0-1,-1-1 1,0 1-1,1 0 1,0-1 0,-9 64 335,-32 59-363,-5-3 1,-6-1 0,-105 179 0,42-83 2,-44 82 30,-135 292 734,285-569-710,1 1 0,1 0 0,1 0 0,1 0 1,0 0-1,1 1 0,1 26 0,2-46-57,0 0 0,1-1 1,-1 1-1,0 0 0,1 0 0,-1 0 0,1 0 1,-1-1-1,1 1 0,0 0 0,-1-1 0,1 1 0,0 0 1,-1-1-1,1 1 0,0-1 0,0 1 0,0-1 0,-1 1 1,1-1-1,0 0 0,0 1 0,0-1 0,0 0 1,0 0-1,0 1 0,0-1 0,0 0 0,0 0 0,0 0 1,0 0-1,-1 0 0,1-1 0,0 1 0,0 0 0,0 0 1,0-1-1,0 1 0,0 0 0,0-1 0,-1 1 0,1-1 1,1 0-1,48-20-409,-23 1 291,0-1 0,-1 0-1,-1-2 1,-2-1 0,37-47-1,104-163 73,-110 153 54,101-168 178,-10-6 0,156-384 0,-264 570 469,-33 70 388,-20 42-302,-243 514-141,105-234-472,100-214-61,34-74-47,1 0-1,2 1 1,2 0 0,1 1-1,2 1 1,1 0 0,2 1-1,-3 39 1,12-77-24,0-1 1,0 1-1,1-1 1,-1 1-1,0-1 1,1 0-1,-1 1 1,0-1-1,1 1 1,-1-1-1,1 0 1,-1 1-1,1-1 1,-1 0-1,1 0 1,-1 1-1,0-1 1,1 0-1,0 0 1,-1 0-1,1 0 1,-1 0-1,1 0 1,-1 1-1,1-1 1,-1 0-1,1 0 1,-1-1-1,1 1 1,-1 0-1,1 0 1,-1 0-1,1 0 1,-1 0-1,1-1 1,-1 1-1,1 0 1,-1 0-1,1-1 1,-1 1-1,1 0 1,-1-1-1,0 1 1,1 0-1,-1-1 1,1 1-1,-1-1 1,1 0-1,31-22-362,11-24 217,-2-1 0,-2-2 0,-3-2-1,48-88 1,109-252-474,-94 187 6,-31 69 694,74-211 0,-201 627 2275,-21-39-2310,33-109-137,6 2 0,5 1-1,-23 178 1,58-309 68,0 1 0,1 0 0,-1 0 0,1-1 0,0 1 0,0 0 1,1 0-1,-1-1 0,1 1 0,0 0 0,1 0 0,-1-1 0,4 9 0,-4-12 14,0-1-1,0 1 0,0-1 1,0 1-1,0-1 0,1 1 1,-1-1-1,0 0 0,0 0 0,0 1 1,0-1-1,0 0 0,0 0 1,1 0-1,-1 0 0,0 0 1,0 0-1,0-1 0,0 1 1,0 0-1,0-1 0,0 1 1,1 0-1,-1-1 0,0 0 1,0 1-1,-1-1 0,1 1 1,0-1-1,0 0 0,0 0 1,0 0-1,1-1 0,12-12-154,0 0 0,-1-1 0,0-1-1,20-33 1,37-86-155,-5-3 0,86-268 0,-128 339 291,22-71 208,-43 130 237,-2 22 404,-5 44-680,-3-2 0,-3 1 0,-2-1 0,-35 95-1,-1 9-33,12-32 28,17-69-16,3 1-1,2 1 1,4 0-1,-7 97 1,18-151-260,7-19-409,104-176 139,-8-4 0,109-288 0,-203 458 463,-4 7 58,0 0 1,1 1-1,1 0 1,1 0 0,0 1-1,13-18 1,-21 58 1335,-12 20-1326,-2-1 1,-2 0-1,-2-1 0,-26 45 1,-25 67-28,14-11 287,-54 220 1,138-460-982,61-140 1,9-21 299,-57 150 91,-30 82 176,-2-1 0,0 0 0,-2-1 1,-1 0-1,0 0 0,4-43 0,-11 153-285,-4-1-1,-22 134 1,-4-61-959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0 337 3529,'0'0'7081,"3"-5"-6923,7-16 68,1 1 1,1 0-1,0 0 1,2 1 0,20-22-1,-27 34-144,0 0 0,1 1-1,0-1 1,0 2 0,0-1 0,0 1-1,1 0 1,0 1 0,0 0 0,0 1-1,1-1 1,-1 2 0,1-1-1,-1 1 1,18 0 0,-13 1-80,3 0 16,-1 0 0,29 4 1,-40-2-13,1 0-1,-1 0 1,0 1 0,1 0 0,-1 0 0,0 0 0,0 0 0,0 1 0,0 0 0,0 0 0,7 7 0,1 3 17,0 0 1,-2 0-1,1 1 0,-2 1 1,0 0-1,0 1 1,-2-1-1,0 2 0,0-1 1,-2 1-1,0 0 0,-1 1 1,-1-1-1,0 1 1,-2 0-1,2 36 0,-4-20 32,1-12-23,-1-1 0,-1 1-1,0-1 1,-2 1 0,-6 22-1,7-38-32,0 1 0,-1-1-1,0 0 1,0 1 0,-1-1-1,1-1 1,-1 1-1,-1 0 1,1-1 0,-1 0-1,0 0 1,0-1-1,0 1 1,-1-1 0,1 0-1,-1 0 1,0-1 0,0 0-1,-1 0 1,-8 3-1,4-2 4,0-1 0,-1-1-1,1 1 1,-1-2 0,1 0 0,-1 0-1,0-1 1,0 0 0,1-1-1,-1-1 1,-13-2 0,16 1 40,0 1 0,-1-1 1,2 0-1,-1-1 0,0 0 0,1-1 1,-1 0-1,1 0 0,1 0 1,-1-1-1,1 0 0,0-1 1,0 0-1,-6-8 0,1-2-43,1 0 1,1 0-1,0-1 0,1 0 0,2-1 1,-1 0-1,-4-22 0,6 9-47,0 0 0,3 0 0,0-54-1,3 83 31,0-1 0,0 0 1,0 0-1,1 0 0,0 1 0,0-1 0,0 0 0,0 1 0,0-1 0,1 1 0,0-1 0,0 1 0,0 0 0,0 0 0,0 0 0,0 0 0,1 0 0,-1 0 0,5-3 0,-1 2-3,-1 1 0,1-1 0,0 1 0,0 1 1,0-1-1,0 1 0,1 0 0,-1 0 0,1 1 0,10-2 0,-5 2-2,0 1-1,0-1 1,0 2-1,0 0 0,-1 0 1,1 1-1,0 1 0,0 0 1,-1 0-1,0 1 1,1 1-1,12 6 0,-18-7 13,0 1-1,-1-1 0,1 1 1,-1 0-1,0 0 1,0 1-1,0 0 1,-1 0-1,0 0 0,0 0 1,0 0-1,-1 1 1,0 0-1,0-1 0,1 9 1,0 5 74,0 0-1,-2 0 1,0 0 0,-2 26-1,0-39-44,-1 0 0,0 1 0,-1-1 0,1 0 0,-1 0 0,-1 0 0,1 0 0,-1 0 0,0 0 0,-1-1 0,0 0 0,0 0 0,0 0 0,-1 0 0,1 0 0,-2-1 0,1 0 0,0 0 0,-13 8 0,9-7-23,0 0 1,0 0-1,-1-2 1,0 1-1,0-1 1,0 0-1,-1-1 0,1 0 1,-1-1-1,1 0 1,-1-1-1,0 0 1,-12-1-1,21 0 19,-1 0 0,1-1 0,0 1-1,-1-1 1,1 1 0,0-1 0,-1 0 0,1 0-1,0 0 1,0 0 0,0 0 0,0-1 0,0 1-1,0-1 1,0 1 0,1-1 0,-1 1-1,-1-4 1,0 1-7,0-1 0,0 1 0,1-1-1,-1 0 1,1 0 0,1 0 0,-3-10-1,0-7-25,1 0-1,2 0 1,0-25-1,1 36 28,1-4-37,0 1 0,1 0 1,1 0-1,0 0 0,1 0 0,0 1 1,1-1-1,0 1 0,1 0 0,1 1 1,0-1-1,1 1 0,0 1 0,1 0 1,0 0-1,1 0 0,0 1 0,0 1 1,20-14-1,-28 21-2,1 0 0,0 0 0,0 0-1,1 0 1,-1 1 0,0 0 0,0-1 0,1 1 0,-1 1 0,1-1-1,-1 0 1,1 1 0,-1-1 0,1 1 0,-1 0 0,1 1 0,-1-1-1,1 0 1,-1 1 0,1 0 0,4 2 0,-5-1 37,1 0 0,-1 0-1,0 0 1,-1 1 0,1 0 0,0-1 0,-1 1 0,1 0-1,-1 0 1,0 1 0,0-1 0,0 0 0,-1 1 0,1-1 0,-1 1-1,0-1 1,0 1 0,0 0 0,0 4 0,5 19 88,-1 1-1,-2 0 1,-1 1 0,-1-1 0,-2 0 0,-1 0 0,-1 0-1,-1 0 1,-1 0 0,-2 0 0,0-1 0,-2 0 0,-20 40-1,28-65-93,0 1 0,0-1 0,0 0 0,-1 1 0,1-1 0,-1 0 0,1 0 0,-1 0 0,0 0 0,0-1 0,1 1 0,-2 0 0,1-1 0,0 1 0,0-1 0,0 0 0,-1 1-1,1-1 1,0-1 0,-1 1 0,1 0 0,-1 0 0,-2 0 0,2-2-3,1 1 0,-1-1 0,1 1-1,-1-1 1,1 0 0,0 0 0,-1 0 0,1 0-1,0 0 1,0 0 0,-1-1 0,1 1 0,0-1-1,0 1 1,1-1 0,-1 0 0,0 0 0,0 0 0,1 0-1,-1 0 1,1 0 0,-2-5 0,-6-9 3,2 0 1,0-1-1,0 0 0,2 0 1,0-1-1,1 0 0,-2-18 1,-1-129-23,7 161 21,0 1-15,0 1 0,0-1 1,0 0-1,0 0 1,0 1-1,1-1 0,0 0 1,-1 1-1,1-1 0,0 0 1,0 1-1,0-1 0,0 1 1,1-1-1,-1 1 1,1 0-1,-1 0 0,1 0 1,0 0-1,4-4 0,-2 4-21,0 0 0,0 0 0,1 0 0,-1 1-1,0 0 1,1 0 0,-1 0 0,1 0 0,-1 1-1,1-1 1,8 2 0,-11-1 39,0 0 0,1 1 0,-1 0 0,0 0 0,0 0 0,1 0 1,-1 0-1,0 0 0,0 0 0,0 1 0,0-1 0,-1 1 0,1-1 0,0 1 0,-1 0 0,1 0 0,-1 0 1,1-1-1,-1 2 0,0-1 0,0 0 0,0 0 0,0 0 0,0 0 0,1 5 0,1 2 57,-1 1 0,1-1 0,-2 0 0,1 1 0,-1 14 0,0-1 139,-2 0 0,-5 32 0,4-48-169,1 0-1,-1 0 1,0 0-1,-1-1 1,0 1 0,0-1-1,0 1 1,-1-1-1,0 0 1,0 0-1,0-1 1,-6 6 0,9-9-31,0-1 1,-1 0 0,1 1 0,0-1 0,-1 0 0,1 0 0,-1 0 0,1 0 0,-1 0 0,0 0 0,1 0 0,-1 0 0,0-1 0,0 1 0,1-1 0,-1 1 0,0-1-1,0 0 1,0 0 0,0 1 0,0-1 0,1-1 0,-1 1 0,0 0 0,-2-1 0,1 0-6,0-1 1,1 1 0,0-1-1,-1 0 1,1 0-1,0 0 1,0 0-1,0 0 1,0 0-1,0-1 1,0 1-1,1-1 1,-1 1-1,-1-4 1,-3-8-25,0-1 1,1 0-1,1 0 1,-5-26-1,5 16-69,1 1 0,1-1 0,1 0 0,1 0-1,2 0 1,6-37 0,-7 55 71,0 1-1,1 0 1,0 0 0,0-1-1,0 1 1,1 0 0,0 1 0,0-1-1,0 0 1,1 1 0,0 0-1,0 0 1,1 0 0,-1 0-1,1 1 1,0 0 0,0 0 0,0 0-1,1 0 1,-1 1 0,1 0-1,0 0 1,0 1 0,0-1-1,0 1 1,0 1 0,1-1-1,-1 1 1,12-1 0,-12 1 4,1 1 1,-1 0 0,0 0-1,1 0 1,-1 1-1,0 0 1,0 0-1,0 0 1,0 1-1,0 0 1,0 0 0,0 1-1,0-1 1,-1 1-1,1 1 1,-1-1-1,0 1 1,0 0 0,0 0-1,-1 0 1,1 0-1,-1 1 1,0 0-1,-1 0 1,1 0-1,-1 1 1,0-1 0,0 1-1,0-1 1,-1 1-1,0 0 1,0 0-1,2 12 1,-1-1 93,-1-1 0,-1 1 0,0 0 1,-1 0-1,-1-1 0,0 1 0,-1-1 0,-1 1 0,-1-1 0,0 0 0,-1 0 1,-1 0-1,0-1 0,-1 1 0,-1-2 0,0 1 0,-1-1 0,-16 18 1,22-28-48,0-1 0,0 1 0,0-1 0,-1 0 1,0-1-1,1 1 0,-1-1 0,0 1 0,0-1 1,-1 0-1,1-1 0,-7 3 0,9-4-33,-1 1 0,1-1 0,-1 0-1,1 0 1,-1 0 0,1 0 0,-1 0 0,1-1-1,-1 1 1,1-1 0,-1 0 0,1 1 0,-1-1-1,1 0 1,0 0 0,0-1 0,-1 1 0,1 0-1,0-1 1,0 1 0,0-1 0,1 0 0,-1 0-1,0 0 1,-1-2 0,-5-8 3,0 0 0,1-1 0,0 0 1,1-1-1,1 1 0,0-1 0,0 0 0,2 0 0,0-1 0,-1-15 1,-2-26-34,3-71 0,3 100 5,0 13 23,1 1 0,0-1 0,0 1 0,1-1 0,1 1 0,0 0 0,1 0 0,10-23 1,-12 33-5,0-1 1,0 1-1,0 0 1,1 0 0,-1 0-1,1 0 1,-1 0 0,1 1-1,0-1 1,0 1 0,1 0-1,-1 0 1,0 0 0,7-3-1,-5 4 0,0 0 0,0 0-1,0 0 1,0 1 0,0 0-1,0 0 1,0 0 0,0 1-1,0-1 1,-1 1 0,1 0-1,0 1 1,0-1 0,7 4-1,-2 0 31,1 1-1,-1 1 1,0-1-1,0 2 0,0-1 1,-1 1-1,-1 1 1,1 0-1,-1 0 0,-1 0 1,0 1-1,0 0 1,9 19-1,-4-6 15,-2 2 0,0-1 0,-1 1 0,-1 1 0,5 35 0,-8-24 182,-2 1-1,-1 0 0,-4 45 0,2-78-155,-1-1 0,1 0 0,-1 1 0,0-1 1,0 0-1,0 0 0,-1 0 0,1 0 0,-1 0 0,0 0 1,0 0-1,-1 0 0,1-1 0,-1 1 0,1-1 0,-1 0 1,0 0-1,0 0 0,-1 0 0,1 0 0,-1-1 1,-7 5-1,8-6-44,-1 0 0,1 0 1,-1 0-1,0 0 0,1 0 0,-1-1 1,0 0-1,0 0 0,1 0 1,-1 0-1,0 0 0,0-1 0,1 1 1,-1-1-1,0 0 0,1-1 1,-1 1-1,1 0 0,-1-1 0,1 0 1,0 0-1,0 0 0,-1 0 0,2 0 1,-1-1-1,-3-3 0,-4-4 6,0-1 1,1 0-1,0-1 0,1 0 0,0-1 0,1 1 0,1-1 0,0-1 1,-8-26-1,7 14-67,2 0 0,0 0 1,2 0-1,0-43 1,3 68 30,0 0 0,0 1 1,0-1-1,0 0 1,1 0-1,-1 0 0,0 0 1,0 0-1,1 0 1,-1 0-1,1 1 0,-1-1 1,1 0-1,-1 0 1,1 0-1,0 1 0,-1-1 1,1 0-1,0 1 1,-1-1-1,1 1 0,0-1 1,0 1-1,0-1 1,0 1-1,-1-1 0,2 1 1,35-5-212,-30 6 236,-1-1 0,1 1-1,-1 0 1,1 1 0,-1 0 0,1 0-1,-1 0 1,0 1 0,7 3 0,-7 0 15,0 0-1,-1 0 1,1 1 0,-1 0 0,0 0-1,-1 0 1,0 1 0,0-1 0,-1 1-1,0 0 1,0 0 0,0 0 0,-1 1-1,-1-1 1,1 0 0,-1 1 0,-1-1-1,0 1 1,0-1 0,0 1 0,-1-1 0,-3 11-1,3-9 36,0-1 0,-1 0-1,-1 1 1,0-1 0,0 0-1,0 0 1,-1-1-1,-1 1 1,1-1 0,-2 0-1,1 0 1,-1 0 0,0-1-1,0 0 1,-1 0 0,0 0-1,0-1 1,-1 0-1,-15 9 1,21-14-52,-1 0-1,1 0 1,-1 0 0,0 0-1,0 0 1,0 0-1,1-1 1,-1 1 0,0-1-1,0 0 1,0 0-1,0 0 1,0 0 0,0-1-1,0 1 1,1-1-1,-1 1 1,0-1 0,0 0-1,1 0 1,-1 0-1,0-1 1,1 1 0,-1-1-1,1 1 1,0-1-1,-1 0 1,1 0 0,0 0-1,0 0 1,0 0-1,1-1 1,-1 1 0,0 0-1,1-1 1,-1 1-1,1-1 1,0 0 0,-1-3-1,-3-8-15,0 0 0,1 0 0,0 0 1,1-1-1,1 0 0,-1-18 0,3 31 8,-1-20-16,0 0 1,1 0-1,2 0 0,5-35 0,-6 52-14,0 0-1,1 0 1,-1 1-1,1-1 1,0 0-1,0 1 1,0 0-1,1-1 1,0 1-1,-1 0 1,2 0-1,-1 0 1,0 1-1,1-1 1,-1 1-1,1-1 1,0 1-1,0 1 1,1-1-1,-1 1 1,0-1-1,1 1 1,-1 0-1,1 1 1,0-1 0,0 1-1,5-1 1,-4 0 27,0 1 1,0 0-1,0 1 1,0-1 0,0 1-1,0 0 1,0 1 0,0-1-1,0 1 1,0 1 0,0-1-1,0 1 1,-1 0 0,1 0-1,-1 0 1,1 1 0,-1 0-1,0 0 1,0 0 0,0 1-1,0 0 1,-1 0 0,1 0-1,-1 0 1,0 1 0,0-1-1,-1 1 1,0 0 0,1 1-1,-2-1 1,1 0 0,0 1-1,-1-1 1,2 10-1,0-2 77,0-1 0,-1 1-1,-1 0 1,0 0-1,-1 0 1,0 0 0,-1 0-1,-1 0 1,0 0 0,0 0-1,-1-1 1,-1 1-1,0 0 1,-1-1 0,-1 0-1,1 0 1,-2 0-1,0 0 1,0-1 0,-1 0-1,-1 0 1,1-1-1,-2 0 1,1 0 0,-12 9-1,16-15-42,0-1 1,0 0-1,0 0 0,0 0 0,0-1 1,0 1-1,-1-1 0,1 0 0,-1-1 1,0 1-1,0-1 0,1 0 0,-1 0 1,0 0-1,0 0 0,0-1 0,0 0 0,0 0 1,0-1-1,0 1 0,0-1 0,0 0 1,1 0-1,-1-1 0,0 1 0,1-1 1,-1 0-1,1-1 0,-1 1 0,1-1 1,0 1-1,0-1 0,0-1 0,0 1 1,1 0-1,-1-1 0,1 0 0,0 0 1,-4-6-1,-1-8-59,0-1 0,1 0 0,1 0 0,1 0 0,1-1 0,0 1 0,2-1 0,0 0 1,1 0-1,1 0 0,1 0 0,1 0 0,7-34 0,-7 49-8,0-1 0,1 1 0,0 0-1,0 0 1,0 0 0,1 1 0,-1-1 0,1 1 0,0 0 0,1 0-1,-1 0 1,0 1 0,1-1 0,0 1 0,0 0 0,0 0 0,0 1 0,1-1-1,-1 1 1,1 1 0,-1-1 0,1 1 0,0 0 0,-1 0 0,12 0 0,-8 0 12,0 1 0,0 0 1,0 1-1,0 0 1,0 0-1,0 1 1,-1 0-1,1 0 1,0 1-1,-1 0 1,0 1-1,0 0 0,0 0 1,0 1-1,-1 0 1,8 6-1,-9-5 32,0 1-1,0 0 0,-1 0 0,1 1 1,-2 0-1,1 0 0,-1 0 1,0 0-1,-1 1 0,0-1 0,0 1 1,-1 0-1,0 0 0,-1 0 1,0 0-1,0 0 0,-1 0 0,0 0 1,-1 0-1,1 0 0,-2 0 1,1 0-1,-2 0 0,1 0 0,-6 13 1,2-8 100,1-1 1,-2 0-1,0 0 0,0-1 1,-1 0-1,-1 0 1,0-1-1,0 0 1,-1-1-1,0 0 0,-1 0 1,0-1-1,-1-1 1,0 0-1,-18 9 1,24-14-83,0 0 1,0-1-1,-1 0 1,1-1-1,-1 0 1,1 0-1,-1 0 1,0 0-1,1-1 1,-12-1-1,15 0-20,-1 1-1,0-1 1,0 0-1,0 0 1,0-1-1,1 1 1,-1-1 0,1 1-1,-1-1 1,1-1-1,0 1 1,-1 0-1,1-1 1,0 1-1,1-1 1,-1 0-1,-4-6 1,0-3-2,0 0-1,1 0 1,1 0 0,0-1-1,1 0 1,0 0 0,-3-26-1,2-1-45,2-56-1,3 85 19,1-1 0,0 1 0,0-1 0,1 1-1,1 0 1,0-1 0,1 1 0,0 0 0,0 1 0,1-1 0,0 1 0,1 0-1,1 0 1,9-12 0,-10 16-44,0-1-1,1 1 1,0 0 0,0 1-1,0 0 1,1 0 0,0 0-1,0 1 1,0 0 0,0 1-1,1 0 1,-1 0-1,1 1 1,0 0 0,-1 0-1,1 1 1,0 0 0,0 1-1,10 0 1,-16 0 66,0 0-1,0 1 1,-1-1-1,1 1 1,0 0-1,0-1 1,-1 1 0,1 0-1,0 1 1,-1-1-1,1 0 1,-1 1 0,0-1-1,1 1 1,-1 0-1,0 0 1,0 0 0,0 0-1,2 3 1,-1 0 19,0-1 1,-1 1-1,0 0 1,0 0-1,0 0 1,0 0 0,-1 0-1,0 1 1,1 9-1,-1-1 74,-1 0 0,0 0 0,-1 0 0,-1-1 0,0 1 0,-1 0 0,-6 19 0,4-20 55,-1 0 0,0-1 0,0 0 1,-2 0-1,-15 20 0,19-28-97,1 0-1,-1 0 1,0 0-1,0 0 1,0-1-1,0 1 1,-1-1-1,0 0 1,1-1 0,-1 1-1,0-1 1,0 0-1,0 0 1,-1 0-1,1-1 1,0 0-1,-10 1 1,13-2-43,0 0 0,0-1 0,0 1 0,0 0 0,0-1 0,0 0 0,0 1 0,0-1 0,0 0 0,0 0 0,0 0 0,0 0 0,0 0 0,1-1 0,-1 1 0,0-1 0,1 1 0,-3-3 1,1-1-8,-1 0 1,1 0-1,0 0 1,0 0-1,1-1 1,-4-9-1,1-4-26,0-1 0,1 1 1,-1-26-1,3 14-65,0 1 1,2 0-1,2-1 1,6-38-1,-6 57 34,1 0 0,1 0-1,-1 0 1,2 0 0,0 1-1,0-1 1,1 1-1,0 1 1,1-1 0,0 1-1,1 0 1,0 1 0,12-12-1,-15 17 30,-1 1 0,1-1 0,0 1 0,0 0-1,0 1 1,0-1 0,0 1 0,1 0 0,-1 0 0,1 1-1,-1-1 1,1 1 0,0 1 0,-1-1 0,1 1-1,0 0 1,0 0 0,-1 0 0,1 1 0,0 0 0,0 0-1,-1 1 1,1 0 0,-1-1 0,0 2 0,1-1-1,-1 1 1,0 0 0,0 0 0,-1 0 0,1 0 0,-1 1-1,1 0 1,-1 0 0,0 0 0,-1 1 0,1-1-1,-1 1 1,0 0 0,0 0 0,4 9 0,0 3 162,-1 0 1,0 0 0,-1 1-1,-1 0 1,-1 0-1,-1 0 1,0 1 0,-1-1-1,-1 0 1,-1 1-1,-1-1 1,0 0 0,-1 0-1,-1 0 1,-1 0-1,0 0 1,-2-1 0,0 0-1,0-1 1,-2 1-1,0-1 1,-1-1 0,0 0-1,-20 21 1,27-32-77,-1-1-1,1 1 1,-1-1 0,0 0 0,0-1 0,0 1 0,-1-1 0,1 1-1,0-1 1,-1 0 0,0-1 0,1 1 0,-8 0 0,9-1-43,0-1 0,0 0 0,0 0 0,0-1 1,0 1-1,0-1 0,-1 1 0,2-1 0,-1 0 1,0 0-1,0 0 0,0-1 0,0 1 0,1-1 1,-1 1-1,0-1 0,1 0 0,0 0 0,-1 0 1,1 0-1,-3-5 0,-5-6-23,1 0 1,0-1-1,1 0 1,1-1-1,0 0 1,1 0-1,0 0 1,2-1-1,-6-28 1,4-1-218,1 0 1,2-57 0,3 101 198,0 0 1,0 0-1,1 1 1,-1-1-1,0 0 0,0 0 1,1 0-1,-1 1 0,1-1 1,-1 0-1,1 1 0,-1-1 1,1 0-1,-1 1 0,1-1 1,-1 1-1,1-1 1,0 1-1,-1-1 0,1 1 1,0-1-1,0 1 0,-1 0 1,1-1-1,0 1 0,0 0 1,-1 0-1,1-1 0,0 1 1,0 0-1,0 0 1,0 0-1,-1 0 0,1 0 1,0 0-1,0 0 0,0 1 1,-1-1-1,3 1 0,1-1 2,-1 1-1,1 0 1,0 0-1,0 0 1,0 0-1,-1 1 1,1-1-1,5 4 0,-2 1 42,-1 0 0,1 0 0,-1 0 0,-1 1 0,1 0 0,-1 0 0,0 0 0,-1 1 0,1-1 0,-2 1-1,1 0 1,-1 0 0,4 15 0,-4-8 58,0 0 1,-1 0-1,0 0 0,-1 0 0,-1 0 0,0 0 0,-4 22 1,3-32-24,-1 1 0,1-1 0,-2 0 0,1 1 0,0-1 1,-1 0-1,0 0 0,0-1 0,0 1 0,-1-1 0,0 1 1,0-1-1,0 0 0,0 0 0,-1-1 0,1 1 0,-1-1 1,-9 5-1,12-7-48,-1 0 0,0 1 1,0-1-1,0 0 0,0 0 0,0-1 1,0 1-1,0-1 0,0 1 1,0-1-1,0 0 0,0 0 0,0 0 1,0-1-1,0 1 0,0-1 1,0 1-1,0-1 0,0 0 0,0 0 1,1 0-1,-1-1 0,0 1 0,1-1 1,-1 1-1,1-1 0,-1 0 1,1 0-1,0 0 0,0 0 0,0-1 1,0 1-1,0-1 0,0 1 1,0-1-1,-1-3 0,-4-8-3,1 0 1,0-1-1,1 0 0,0 0 0,1 0 0,-3-26 1,1-97-63,6 134 46,0 0 0,0 0 0,0 0 0,1 0 0,-1 0 0,1 0 0,0 0 0,0 0 0,0 1 0,1-1 0,2-5 0,-2 7-31,-1 0-1,1 0 1,0 1-1,0-1 1,0 1 0,0 0-1,0 0 1,0-1-1,0 1 1,0 0-1,0 1 1,1-1 0,-1 0-1,0 1 1,1-1-1,-1 1 1,0 0 0,1 0-1,-1-1 1,5 2-1,-1 0 43,0-1-1,-1 1 1,1 1-1,-1-1 1,1 1-1,-1 0 1,1 0-1,-1 0 1,0 1-1,0 0 1,0 0-1,-1 0 1,1 1-1,-1 0 1,1-1-1,-1 2 1,-1-1-1,1 0 1,0 1-1,-1-1 1,0 1-1,0 0 1,0 0-1,-1 1 1,3 8-1,1 1 98,-1 0 1,0 1-1,-1-1 0,-1 1 0,-1 0 0,0 0 0,-1 0 0,-2 21 1,1-30 8,-2 1 0,1-1 0,-1 0 0,-1 0 0,1 1 1,-1-2-1,0 1 0,-1 0 0,1-1 0,-1 1 1,-8 8-1,9-12-66,1 0 1,0 0-1,-1 0 1,0 0-1,1-1 1,-1 0-1,0 1 1,-1-1-1,1 0 1,0-1 0,0 1-1,-1 0 1,1-1-1,-1 0 1,0 0-1,1 0 1,-1 0-1,0-1 1,1 1-1,-1-1 1,0 0-1,0 0 1,1 0-1,-6-1 1,7 0-37,0 0 0,0 0-1,0 0 1,0 0 0,1-1 0,-1 1 0,0 0 0,1-1-1,-1 1 1,0-1 0,1 0 0,0 1 0,-1-1-1,1 0 1,0 0 0,0 0 0,0 0 0,0 0 0,-1-4-1,-10-44-91,10 40 53,-2-12-41,1-1 0,0-30 0,3 46 53,0-1-1,1 1 1,0-1-1,0 1 0,0 0 1,1 0-1,0-1 1,0 1-1,1 0 1,6-11-1,-7 15-2,0 1 0,0-1 0,1 1 0,-1 0-1,0 0 1,1 0 0,0 0 0,-1 0 0,1 0 0,0 1-1,0-1 1,0 1 0,0 0 0,0 0 0,0 0-1,1 0 1,-1 1 0,0-1 0,0 1 0,0 0 0,1 0-1,-1 0 1,0 0 0,1 0 0,-1 1 0,4 0-1,-1 1 26,0-1 1,-1 1-1,1 0 0,0 0 0,0 1 0,-1 0 0,0 0 0,1 0 0,-1 1 0,0-1 0,0 1 0,5 7 0,-2-1 89,-2 0-1,1 0 0,-1 1 0,-1 0 0,0 0 0,-1 0 0,0 1 1,0 0-1,-2 0 0,1 0 0,-1 0 0,-1 0 0,0 13 0,-1-16 20,0-1-1,0 1 0,-1 0 1,0 0-1,0 0 0,-1 0 1,0-1-1,-1 1 0,0-1 0,0 1 1,-1-1-1,0 0 0,0 0 1,-1-1-1,0 1 0,0-1 0,-1 0 1,-7 6-1,12-12-97,1 0 0,-1 0-1,0 0 1,0 0 0,0 0 0,0 0 0,0-1-1,0 1 1,0 0 0,0-1 0,0 1-1,-1-1 1,1 1 0,0-1 0,0 1 0,0-1-1,-1 0 1,1 0 0,0 1 0,0-1-1,-1 0 1,1 0 0,0 0 0,-1-1 0,1 1-1,0 0 1,0 0 0,-1-1 0,1 1-1,0-1 1,0 1 0,0-1 0,0 1 0,0-1-1,0 0 1,0 1 0,0-1 0,0 0-1,0 0 1,0 0 0,0 0 0,0 0 0,0 0-1,1 0 1,-1 0 0,0 0 0,1 0-1,-1-2 1,-3-6-86,1 0-1,0-1 1,0 1 0,-2-20-1,-3-23-114,4 0 0,1 0 0,5-55 0,-2 102 173,1 0-1,-1 0 1,1 0-1,0 0 1,1 0-1,-1 0 1,1 0-1,0 1 1,0-1-1,1 0 0,3-5 1,-5 9 6,1 0 0,-1-1 0,0 1 0,1 0 0,-1 0-1,0 0 1,1 0 0,-1 0 0,1 1 0,0-1 0,-1 0 0,1 1 0,0-1 0,-1 1 0,1-1 0,0 1-1,-1 0 1,1 0 0,0 0 0,0 0 0,-1 0 0,1 0 0,0 0 0,0 1 0,-1-1 0,1 0 0,0 1-1,-1 0 1,1-1 0,-1 1 0,1 0 0,-1 0 0,1 0 0,-1 0 0,1 0 0,-1 0 0,2 2 0,5 4 45,-1 0 0,0 0 1,0 1-1,-1-1 1,0 1-1,0 1 1,-1-1-1,0 1 1,0 0-1,-1 1 1,-1-1-1,1 0 0,2 17 1,0 2 271,-1 0-1,-2 0 1,0 47 0,-3-73-306,1 0 0,-2 0 0,1 0 0,0 0 0,0 0 1,-1 0-1,1 0 0,-1 0 0,1 0 0,-1 0 1,0 0-1,0 0 0,0-1 0,0 1 0,0 0 1,0-1-1,-1 1 0,1 0 0,0-1 0,-1 0 0,1 1 1,-1-1-1,0 0 0,1 0 0,-1 0 0,0 0 1,0 0-1,0 0 0,0 0 0,0-1 0,1 1 1,-1-1-1,0 1 0,-4-1 0,-1 1-428,0-1-1,0 0 1,0 0 0,0-1-1,-1 0 1,1 0-1,1-1 1,-14-5 0,-20-13-3899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0 836 6833,'0'0'6773,"4"-18"-5944,29-125 1178,83-304 20,-102 395-1984,-12 41-52,0 1 0,0-1 0,1 1 0,1 0-1,0 0 1,0 0 0,1 1 0,0-1 0,0 1 0,9-11 0,-5 31-191,-4 5 246,-1 0 1,0 0-1,-1 1 0,-1-1 1,0 19-1,5 30 167,0-20-102,2 9 65,4 94-1,-13-147-184,0 0 0,0 0-1,0 0 1,0 0-1,0 0 1,0-1 0,0 1-1,0 0 1,0 0 0,1 0-1,-1 0 1,0-1-1,0 1 1,1 0 0,-1 0-1,1 0 1,-1-1-1,0 1 1,1 0 0,-1-1-1,1 1 1,0 0 0,0 0-1,0-1-26,0-1 1,0 1-1,-1 0 1,1-1-1,0 1 0,0-1 1,-1 1-1,1-1 0,0 0 1,-1 1-1,1-1 0,0 0 1,-1 1-1,1-1 0,-1 0 1,0 0-1,1 0 0,-1 1 1,1-1-1,-1 0 0,0 0 1,0 0-1,0 0 1,1 0-1,-1-1 0,113-354 155,-107 336-124,1 0-1,0 0 1,2 1 0,20-35-1,-29 53-2,0 1 0,0 0 1,0-1-1,1 1 0,-1 0 0,0-1 0,0 1 0,0 0 1,1-1-1,-1 1 0,0 0 0,1 0 0,-1-1 0,0 1 0,0 0 1,1 0-1,-1-1 0,0 1 0,1 0 0,-1 0 0,1 0 0,-1 0 1,0-1-1,1 1 0,-1 0 0,0 0 0,1 0 0,-1 0 0,1 0 1,-1 0-1,0 0 0,1 0 0,-1 0 0,1 0 0,-1 1 0,0-1 1,1 0-1,-1 0 0,0 0 0,1 0 0,-1 0 0,0 1 0,1-1 1,-1 0-1,0 0 0,1 1 0,-1-1 0,0 0 0,1 0 0,-1 1 1,0 0-1,10 18 26,-9-19-16,17 49 400,-2 1-1,-3 0 0,-1 1 1,5 58-1,-12-72 149,-3-23-5199,-2-86-3265,0 34 2395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3873,'0'0'3040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142 306 8106,'0'0'7727,"2"-28"-7461,0 1-185,19-177 791,-14 158 147,6 77 165,-2 41-596,3 118-1,-7-78-449,6 269 25,-36-381-448,-50-3 345,39 0 1082,-54 4 0,88-1-1112,0 0 0,-1-1-1,1 1 1,-1 0 0,1 0 0,-1 0-1,1 0 1,-1 0 0,1 0 0,-1 0-1,1 0 1,0 1 0,-1-1-1,1 0 1,-1 0 0,1 0 0,-1 0-1,1 1 1,0-1 0,-1 0 0,1 0-1,-1 1 1,1-1 0,0 0 0,-1 0-1,1 1 1,0-1 0,-1 1 0,1-1-1,0 0 1,0 1 0,-1-1-1,1 1 1,0-1 0,0 0 0,0 1-1,0-1 1,0 1 0,-1-1 0,1 1-1,0-1 1,0 1 0,0-1 0,0 0-1,0 1 1,0-1 0,1 1 0,-1-1-1,0 1 1,1 1-25,0-1 1,-1 0-1,1 0 0,0 0 1,0 0-1,0 0 0,1 0 1,-1 0-1,0 0 0,0 0 1,0-1-1,1 1 0,-1 0 1,0-1-1,1 1 1,-1-1-1,2 1 0,44 7 63,1-2 0,-1-3 0,94-4-1,-51-1-3137,-92 12-5637,-19 15 625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28 247 4865,'0'0'3089,"31"-27"-2508,100-89-45,-119 104-322,1 1 0,1 1 0,0 0 0,30-16 0,-36 24 0,0-1-1,-1 1 0,1 0 0,0 1 0,0 0 0,0 0 0,16 1 1,-23 0-169,-1 1 0,1-1 0,0 0 0,-1 1 0,1-1 0,-1 1 0,1-1 0,0 1 0,-1 0 0,0-1 0,1 1 0,-1 0 0,1-1 0,-1 1 0,0 0 0,1-1 0,-1 1 0,0 0 0,0 0 0,1-1 0,-1 1 0,0 0 0,0 0 0,0-1 0,0 1 0,0 0 0,0 0 0,0-1 0,-1 2 0,0 30 645,0-28-535,0 4-10,0 0-1,-1 0 1,0 0 0,0 0 0,-1-1 0,0 1 0,0-1 0,-1 0 0,0 1 0,0-2 0,-1 1-1,0 0 1,0-1 0,0 0 0,-1 0 0,0-1 0,0 0 0,0 0 0,-9 6 0,14-11-139,1 1 0,-1-1 1,1 1-1,-1-1 0,0 1 0,1-1 1,-1 1-1,0-1 0,1 0 1,-1 1-1,0-1 0,1 0 1,-1 0-1,0 1 0,0-1 1,0 0-1,1 0 0,-1 0 1,0 0-1,0 0 0,1 0 0,-1 0 1,0 0-1,0 0 0,1 0 1,-1-1-1,0 1 0,0 0 1,1 0-1,-1-1 0,0 1 1,1 0-1,-1-1 0,0 1 0,1-1 1,-1 1-1,0-1 0,1 1 1,-1-1-1,1 1 0,-1-1 1,1 0-1,0 1 0,-1-1 1,1 0-1,-1 1 0,1-1 1,0-1-1,-2-43-362,3 30 263,-2 9 26,1-1 0,1 0 0,-1 1 0,1-1-1,1 0 1,-1 1 0,1-1 0,0 1 0,0 0 0,1 0 0,3-7 0,-3 9 15,0 1-1,0 0 0,0 0 1,0 0-1,0 0 0,0 0 1,1 1-1,-1-1 1,1 1-1,0 0 0,0 0 1,0 0-1,0 1 0,0-1 1,0 1-1,0 0 0,0 0 1,8 0-1,-11 0 36,1 1 0,0 0 1,-1-1-1,1 1 0,-1 0 0,1 0 0,0 0 0,-1 0 1,1 0-1,-1 0 0,1 1 0,0-1 0,-1 0 0,1 1 0,-1 0 1,1-1-1,-1 1 0,1 0 0,-1 0 0,0-1 0,1 1 0,-1 0 1,0 0-1,0 1 0,2 0 0,-2 1 41,0 0 0,0 0 0,0 0-1,0 0 1,-1 0 0,1 0 0,-1 0 0,0 0 0,0 0 0,0 0-1,0 0 1,-1 5 0,-1-1 48,0 0-1,0 1 1,0-1-1,-1 0 0,0 0 1,-1 0-1,1-1 1,-1 1-1,-1-1 1,1 0-1,-1 0 1,0 0-1,0-1 0,-11 9 1,12-10-30,0-1 0,0 1 1,0-1-1,-1 0 0,1-1 1,-1 1-1,0-1 0,0 0 1,0 0-1,0 0 0,0-1 0,0 0 1,0 0-1,-1 0 0,1-1 1,0 1-1,0-1 0,-1 0 0,1-1 1,0 1-1,-1-1 0,-6-2 1,8 1-45,1-1 0,0 1 0,0 0 1,0-1-1,1 1 0,-1-1 1,1 0-1,-1 0 0,1 0 0,0 0 1,0 0-1,0-1 0,0 1 1,1-1-1,0 1 0,-1-1 1,1 1-1,0-1 0,1 0 0,-1 0 1,0-5-1,0-8-113,0 0 0,0 0 0,4-25 0,-3 39 88,1 1 0,0-1-1,-1 1 1,1-1 0,0 1-1,0 0 1,0 0 0,1-1-1,-1 1 1,0 0 0,1 0-1,0 0 1,-1 1 0,1-1-1,0 0 1,0 1 0,0-1-1,0 1 1,0-1 0,0 1 0,0 0-1,1 0 1,-1 0 0,0 0-1,1 0 1,-1 1 0,1-1-1,-1 1 1,1-1 0,2 1-1,-1 0 13,0-1 0,1 1 0,-1 0-1,0 0 1,0 1 0,0-1 0,0 1-1,0 0 1,0 0 0,0 0-1,0 1 1,0-1 0,0 1 0,0 0-1,-1 0 1,1 0 0,4 5 0,-3-2 51,-1 1 0,0-1 1,-1 1-1,1 0 1,-1 0-1,-1 0 0,1 1 1,-1-1-1,0 1 1,0-1-1,-1 1 0,0 0 1,0-1-1,-1 1 1,0 11-1,0-10 43,0 0-1,-1 0 1,0 0-1,-1-1 1,0 1 0,0 0-1,0-1 1,-1 1-1,0-1 1,-1 0 0,1 0-1,-8 10 1,4-9 7,0 0-1,-1-1 1,0 0 0,0 0 0,0-1-1,-1 0 1,-14 8 0,20-13-81,1 0 1,0 0-1,0 0 0,-1 0 1,1 0-1,-1 0 0,1 0 1,-1-1-1,1 1 1,-1-1-1,1 0 0,-1 0 1,0 0-1,1 0 0,-1 0 1,1-1-1,-1 1 0,1-1 1,-1 0-1,1 1 0,-1-1 1,1 0-1,0 0 1,-1-1-1,1 1 0,0 0 1,0-1-1,0 1 0,0-1 1,0 0-1,0 0 0,1 0 1,-1 0-1,0 0 0,-1-3 1,-2-7-41,0 1-1,1-2 1,1 1 0,0 0 0,0-1 0,1 1-1,1-1 1,0 0 0,1 1 0,1-18 0,-1 10-50,0 17 65,0-1 0,1 1 1,-1 0-1,1 0 1,-1 0-1,1 0 0,0 0 1,0 0-1,0 0 1,0 1-1,1-1 0,-1 0 1,1 0-1,-1 1 1,1-1-1,0 1 0,0 0 1,1-1-1,-1 1 1,0 0-1,1 0 0,-1 1 1,1-1-1,-1 0 1,1 1-1,0-1 0,0 1 1,0 0-1,-1 0 1,1 0-1,4 0 0,5-2-37,1 2 1,-1-1-1,1 2 0,0-1 0,0 2 0,17 2 0,-26-3 61,0 1-1,-1 0 1,1 0 0,0 0-1,-1 0 1,1 0 0,-1 1-1,1 0 1,-1 0 0,0 0-1,1 0 1,-1 0 0,0 0-1,-1 1 1,1 0 0,0-1-1,-1 1 1,1 0 0,-1 0-1,0 0 1,0 1 0,0-1-1,-1 0 1,1 1 0,-1 0-1,0-1 1,0 1-1,0 0 1,0-1 0,0 1-1,-1 0 1,0 0 0,0-1-1,0 6 1,0-1 53,-1 1 1,0 0-1,0-1 1,-1 1-1,0-1 1,-1 1-1,1-1 1,-2 0-1,1 0 0,-1 0 1,0 0-1,-1-1 1,0 0-1,-6 8 1,-1-3 85,0 0 0,-1-1 1,-25 18-1,31-25-67,0 0 1,0 0-1,0-1 0,0 0 0,-1 0 1,1-1-1,-1 0 0,0 0 0,0-1 1,-14 1-1,21-2-67,0 0 0,0 0 0,0 0 1,0-1-1,0 1 0,0 0 0,0-1 0,0 1 0,0 0 0,0-1 1,0 1-1,1-1 0,-1 0 0,0 1 0,0-1 0,0 0 1,1 1-1,-1-1 0,0 0 0,1 0 0,-1 0 0,1 1 0,-1-1 1,1 0-1,-1-2 0,-7-34-41,8 26-20,0 0-1,1-1 0,0 1 0,5-18 1,-3 21 20,0 0 0,1 1 0,-1-1 0,2 1 0,-1 0 0,1 0 0,0 0 0,1 1 0,-1 0 0,1 0 0,1 0 0,-1 1 0,1 0 0,0 0 0,0 1 0,0 0 0,12-5 0,-9 4-28,0 1-1,0 1 0,1 0 1,-1 0-1,1 1 1,0 0-1,0 1 0,0 0 1,-1 1-1,1 0 0,0 1 1,0 0-1,12 3 0,-21-4 58,0 1-1,0 0 1,-1 0-1,1 0 1,0 0-1,-1 1 0,1-1 1,-1 0-1,0 1 1,1-1-1,-1 1 1,0-1-1,0 1 1,0-1-1,0 1 0,0 0 1,0 0-1,0-1 1,-1 1-1,1 0 1,-1 0-1,1 0 1,-1 0-1,0 0 1,0 0-1,1 0 0,-1 0 1,-1 2-1,1 2 49,0 0 0,0 0-1,-1 0 1,0 0 0,0-1-1,-1 1 1,0 0-1,-4 9 1,-1-2 48,-1-1 1,-1 0-1,0-1 0,-1 0 1,0 0-1,0-1 0,-1 0 1,-1-1-1,1 0 0,-1-1 1,-19 9-1,19-10-32,-1-1 0,0-1-1,1 0 1,-1 0 0,-1-2 0,1 0-1,-1 0 1,1-1 0,-1 0 0,0-2-1,0 1 1,-20-4 0,30 2-51,1 0 0,-1 0 1,1-1-1,-1 1 0,1-1 1,0 0-1,0 0 1,0 0-1,0-1 0,0 1 1,1-1-1,-1 0 0,1 1 1,-1-1-1,1 0 0,0 0 1,0-1-1,0 1 0,1 0 1,-1-1-1,1 1 0,0-1 1,0 1-1,0-1 0,0 1 1,1-1-1,-1-4 0,-1-9-59,0 0 0,2 0-1,0 0 1,4-28-1,-4 39 21,1 1 0,1-1 0,-1 1-1,1 0 1,0-1 0,0 1-1,1 0 1,-1 0 0,1 0-1,0 1 1,1-1 0,-1 1-1,1-1 1,0 1 0,0 0-1,0 1 1,0-1 0,1 1-1,0-1 1,-1 1 0,1 1 0,0-1-1,1 1 1,-1 0 0,0 0-1,1 0 1,-1 1 0,1 0-1,-1 0 1,1 0 0,8 1-1,0-1 4,0 1-1,-1 0 0,1 2 0,0-1 1,-1 2-1,0-1 0,1 2 1,-1 0-1,-1 0 0,1 2 0,-1-1 1,16 11-1,-22-13 50,-1 1 0,0 0 0,0 0 0,0 0 0,-1 1 0,0-1 0,1 1 0,-1 0 0,-1 1 0,1-1 0,-1 1 0,0-1 0,0 1 0,-1 0 0,0 0 0,0 0 0,0 1 0,1 9 0,-3-11 56,0 1-1,0-1 1,-1 0 0,1 1 0,-1-1 0,0 0-1,-1 0 1,1 0 0,-1 0 0,0 0-1,0 0 1,-1 0 0,0-1 0,1 1-1,-1-1 1,-1 0 0,1 0 0,-1 0-1,1 0 1,-1-1 0,0 1 0,-8 4-1,5-3 4,-1 0-1,1-1 0,-1 0 0,0 0 1,0-1-1,0 0 0,-1 0 1,1-1-1,-1 0 0,0-1 0,1 0 1,-1 0-1,0 0 0,0-2 0,1 1 1,-13-2-1,18 0-150,1 1 0,-1 0 0,1-1 0,0 1 0,-1-1 0,1 1 1,0-1-1,0 0 0,0 0 0,0 0 0,0 0 0,1-1 0,-1 1 0,1 0 0,-1-1 0,1 1 0,0-1 0,0 0 0,0 1 0,-1-5 1,-9-57-2749,10 53 2171,-6-42-4089,1 5-2509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0 833 11458,'0'0'5616,"3"-33"-5317,-1-4-193,18-156 534,-4 53 246,-11 84-618,2 1 1,2-1-1,2 2 1,25-71-1,-21 100-272,-15 25 1,1-1 0,-1 1 1,0 0-1,0 0 0,1-1 1,-1 1-1,0 0 0,1 0 1,-1 0-1,0 0 0,1-1 1,-1 1-1,0 0 0,1 0 1,-1 0-1,0 0 0,1 0 1,-1 0-1,0 0 0,1 0 1,-1 0-1,0 0 0,1 0 1,-1 0-1,0 0 0,1 1 1,-1-1-1,0 0 0,1 0 1,-1 0-1,0 0 0,1 0 1,-1 1-1,0-1 0,0 0 1,1 1-1,2 3-3,-1 0 0,1 0 0,-1 1-1,0-1 1,-1 1 0,1-1 0,-1 1 0,1 6-1,35 217 796,-3-8-163,-25-196-715,-8-24 77,-1 1-1,0-1 0,0 0 1,0 0-1,1 1 1,-1-1-1,0 0 0,0 0 1,1 0-1,-1 0 1,0 1-1,0-1 0,1 0 1,-1 0-1,0 0 0,1 0 1,-1 0-1,0 0 1,0 0-1,1 0 0,-1 0 1,0 0-1,1 0 1,-1 0-1,0 0 0,1 0 1,-1 0-1,0 0 0,0 0 1,1 0-1,-1 0 1,0 0-1,1-1 0,-1 1 1,0 0-1,0 0 1,1 0-1,1-3-36,1 0 0,-1-1 1,0 1-1,0 0 0,0-1 0,-1 1 0,1-1 1,-1 1-1,2-6 0,155-472 152,-156 474-124,0 0 1,1 0-1,0 0 0,0 1 1,6-9-1,-9 14 14,1 0 0,-1 1 0,1-1 0,-1 1 0,1-1 0,-1 0 0,1 1 0,0-1 0,-1 1 0,1 0 0,0-1 0,-1 1 0,1-1 0,0 1 0,0 0 0,-1 0 0,1-1 0,0 1 0,0 0 0,0 0 0,-1 0 0,2 0 0,0 0-1,-1 1 1,1 0-1,-1-1 0,0 1 0,0 0 0,1 0 0,-1 0 1,0 0-1,0 0 0,0 0 0,0 0 0,0 0 0,0 0 1,0 0-1,-1 1 0,1-1 0,1 2 0,10 22 137,-2 0 0,0 1 0,12 51 0,-5-14 126,69 268 545,-58-216-1141,-28-115 261,0 0 1,0 1-1,0-1 1,0 1-1,0-1 0,0 0 1,0 1-1,0-1 1,0 0-1,0 1 0,0-1 1,1 0-1,-1 1 1,0-1-1,0 0 0,0 1 1,1-1-1,-1 0 1,0 1-1,0-1 0,1 0 1,-1 0-1,0 1 0,1-1 1,-1 0-1,0 0 1,1 0-1,-1 0 0,0 1 1,1-1-1,-1 0 1,0 0-1,1 0 0,-1 0 1,0 0-1,1 0 1,-1 0-1,1 0 0,-1 0 1,0 0-1,1 0 1,-1 0-1,0 0 0,1 0 1,-1 0-1,1 0 1,-1-1-1,0 1 0,1 0 1,-1-1-1,14-14-5145,-2-4-7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93 11226,'0'0'7499,"3"-11"-7348,-1 7-148,-1-1 1,1 1-1,0-1 0,0 1 1,0 0-1,1 0 0,-1 0 1,1 0-1,0 0 0,0 1 0,1-1 1,-1 1-1,1 0 0,-1 0 1,1 0-1,0 0 0,0 1 1,1-1-1,-1 1 0,0 0 1,1 1-1,-1-1 0,1 1 1,0 0-1,-1 0 0,1 0 1,0 0-1,0 1 0,-1 0 0,1 0 1,0 0-1,0 1 0,-1 0 1,9 2-1,-7-1 39,-1 1 0,0 0 1,0 0-1,0 0 0,0 1 0,0 0 0,-1 0 0,1 0 1,-1 0-1,0 1 0,-1 0 0,1 0 0,-1 0 0,0 0 1,0 0-1,0 1 0,-1-1 0,0 1 0,0 0 0,0-1 1,1 11-1,2 11 131,-1 0 0,-1 0 0,-2 38 0,0-45-128,-2 0 1,-1 0-1,0-1 0,-2 1 0,0 0 0,-1-1 0,-1 0 0,0 0 0,-2 0 0,0-1 0,-1 0 0,-1-1 1,-1 0-1,0-1 0,-1 0 0,-1 0 0,0-1 0,-1-1 0,-1-1 0,-28 22 0,38-32-133,0-1-1,0 1 1,0-1-1,0 1 1,0-1-1,-1-1 1,1 1-1,-1-1 1,1 0-1,-1 0 1,1-1-1,-1 0 1,1 0-1,-1 0 0,-11-2 1,17 2 76,0 0 0,0-1 1,0 1-1,-1 0 0,1 0 0,0 0 0,0-1 0,0 1 1,0 0-1,0 0 0,0-1 0,-1 1 0,1 0 1,0-1-1,0 1 0,0 0 0,0 0 0,0-1 0,0 1 1,0 0-1,0 0 0,0-1 0,0 1 0,0 0 1,0-1-1,1 1 0,-1 0 0,0 0 0,0-1 0,0 1 1,0 0-1,0 0 0,0-1 0,1 1 0,-1 0 1,0 0-1,0 0 0,0-1 0,1 1 0,-1 0 1,0 0-1,0 0 0,1 0 0,-1-1 0,0 1 0,0 0 1,1 0-1,-1 0 0,1 0 0,7-3-27,1 0 1,1 1-1,-1 0 0,0 0 1,0 1-1,1 0 0,-1 1 0,11 1 1,79 6 173,-58-1-20,69 20 1,-77-16-161,1-2 1,-1-1 0,50 3-1,-47-9-744,3 1-1478,0-1 0,0-2 0,64-10 0,-50-4-3275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0 8994,'0'0'7028,"0"0"-7023,-1 0-1,1 0 1,-1 0 0,1 0-1,-1 0 1,1 1-1,-1-1 1,1 0 0,-1 0-1,1 0 1,-1 0-1,1 1 1,0-1 0,-1 0-1,1 0 1,-1 1-1,1-1 1,0 0 0,-1 1-1,1-1 1,0 1-1,-1-1 1,1 0 0,0 1-1,0-1 1,-1 1-1,1-1 1,0 1 0,0-1-1,0 1 1,0-1 0,-1 1-1,5 16 363,0 0-1,-2 0 0,0-1 1,-1 1-1,-2 29 1,1-41-319,-1 1-1,1-1 1,-1 1 0,-1-1-1,1 1 1,-1-1 0,0 0 0,0 0-1,0 0 1,-1 0 0,0 0 0,0-1-1,0 1 1,0-1 0,-1 0-1,0 1 1,0-2 0,0 1 0,0 0-1,0-1 1,-7 4 0,9-6-49,1 0 1,-1 0-1,0 0 0,0 0 1,0 0-1,0 0 0,0 0 1,0-1-1,0 1 0,0-1 1,0 0-1,0 1 0,0-1 1,0 0-1,0 0 1,0 0-1,0-1 0,0 1 1,0 0-1,0-1 0,0 1 1,0-1-1,-3-1 0,3 0-4,1 1 0,-1-1-1,1 0 1,0 0-1,-1 0 1,1 0-1,0 0 1,0-1 0,1 1-1,-1 0 1,0 0-1,1 0 1,-1-1-1,1 1 1,0 0-1,-1-1 1,1 1 0,1-5-1,-1-4-59,0 0 1,1-1-1,0 1 0,1 0 0,1 0 1,0 0-1,5-13 0,-6 20 33,-1 0-1,2 0 0,-1 0 0,0 0 0,1 0 1,0 1-1,-1-1 0,1 1 0,1 0 1,-1 0-1,0 0 0,1 0 0,0 1 0,-1-1 1,1 1-1,0 0 0,0 0 0,1 0 1,-1 1-1,0 0 0,7-2 0,-6 2 4,0 0 0,0 0-1,0 1 1,0-1 0,0 1 0,0 1 0,-1-1-1,1 0 1,0 1 0,0 0 0,0 0-1,0 1 1,-1 0 0,1-1 0,0 1-1,-1 1 1,0-1 0,1 1 0,5 4 0,-6-3 46,0 1-1,-1-1 1,1 1 0,-1 0 0,0 0 0,0 1 0,0-1 0,-1 1 0,0-1 0,0 1 0,0 0 0,-1-1 0,0 1 0,0 0 0,0 12 0,0-4 66,0 0-1,-1 0 1,-1 0 0,0 0 0,-1 1-1,-1-1 1,0-1 0,-1 1 0,0 0-1,-1-1 1,-1 0 0,0 0 0,0-1-1,-2 1 1,1-1 0,-2-1-1,1 0 1,-1 0 0,-1 0 0,-21 17-1,22-21-49,-1 0 0,1 0 0,-2-1 0,1 0-1,-1 0 1,-12 4 0,21-9-30,-1 0 0,1 0 0,-1 0 0,1 0 0,-1 0 0,1-1 0,-1 1 0,0-1 0,1 0 0,-1 1 0,0-1 0,1 0 0,-1-1 0,0 1 0,1 0 0,-1-1 0,0 0 0,1 1 0,-1-1-1,1 0 1,-1 0 0,1-1 0,0 1 0,-1 0 0,1-1 0,0 1 0,0-1 0,0 0 0,0 0 0,0 0 0,0 0 0,1 0 0,-2-2 0,-2-8-45,2 0-1,0-1 0,0 1 1,1 0-1,0-1 1,1 0-1,1 1 0,0-1 1,1 1-1,0-1 1,1 0-1,0 1 0,1 0 1,1 0-1,0 0 1,9-21-1,-10 28 3,1 0-1,-1 0 1,1 0 0,0 0-1,0 1 1,0-1 0,1 1 0,-1 0-1,1 0 1,0 1 0,0 0-1,0 0 1,1 0 0,-1 0-1,1 1 1,0 0 0,0 0-1,-1 0 1,1 1 0,0 0-1,0 0 1,0 1 0,1-1-1,-1 1 1,9 2 0,-12-2 42,-1 0 1,0 1-1,1-1 1,-1 1-1,0 0 1,0-1-1,0 1 1,0 0-1,0 0 1,0 1-1,0-1 1,0 0-1,0 1 1,0-1-1,0 1 1,-1 0-1,1-1 0,-1 1 1,1 0-1,-1 0 1,0 0-1,0 0 1,0 0-1,0 0 1,0 0-1,0 1 1,-1-1-1,1 0 1,-1 0-1,1 4 1,1 9 193,0 0-1,-1 0 1,-2 26 0,0-17 44,0-13-151,0-1-1,0 0 1,-1 1-1,-1-1 1,0 0-1,0 0 1,-1-1-1,0 1 1,0-1-1,-11 16 1,13-21-80,0-1 0,-1 1 0,1-1 0,-1 1 0,0-1 0,0 0 0,0 0 0,0-1 0,-1 1 0,1 0 0,0-1 0,-1 0 0,0 0-1,0 0 1,0-1 0,0 1 0,0-1 0,0 0 0,0 0 0,0 0 0,0 0 0,0-1 0,-1 0 0,1 0 0,0 0 0,0 0 0,0-1 0,-1 1 0,-3-2 0,5 0-16,0 1-1,0-1 1,0 0 0,0 0-1,0 0 1,1-1-1,-1 1 1,1-1 0,0 1-1,-1-1 1,1 0 0,0 0-1,1 0 1,-1 0-1,0 0 1,1 0 0,0 0-1,-2-6 1,-1-4-34,1 1 1,0-1-1,-1-21 0,3 24-23,0 0-1,1 0 0,0 0 1,0 0-1,1 1 0,0-1 1,5-15-1,-5 22 41,1-1 0,0 1 0,0 0-1,0 0 1,0 0 0,1 0 0,-1 0 0,1 0-1,-1 1 1,1-1 0,0 1 0,0-1 0,0 1-1,1 0 1,-1 1 0,0-1 0,1 0 0,-1 1-1,1 0 1,-1 0 0,1 0 0,6-1 0,12-1-114,0 0 0,41 0 0,-53 3 119,0 0 0,0 1 0,0 0 0,0 1 0,0 0 0,0 1 0,0-1 0,11 7 1,-18-8 42,0 2 1,0-1 0,1 0-1,-2 1 1,1-1 0,0 1 0,0 0-1,-1 0 1,1 0 0,-1 0-1,0 1 1,0-1 0,0 0-1,-1 1 1,1 0 0,-1-1 0,0 1-1,0 0 1,0 0 0,0-1-1,-1 1 1,1 0 0,-1 0-1,0 0 1,0 0 0,-1 0 0,1 0-1,-1-1 1,-1 6 0,-1 3 94,0-1 0,-1 0 0,-1 0 0,0-1 1,0 1-1,-1-1 0,0 0 0,-9 11 0,11-16-75,0 0 1,-1 0-1,0-1 0,0 0 0,0 1 0,-10 5 0,13-9-51,1 0 0,0-1 0,0 1 0,0-1 0,-1 1 0,1-1 0,0 0 0,0 1 0,-1-1 0,1 0 0,0 0 0,-1 0 0,1 0 0,0 0 0,-1 0 0,1 0 0,0 0 0,0 0 0,-1-1 0,1 1-1,0-1 1,-1 1 0,1-1 0,0 1 0,0-1 0,0 0 0,0 1 0,0-1 0,0 0 0,0 0 0,0 0 0,0 0 0,0 0 0,0 0 0,0 0 0,1 0 0,-1 0 0,0 0 0,1-1 0,-1 1 0,1 0 0,-1-2 0,-4-12-46,0-1 0,1 1 1,1-1-1,0 0 0,1 0 0,1-20 1,0-2-242,8-58 1,-6 91 263,-1 0 0,1 0 0,0 1 0,1-1 0,-1 1 0,1-1 0,0 1 0,0 0 0,0 0 0,1-1 0,-1 2 0,1-1 0,0 0 0,0 0 0,1 1 1,-1 0-1,1 0 0,0 0 0,-1 0 0,1 0 0,0 1 0,8-4 0,-8 5 12,0-1 0,0 2 0,-1-1 1,1 0-1,0 1 0,0-1 0,0 1 1,0 0-1,0 1 0,0-1 0,0 1 0,0-1 1,-1 1-1,1 1 0,0-1 0,-1 0 0,1 1 1,0-1-1,-1 1 0,0 0 0,1 1 1,-1-1-1,0 0 0,0 1 0,0 0 0,-1-1 1,5 7-1,-1-1 57,-1 0 1,-1 0-1,1 1 0,-1-1 1,-1 1-1,1 0 0,-1 1 1,-1-1-1,0 0 0,0 1 1,0 14-1,-1 4 268,-1-1-1,-6 50 1,5-69-235,0 0 0,-1 0-1,0 0 1,-1 0 0,0 0 0,0-1 0,-6 10-1,8-15-69,0 0-1,-1 0 1,1 0-1,0 0 1,-1 0 0,1 0-1,-1 0 1,0-1-1,1 1 1,-1-1-1,0 1 1,0-1-1,0 0 1,0 0-1,0 0 1,0 0-1,0 0 1,-1 0-1,1-1 1,0 1-1,0-1 1,-1 1-1,1-1 1,0 0-1,-1 0 1,1 0 0,0 0-1,-1 0 1,1-1-1,-3 0 1,2 0-32,1 0 0,-1-1 0,1 1 0,-1-1 1,1 0-1,0 0 0,0 0 0,0 0 1,0 0-1,0 0 0,0 0 0,1-1 0,-1 1 1,1-1-1,-1 1 0,0-5 0,-18-49-60,18 48 57,-5-28-122,1 0-1,1-1 1,2 0-1,4-56 0,-1 54-143,0 38 285,0 0 0,0 1 0,0-1 0,0 1 0,0-1 0,1 1 0,-1-1 0,0 1 0,0-1 0,1 1 0,-1-1 0,0 1 0,1-1 0,-1 1 0,0-1 0,1 1 0,-1 0 0,1-1 0,-1 1 0,1 0 0,-1-1 0,1 1 0,-1 0 0,1 0 0,-1-1 0,1 1 0,-1 0 0,1 0 1,-1 0-1,1 0 0,-1 0 0,1 0 0,-1 0 0,1 0 0,0 0 0,-1 0 0,1 0 0,-1 0 0,1 0 0,-1 0 0,1 0 0,-1 1 0,1-1 0,-1 0 0,1 0 0,-1 1 0,1-1 0,-1 0 0,1 1 0,-1-1 0,1 0 0,-1 1 0,0-1 0,1 1 0,-1-1 0,0 0 0,1 1 0,-1 0 0,3 3 47,-1 0-1,0 1 1,0-1-1,-1 1 1,1-1-1,-1 1 1,0-1-1,0 1 1,-1 0-1,1 5 1,-2 58 626,0-36-365,0-16-182,0 0-1,-2 1 0,0-1 1,0-1-1,-2 1 0,0 0 0,-1-1 1,0 0-1,-1-1 0,-16 25 1,5-18 113,18-21-239,0-1 0,0 1 1,0-1-1,1 1 0,-1 0 0,0-1 1,0 1-1,0 0 0,0-1 1,0 1-1,0 0 0,0-1 1,0 1-1,-1 0 0,1-1 1,0 1-1,0 0 0,0-1 1,0 1-1,0 0 0,-1-1 1,1 1-1,0 0 0,0-1 1,0 1-1,-1 0 0,1 0 1,0-1-1,0 1 0,-1 0 1,1 0-1,0 0 0,-1-1 1,1 1-1,0 0 0,-1 0 0,1 0 1,0 0-1,-1 0 0,1 0 1,0-1-1,-1 1 0,1 0 1,-1 0-1,1 0 0,0 0 1,-1 0-1,1 0 0,0 1 1,-1-1-1,1 0 0,0 0 1,-1 0-1,1 0 0,0 0 1,-1 0-1,1 1 0,0-1 1,-1 0-1,1 0 0,0 0 1,0 1-1,-1-1 0,1 0 1,0 1-1,0-1 0,-1 0 1,1 1-1,-1-73-347,3-106-181,0 148 411,1 1-1,2 0 1,16-56 0,-21 84 119,0 0 0,1 1 1,-1-1-1,0 0 0,0 1 1,1-1-1,-1 0 0,0 1 1,1-1-1,-1 0 0,1 1 1,-1-1-1,1 1 0,-1-1 1,1 1-1,-1-1 1,1 1-1,-1-1 0,1 1 1,0-1-1,-1 1 0,1 0 1,0-1-1,-1 1 0,1 0 1,0 0-1,-1 0 0,1-1 1,0 1-1,0 0 0,-1 0 1,1 0-1,0 0 1,0 0-1,-1 0 0,1 1 1,0-1-1,0 0 0,-1 0 1,1 0-1,0 1 0,-1-1 1,1 0-1,0 1 0,-1-1 1,1 0-1,0 1 0,-1-1 1,1 1-1,-1-1 1,1 1-1,-1-1 0,1 1 1,-1 0-1,1 1 0,11 20 122,-2 0 0,0 1 0,-1 0 0,-2 1 0,0 0 1,-2 0-1,4 29 0,-6-5 664,-5 89 1,2-134-769,0-1-1,0 1 0,0 0 1,-1 0-1,1 0 1,-1-1-1,1 1 0,-1 0 1,0-1-1,0 1 1,0 0-1,0-1 0,-1 1 1,1-1-1,-1 0 1,1 1-1,-1-1 0,0 0 1,0 0-1,0 0 0,0 0 1,0 0-1,-1-1 1,1 1-1,0-1 0,-1 1 1,0-1-1,1 0 1,-1 0-1,1 0 0,-1 0 1,0-1-1,0 1 1,1-1-1,-1 1 0,0-1 1,0 0-1,0 0 1,1 0-1,-1-1 0,0 1 1,0-1-1,0 1 0,1-1 1,-5-2-1,-2 0-163,1-1 0,0 0 0,0 0 0,0-1 0,1 0 0,0-1 0,0 0 0,0 0 0,0 0 0,1-1 0,0 0 0,1 0 0,-1 0 0,-4-10 0,-30-50-3102,-44-106 0,37 60-2813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0 762 10042,'0'0'6264,"4"-31"-5664,-3 19-517,33-218 1189,-9 98-612,-4 22-108,37-118 1,-47 210-555,1 19-44,-10 2 45,1 0 0,-1 0 0,1 0 0,-1 0 0,0 1 0,0-1 0,0 0 0,2 6 1,168 460 904,-163-436-865,-1-4 3,1-1 0,17 36 0,-26-63-57,0 0-1,0-1 1,1 1-1,-1-1 1,0 1-1,0 0 1,1-1 0,-1 1-1,0-1 1,1 1-1,-1-1 1,0 1-1,1-1 1,-1 1-1,1-1 1,-1 0-1,0 1 1,1-1 0,-1 1-1,1-1 1,0 0-1,-1 0 1,1 1-1,-1-1 1,1 0-1,-1 0 1,1 0-1,0 1 1,-1-1 0,1 0-1,-1 0 1,1 0-1,0 0 1,-1 0-1,1 0 1,0 0-1,-1 0 1,1-1 0,-1 1-1,1 0 1,-1 0-1,1 0 1,0-1-1,-1 1 1,1 0-1,-1-1 1,1 1-1,-1 0 1,1-1 0,-1 1-1,1-1 1,-1 1-1,0-1 1,1 1-1,-1-1 1,0 1-1,1-1 1,-1 1-1,0-1 1,0 1 0,1-1-1,-1 0 1,0 1-1,0-2 1,17-40-368,-17 41 401,107-388-64,-105 383 46,15-43-108,-16 48 104,-1 0-1,0 0 0,1 1 1,-1-1-1,0 0 0,1 1 1,-1-1-1,1 0 1,-1 1-1,1-1 0,-1 1 1,1-1-1,0 0 0,-1 1 1,1 0-1,0-1 0,-1 1 1,1-1-1,0 1 1,-1 0-1,1-1 0,0 1 1,0 0-1,-1 0 0,1 0 1,0 0-1,0-1 1,0 1-1,-1 0 0,1 0 1,0 1-1,0-1 0,0 0 1,-1 0-1,1 0 0,0 0 1,0 1-1,-1-1 1,1 0-1,0 1 0,0-1 1,-1 1-1,1-1 0,-1 0 1,1 1-1,0 0 0,-1-1 1,1 1-1,-1-1 1,1 1-1,-1 0 0,1-1 1,-1 1-1,0 0 0,1-1 1,0 2-1,12 20 144,-1 1 1,0 0-1,14 43 0,-3-8 59,71 145-25,-47-120-3460,-33-60-1179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7 11226,'0'0'10800,"-6"0"-10531,0-1-482,14-1 3,34-1-165,-36 2 355,0 1 0,0 0-1,0 1 1,0-1 0,0 1-1,0 0 1,0 1-1,0-1 1,0 1 0,-1 0-1,1 1 1,-1-1 0,0 1-1,1 0 1,-1 0 0,6 6-1,-6-2 40,-1 0-1,0 0 0,-1 0 1,1 0-1,-1 1 0,0 0 1,-1-1-1,0 1 0,0 0 1,0 9-1,3 85 439,-6-89-377,2-4-11,-2 0 0,0 1 0,0-1 0,0 0 0,-1 0 0,0 0 0,-1 0 0,0-1 0,-1 1 0,-6 11 0,8-16-105,-1 0 0,1-1 1,-1 1-1,0-1 0,-1 0 0,1 1 0,0-1 1,-1-1-1,0 1 0,0 0 0,1-1 1,-1 0-1,-1 0 0,1 0 0,0-1 0,0 1 1,-1-1-1,1 0 0,-1 0 0,1 0 1,-1-1-1,-6 0 0,10 0-21,1-1 0,0 1 1,0-1-1,0 1 0,0-1 0,-1 0 0,1 1 1,0-1-1,0 1 0,0-1 0,0 1 1,0-1-1,1 0 0,-1 1 0,0-1 0,0 1 1,0-1-1,0 1 0,1-1 0,-1 1 0,0-1 1,0 1-1,1-1 0,-1 1 0,0-1 1,1 1-1,-1-1 0,1 1 0,-1 0 0,1-1 1,7-2-45,1 1 1,-1 1 0,1 0 0,0 0 0,-1 0-1,1 1 1,0 0 0,0 1 0,-1 0 0,1 0-1,-1 1 1,13 4 0,-7-1 92,-1 0-1,1 0 1,-1 2-1,0 0 1,-1 0-1,21 16 1,-24-15 79,-1 0 0,0 1 1,-1 0-1,0 0 0,-1 0 0,1 1 0,-2 0 1,1 0-1,-2 0 0,1 1 0,-1 0 0,-1 0 1,4 18-1,-6-21 49,1 0 1,-1 0 0,-1 0 0,1 0-1,-2 0 1,1 0 0,-1 0 0,0 0-1,0 0 1,-1 0 0,0 0 0,-1-1-1,0 1 1,0-1 0,-1 1-1,1-1 1,-1 0 0,-1 0 0,-9 11-1,2-7 4,0 0 0,-1-1 0,-1 0-1,0-1 1,0 0 0,-1-2 0,1 1-1,-2-2 1,1 0 0,-1-1-1,0 0 1,0-1 0,0-1 0,-22 1-1,-20-1-1446,0-2 0,-101-13 0,71 4-3046,54 7-1142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238 791 3633,'0'0'2702,"11"-26"-2406,-1-1-207,71-154 677,-76 172-631,-4 6-91,-1 1 1,1 0 0,0 0 0,0 0 0,0-1 0,0 1 0,1 0 0,-1 0 0,1 1 0,-1-1 0,1 0 0,0 0 0,-1 1 0,1-1-1,0 1 1,0 0 0,0-1 0,0 1 0,0 0 0,0 0 0,1 0 0,3 0 0,-5 14 684,-4 15-635,-1 1 0,-1-1-1,-1 1 1,-2-1 0,-1-1-1,-13 28 1,6-10-35,-13 49 0,19-65-42,0 7-61,10-35-240,3-35-257,16-35 755,33-78-1,-12 36-59,-26 72-138,17-55 69,46-96-1,-73 182-105,-3 5-10,0 0 0,0 0-1,0 0 1,0 1 0,1-1-1,-1 1 1,1-1-1,-1 1 1,1-1 0,0 1-1,0 0 1,0 0 0,0 0-1,1 0 1,-1 0 0,0 0-1,6-2 1,-7 5 19,0 1 0,0-1-1,-1 1 1,1-1 0,0 0 0,-1 1 0,1-1-1,0 1 1,-1 0 0,0-1 0,1 1 0,-1-1-1,0 1 1,0 0 0,0-1 0,0 1-1,0-1 1,0 1 0,-1 0 0,0 1 0,1 4 1,-2 53 118,-3-1 0,-3-1 0,-2 1 0,-28 88 0,25-105-124,5-20-37,2 1-1,0-1 1,1 1-1,-3 38 1,18-83-300,-4 11 352,46-84 95,83-167 176,-125 240-260,-4 7-8,0 0-1,1 0 0,1 1 1,0 0-1,1 0 0,1 1 1,0 0-1,13-12 0,-23 24-9,0 1 0,0 0-1,1 0 1,-1-1 0,0 1-1,1 0 1,-1 0 0,0-1-1,1 1 1,-1 0 0,0 0 0,1 0-1,-1 0 1,0-1 0,1 1-1,-1 0 1,1 0 0,-1 0-1,0 0 1,1 0 0,-1 0-1,1 0 1,-1 0 0,0 0-1,1 0 1,-1 0 0,0 1-1,1-1 1,-1 0 0,1 0-1,-1 0 1,0 0 0,1 1-1,-1-1 1,1 0 0,5 17-25,-4 27 262,-2-39-219,-4 74 487,-23 133 0,21-170-301,6-43-215,0 1-1,0 0 0,0 0 1,0 0-1,0 0 1,0 0-1,0 0 0,0 0 1,0 0-1,0 0 1,1 0-1,-1 0 0,0 0 1,0 0-1,0 0 0,0 0 1,0 0-1,0 0 1,0 0-1,0 0 0,1-1 1,-1 2-1,0-1 1,0 0-1,0 0 0,0 0 1,0 0-1,0 0 0,0 0 1,1 0-1,-1 0 1,0 0-1,0 0 0,0 0 1,0 0-1,0 0 1,0 0-1,0 0 0,0 0 1,0 0-1,0 0 0,1 0 1,-1 1-1,0-1 1,0 0-1,0 0 0,0 0 1,0 0-1,0 0 1,13-18-192,14-29 253,43-116-277,6-12 9,-67 163 251,-5 19 169,-3 26 219,-1-26-397,-2 30 141,-2-1 1,-2 0-1,-11 42 0,8-43 63,2 1 0,1 0 0,-1 43-1,7-78-233,0-1 0,0 0-1,1 0 1,-1 0 0,0 0-1,0 1 1,0-1 0,0 0-1,1 0 1,-1 0 0,0 0-1,0 0 1,0 0-1,1 1 1,-1-1 0,0 0-1,0 0 1,0 0 0,1 0-1,-1 0 1,0 0 0,0 0-1,1 0 1,-1 0 0,0 0-1,0 0 1,0 0 0,1 0-1,-1 0 1,0 0 0,0 0-1,1-1 1,-1 1 0,0 0-1,0 0 1,0 0-1,1 0 1,-1 0 0,0 0-1,0 0 1,0-1 0,0 1-1,0 0 1,1 0 0,-1 0-1,0-1 1,0 1 0,0 0-1,0 0 1,0 0 0,0-1-1,0 1 1,1 0 0,-1 0-1,0 0 1,0-1 0,17-20-98,-1 0 1,0-1-1,-2-1 1,-1 0-1,0-1 1,9-28 0,-10 23 50,2 1 0,1 0 0,1 1 0,23-31 0,-39 58 58,1-1 0,-1 0 0,0 1 0,1-1 0,-1 1 0,1-1 0,-1 0 0,1 1 0,-1-1 0,1 1 0,-1-1 0,1 1 0,-1 0 0,1-1 0,-1 1 0,1 0 0,0-1 0,-1 1 0,1 0 0,0-1 0,-1 1 0,1 0 0,0 0 0,-1 0 0,1 0 0,0 0 0,0 0 0,-1 0 0,1 0 0,0 0 0,-1 0-1,1 0 1,0 0 0,0 0 0,-1 1 0,1-1 0,0 0 0,-1 1 0,1-1 0,-1 0 0,2 1 0,12 29 80,-1 32 295,-2 1 0,5 107-1,3 25-82,-18-187-277,1 1 1,0-1-1,1 1 0,0-1 0,7 15 1,-9-22-40,-1 1 1,1-1 0,-1 1-1,1-1 1,0 0-1,0 0 1,0 0 0,0 1-1,0-1 1,0 0 0,0 0-1,0 0 1,1-1 0,-1 1-1,0 0 1,0 0 0,1-1-1,-1 1 1,0 0 0,1-1-1,-1 1 1,1-1-1,-1 0 1,1 0 0,-1 1-1,1-1 1,-1 0 0,1 0-1,-1 0 1,1-1 0,-1 1-1,1 0 1,-1 0 0,1-1-1,-1 1 1,0-1-1,1 1 1,-1-1 0,0 0-1,1 0 1,-1 1 0,0-1-1,0 0 1,0 0 0,2-1-1,5-7-71,1 0 0,-2 0 0,1 0 0,-1-1 0,0 0 0,-1-1-1,-1 1 1,8-18 0,33-103-686,-37 102 561,9-31-9,-11 31 362,2 0 0,1 1 1,21-41-1,-15 53 32,-16 16-142,0 0 0,1 0-1,-1 0 1,1 0 0,-1 0-1,1 0 1,-1 0 0,1 0-1,-1 0 1,1 0 0,-1 0-1,0 1 1,1-1 0,-1 0-1,1 0 1,-1 0 0,0 1-1,1-1 1,-1 0 0,0 1-1,1-1 1,-1 0 0,0 1-1,1-1 1,-1 0 0,0 1-1,0-1 1,1 1 0,12 41 920,-12-34-958,38 196 836,-32-184-1164,2-28-428,6-32-447,8-69 940,-17 73 327,1 0 1,1 0-1,3 1 0,0 0 0,3 1 0,21-41 0,-33 72-36,-1 1-1,1-1 0,0 0 0,-1 1 1,1 0-1,0-1 0,1 1 0,-1 0 1,0 0-1,0 0 0,1 0 0,0 1 1,-1-1-1,1 1 0,0-1 1,-1 1-1,6-1 0,-7 2-6,0 0 0,-1 0 0,1 0 0,0 0 1,0 0-1,0 0 0,0 1 0,0-1 0,0 0 0,0 1 0,0-1 0,0 0 0,-1 1 1,1-1-1,0 1 0,0 0 0,-1-1 0,1 1 0,0-1 0,-1 1 0,2 1 0,0 1 16,-1 0 0,1-1 0,-1 1-1,0 0 1,1 0 0,-1 0-1,-1 1 1,1-1 0,0 4-1,10 89 353,-5 1-1,-7 100 1,-1-72 171,-11 176-937,17-359-27,16-96 0,1 3-207,-8 9 512,-11 128 234,2 21 223,2 24-31,-1 108 84,-15 183-1,8-296-287,-8 61 306,9-79-386,0 0 0,-1-1 0,0 1 0,0-1 0,-1 0 0,0 0-1,0 0 1,-5 7 0,6-11-477,2-10-589,0-20 739,-1-68-729,4-1 1,21-124-1,-19 203 1003,0 14 63,4 32 252,-2 61 197,-6 122-1,-3-99-208,-26 290 1865,23-359-1775,0-231-4379,5 159 3614,1-17-72,-2 0-1,-2 0 1,-12-63 0,11 106 1424,0 10-575,-4 17 37,-57 191 1488,-99 221 0,158-422-1755,3-8-62,1-1-1,-1 1 0,0-1 0,-1 0 1,1 0-1,-1 0 0,-7 7 1,2-9-163,4-21-908,-11-222-1061,-19-156-18,33 379 2123,2 13 11,0 0 1,-1-1 0,1 1 0,-1-1 0,0 1-1,0 0 1,0-1 0,0 1 0,-1 0-1,1 0 1,-1 0 0,-3-5 0,5 8-55,0 0 1,-1-1-1,1 1 0,0 0 1,0 0-1,0 0 1,0 0-1,0 0 1,-1 0-1,1 0 0,0 0 1,0 0-1,0 0 1,0 0-1,-1 0 0,1 0 1,0 0-1,0 0 1,0 0-1,-1 0 1,1 0-1,0 0 0,0 0 1,0 0-1,0 0 1,-1 0-1,1 0 1,0 0-1,0 0 0,0 0 1,0 0-1,0 0 1,-1 1-1,1-1 1,0 0-1,0 0 0,0 0 1,0 0-1,0 0 1,0 0-1,-1 1 1,1-1-1,0 0 0,0 0 1,0 0-1,0 0 1,0 1-1,0-1 0,0 0 1,0 0-1,0 0 1,0 0-1,0 1 1,0-1-1,0 0 0,0 0 1,0 0-1,0 0 1,0 1-1,0-1 1,0 0-1,0 0 0,0 0 1,0 1-1,-5 26 274,0 1-1,2 0 1,0 45-1,0-13-170,-11 140 334,-4 90-419,18-665-1626,0 369 1605,-3-46-62,3 51 71,0 0 1,0 0-1,0 1 0,0-1 1,-1 0-1,1 0 1,0 0-1,0 0 1,0 0-1,-1 0 0,1 0 1,-1 0-1,1 1 1,-1-1-1,1 0 1,-1 0-1,1 1 0,-1-1 1,1 0-1,-1 1 1,0-1-1,0 0 0,1 1 1,-1-1-1,0 1 1,0-1-1,0 1 1,1 0-1,-1-1 0,0 1 1,0 0-1,0-1 1,0 1-1,0 0 0,0 0 1,0 0-1,0 0 1,0 0-1,1 0 1,-1 0-1,0 0 0,-2 1 1,2-1 21,0 1-1,0 0 1,0 0 0,0 0 0,0-1 0,0 1 0,0 0-1,0 0 1,0 0 0,0 1 0,0-1 0,1 0 0,-1 0-1,0 0 1,1 0 0,-1 1 0,1-1 0,-1 3 0,-30 87 433,-24 117 1,1 2 506,40-159-612,7-24-77,0 0-1,-2-1 1,-22 46 0,30-72-302,1 1 1,0 0 0,-1 0-1,1 0 1,0 0 0,-1-1-1,1 1 1,-1 0 0,1 0-1,-1-1 1,1 1-1,-1 0 1,0-1 0,1 1-1,-1-1 1,0 1 0,1-1-1,-1 1 1,0-1 0,0 1-1,0-1 1,1 0 0,-1 1-1,0-1 1,0 0 0,0 0-1,0 0 1,0 0-1,-1-1-50,1 0-1,0 0 1,0 0-1,0 0 1,0 0-1,0-1 1,0 1-1,0 0 1,0-1-1,1 1 0,-1 0 1,0-1-1,1 1 1,-1-1-1,0-2 1,-36-129-517,-15-47 29,42 152 394,0 0-37,-25-50-1,33 73 198,-1 0-1,1 0 1,-1 0-1,-1 1 1,1-1-1,-1 1 1,1 0-1,-1 0 1,-1 0-1,1 0 1,0 1 0,-1 0-1,0 0 1,0 0-1,1 0 1,-9-2-1,12 5 15,-1-1 0,0 1 0,0 0 0,0 0 0,1 0 0,-1 0 0,0 0 0,0 0 1,0 0-1,1 1 0,-1-1 0,0 1 0,0-1 0,1 1 0,-1 0 0,0-1 0,1 1 0,-1 0 0,1 0 0,-3 2 0,-23 29 137,-4 20 71,1 1-1,-43 112 0,-11 24 1754,83-187-1958,0 0-1,1-1 1,-1 1-1,0-1 1,0 1-1,0-1 0,-1 1 1,1-1-1,0 0 1,0 1-1,-1-1 1,1 0-1,-3 1 0,4-2-32,0 0 1,-1 0-1,1 0 0,-1 0 0,1 0 0,-1 0 0,1 0 0,-1 0 0,1 0 0,-1 0 0,1 0 0,-1 0 0,1 0 0,0 0 0,-1 0 0,1-1 0,-1 1 0,1 0 1,-1 0-1,1-1 0,0 1 0,-1 0 0,1-1 0,0 1 0,-1 0 0,1-1 0,0 1 0,0 0 0,-1-1 0,1 0 0,-3-4-82,1-1 0,0 1-1,0 0 1,1-1 0,-1 0 0,0-8-1,-72-382-797,56 329 775,-3 0 0,-3 2 0,-57-112 0,77 169 165,-19-28 81,22 34-86,0 1 0,0-1 0,-1 1 0,1 0 0,0-1 0,-1 1 0,1 0 0,-1 0 0,1 0 0,-1 0 0,0 0-1,1 1 1,-1-1 0,0 0 0,0 1 0,0-1 0,1 1 0,-4-1 0,3 2-27,1 0 0,-1 0 0,0 0 1,1 0-1,-1 0 0,1 1 0,-1-1 0,1 0 1,-1 1-1,1-1 0,0 1 0,0-1 0,0 1 0,0-1 1,0 1-1,0 0 0,0 0 0,1 0 0,-1-1 0,0 1 1,1 0-1,-1 2 0,-14 54 45,13-48-42,-17 79 69,3-11 94,-33 94 0,37-146-205,7-22-76,4-13-188,-5-126-559,4 33 825,-80-508-1375,76 570 1502,1 1-1,2-62 1,3 106-14,1-1 1,0 1 0,1-1-1,-1 1 1,1-1 0,-1 0-1,1 1 1,1-1 0,3 6 0,7 14 178,99 262 1007,-51-123-1129,-59-158-172,4 11 21,1 0 1,0-1-1,13 18 0,-19-30-48,2 0 0,-1 0 0,0 0 0,1-1 0,-1 1 0,1-1 0,0 1 0,0-1-1,5 3 1,-7-5-8,1 1-1,-1 0 1,1-1-1,-1 0 0,1 1 1,-1-1-1,1 0 1,-1 0-1,1 0 0,-1 0 1,1 0-1,-1 0 1,1-1-1,-1 1 0,1 0 1,-1-1-1,0 1 1,1-1-1,-1 1 0,1-1 1,-1 0-1,0 1 0,2-3 1,1 0-18,-1 0 1,1 0-1,-1-1 1,0 0-1,-1 1 1,1-1-1,0 0 1,-1 0-1,0-1 1,0 1-1,1-5 1,16-55-47,-15 46 81,21-110 110,-6 0 1,5-165-1,-7 51 303,-16 222-340,-1 17-29,0 0-1,0 0 1,0 0-1,0 0 1,1 0 0,-1 0-1,1 0 1,0 0-1,-1 1 1,1-1-1,1 0 1,-1 0 0,0 1-1,3-5 1,-4 7-3,0 0 0,1 0 0,-1 0 0,0 0 0,0-1 0,0 1 0,0 0 0,0 0 0,1 0 0,-1 0 0,0 0 0,0 0 0,0 0 0,0 0 0,0 0 0,1 0 0,-1 0 0,0 0 0,0 0 0,0 0 0,0 0 0,1 0 0,-1 0 0,0 0 0,0 0 1,0 0-1,0 0 0,1 0 0,-1 0 0,0 0 0,0 0 0,0 0 0,0 0 0,0 1 0,1-1 0,-1 0 0,0 0 0,0 0 0,0 0 0,0 0 0,0 0 0,0 1 0,0-1 0,1 0 0,-1 0 0,0 0 0,0 0 0,0 0 0,0 1 0,0-1 0,0 0 0,0 0 0,0 0 0,0 0 0,0 1 0,0-1 0,0 0 0,0 0 0,0 0 0,0 0 0,0 1 0,0-1 1,7 30 291,0 0 1,-2 0 0,2 34 0,-1-7-138,5 62 117,-7-63-42,2 1 1,21 83-1,-26-135-230,1-1-1,0 1 1,0-1-1,0 1 1,1-1-1,-1 0 1,1 0-1,0 0 1,7 6 0,-9-9-22,0 0 1,0 0 0,0 0 0,1 0 0,-1 0 0,0 0 0,1-1 0,-1 1 0,1 0 0,-1-1 0,0 1 0,1-1-1,0 0 1,-1 1 0,1-1 0,-1 0 0,1 0 0,-1 0 0,1 0 0,0 0 0,-1 0 0,1 0 0,-1-1 0,1 1-1,-1-1 1,1 1 0,-1-1 0,1 1 0,-1-1 0,1 0 0,-1 0 0,0 1 0,1-1 0,-1 0 0,1-2 0,8-7-100,0-1 1,-1 0 0,-1-1 0,0 0 0,0 0 0,-1-1 0,-1 0 0,5-13 0,6-19-80,13-58-1,-6-12 303,-6-1 0,-4-1-1,-3-195 1,-11 310 638,0 19 24,0-13-777,-1 9 60,1 0 0,1 1-1,0-1 1,1 0-1,7 23 1,-9-33-89,1-1 0,0 0 0,0 1 0,0-1 0,1 0 0,-1 0 0,1 0 1,-1 0-1,1 0 0,-1 0 0,1 0 0,0 0 0,0-1 0,0 1 0,0-1 0,0 1 0,1-1 0,-1 0 1,0 0-1,0 0 0,1 0 0,-1 0 0,1-1 0,-1 1 0,1-1 0,-1 1 0,1-1 0,-1 0 0,1 0 0,-1 0 1,1 0-1,-1-1 0,1 1 0,-1-1 0,1 1 0,-1-1 0,1 0 0,-1 0 0,3-1 0,-1-1-51,1 0 0,-1 1-1,0-1 1,0-1 0,0 1-1,0-1 1,0 1 0,-1-1-1,0 0 1,0 0 0,0-1-1,0 1 1,0-1 0,-1 1-1,3-9 1,4-9-147,11-45 0,-8-16 95,-7 42 155,-5 40-9,0 0 1,0 0-1,0 0 0,0 0 1,0 0-1,0 0 1,1 0-1,-1 0 0,1 0 1,-1 0-1,0 0 0,1 0 1,0 0-1,-1 0 0,1 0 1,0 0-1,-1 0 1,2-1-1,-1 2 0,0 0 1,-1 0-1,1 0 1,-1 0-1,1 0 1,0 0-1,-1 0 1,1 0-1,-1 0 1,1 0-1,0 0 0,-1 0 1,1 0-1,-1 0 1,1 1-1,0-1 1,-1 0-1,1 0 1,-1 1-1,1-1 1,-1 0-1,1 1 1,0 0-1,2 2 38,1 0 0,-1 0 0,0 1 0,0 0 0,0 0 1,0-1-1,2 7 0,44 100 815,36 119 0,-9-18-775,-73-206-99,27 58 38,-28-60-70,0 0 1,1 0 0,-1 0 0,0 0-1,1 0 1,0-1 0,0 1 0,0-1 0,0 0-1,0 0 1,0 0 0,0 0 0,1-1-1,-1 1 1,7 1 0,-8-3 6,-1 0 0,1 1 1,-1-1-1,1 0 0,-1 0 0,1-1 1,0 1-1,-1 0 0,1 0 0,-1-1 0,1 1 1,-1-1-1,1 1 0,-1-1 0,1 0 1,-1 0-1,0 0 0,1 1 0,-1-1 1,0 0-1,0-1 0,0 1 0,0 0 1,1 0-1,-2 0 0,1-1 0,0 1 0,0 0 1,1-3-1,18-50-429,-16 39 392,41-163-1217,-30 108 906,27-73-1,-40 138 371,0 0-1,0 0 1,0 0-1,1 0 1,0 0-1,0 0 0,0 1 1,1-1-1,4-3 1,-8 7 15,1 0 0,0 1 0,0-1 0,0 1 0,-1-1 0,1 1 0,0-1 0,0 1 0,0 0 0,0-1 1,0 1-1,0 0 0,0 0 0,0 0 0,0 0 0,0 0 0,0 0 0,0 0 0,0 0 0,0 0 0,0 0 1,1 1-1,0 0 22,0 0 0,-1 0 1,1 0-1,0 1 0,0-1 1,-1 1-1,1-1 0,-1 1 1,1-1-1,-1 1 0,0 0 1,1 0-1,-1 0 0,1 2 1,13 31 519,-1 0 0,-1 1 0,13 66 1,13 37 375,-27-102-797,-7-20-109,0-1 0,2-1 1,9 19-1,-7-27-2137,-5-19 1170,-3-24 571,-1 32 271,0-244-1094,0 247 1181,0 1-1,0 0 1,1 0 0,-1 0-1,0 0 1,1 0 0,-1 0-1,0 0 1,1 0 0,-1 1 0,0-1-1,0 0 1,1 0 0,-1 0-1,0 0 1,1 0 0,-1 0-1,0 1 1,0-1 0,1 0-1,-1 0 1,0 0 0,0 1-1,0-1 1,1 0 0,-1 0-1,0 0 1,0 1 0,0-1-1,0 0 1,1 1 0,-1-1-1,0 0 1,0 0 0,0 1-1,0-1 1,0 0 0,0 1-1,17 24-798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53 170 2561,'0'0'8112,"0"32"-7431,0-21-645,-7 493 999,-36 14 698,42-507-1521,0 7-809,13-45-320,132-510 968,-87 291-67,-51 222 6,-3 8-27,1-1 1,1 1-1,0 0 1,1 1-1,10-19 0,-16 34 32,4-4-149,-2 16 131,-4 167 736,-33 232 1,28-354-958,0 102 0,16-192-1164,-1 12 1246,121-472 58,-69 238 36,-55 238 66,6-29-11,2 0 1,28-65 0,-24 85-154,-6 23-10,-1 18 186,-3 7 213,-2 0-1,0 0 1,-2 0 0,2 33-1,-3 104 360,-3-100-443,1-25-30,9 193 506,-9-224-624,0 1 1,1-1-1,0 0 0,-1 0 1,1 1-1,1-1 0,-1 0 1,0 0-1,4 4 0,-5-6-27,1 0-1,0 0 0,-1-1 0,1 1 0,0 0 1,0 0-1,0-1 0,-1 1 0,1 0 1,0-1-1,0 1 0,0-1 0,0 1 0,0-1 1,0 0-1,0 1 0,1-1 0,-1 0 1,0 0-1,1 0 0,1 0-15,0-1 1,0 0-1,-1 0 0,1 0 1,0 0-1,-1-1 1,1 1-1,-1-1 0,1 1 1,-1-1-1,0 0 0,1 0 1,-1 0-1,0 0 1,0 0-1,-1-1 0,1 1 1,0-1-1,-1 1 1,2-4-1,28-56 25,-2-1 0,36-114-1,-18 42 109,-37 104-79,-8 23-14,0 0 0,1 0 0,0 0 0,0 0 1,0 1-1,1-1 0,0 1 0,1 0 0,0 0 0,0 0 0,10-10 1,-14 17 5,0-1 0,0 1 0,0-1 0,-1 1 1,1-1-1,0 1 0,0 0 0,0 0 1,0-1-1,0 1 0,0 0 0,0 0 1,0 0-1,0 0 0,0 0 0,0 0 1,0 1-1,0-1 0,0 0 0,0 0 0,0 1 1,0-1-1,0 0 0,-1 1 0,1-1 1,0 1-1,0-1 0,0 1 0,-1 0 1,1-1-1,0 1 0,0 0 0,-1-1 0,1 1 1,-1 0-1,1 0 0,0 1 0,17 38 421,-15-33-345,58 179 1245,10 29-454,-67-205-851,0 0 0,1 0-1,0-1 1,10 15 0,-14-22-34,0-1 1,-1 0-1,1 0 1,0 0 0,0 1-1,0-1 1,0 0 0,0 0-1,0 0 1,1-1-1,-1 1 1,0 0 0,0 0-1,1 0 1,-1-1 0,0 1-1,1-1 1,-1 1-1,1-1 1,-1 0 0,1 1-1,-1-1 1,1 0 0,-1 0-1,0 0 1,1 0 0,-1 0-1,1-1 1,-1 1-1,1 0 1,-1-1 0,1 1-1,-1 0 1,0-1 0,1 0-1,-1 1 1,0-1-1,1 0 1,-1 0 0,0 0-1,0 0 1,0 0 0,0 0-1,0 0 1,1-1-1,6-10-13,-1 0-1,-1 0 0,0 0 0,-1-1 0,0 0 0,-1 0 0,3-15 0,-4 16 33,59-246 21,4-17 156,-58 255-171,-4 21 57,0 14 121,24 208 1145,-7-43-452,-21-178-882,0 0 1,0 0-1,1 0 0,-1 0 0,0 0 0,1 0 0,0 0 0,-1 0 1,1 0-1,0 0 0,0 0 0,0 0 0,0-1 0,1 1 0,0 2 1,-1-4-19,0 0 0,-1 0 0,1 0 0,-1 0 0,1 0 0,0 0 0,-1 0 0,1-1 0,-1 1 1,1 0-1,-1 0 0,1 0 0,0-1 0,-1 1 0,1 0 0,-1 0 0,1-1 0,-1 1 0,1 0 1,-1-1-1,0 1 0,1-1 0,-1 1 0,1-1 0,-1 1 0,0 0 0,1-1 0,-1 0 0,0 1 1,0-1-1,1 0 0,3-7-79,0 0-1,-1 0 1,0 0 0,0 0 0,2-15 0,3-52 108,-2-125 1,-6 170 1,0 29-6,-1 0-1,1 1 1,0-1-1,0 0 1,0 0-1,-1 0 1,1 0-1,0 1 0,0-1 1,0 0-1,0 0 1,1 0-1,-1 0 1,0 0-1,0 1 1,0-1-1,1 0 1,-1 0-1,0 0 1,1 1-1,-1-1 1,0 0-1,1 0 0,-1 1 1,2-2-1,2 9-57,9 26 210,-1 1 1,-2 1-1,11 60 0,-1-6-13,-2-15-58,52 191 175,-68-258-276,1 0 1,0-1-1,0 1 0,0-1 1,1 1-1,4 5 0,-7-11-12,-1 0 0,1 0-1,0 0 1,-1 0 0,1 0 0,0-1-1,0 1 1,-1 0 0,1-1 0,0 1-1,0 0 1,0-1 0,0 1 0,0-1-1,0 1 1,0-1 0,0 0 0,0 1-1,0-1 1,1 0 0,-1 0 0,0 0-1,0 0 1,0 0 0,0 0 0,0 0-1,0 0 1,0 0 0,0 0-1,1-1 1,-1 1 0,0 0 0,0-1-1,0 1 1,0-1 0,0 1 0,0-1-1,-1 0 1,1 1 0,0-1 0,0 0-1,0 1 1,0-1 0,-1 0 0,1 0-1,0 0 1,-1 0 0,1 0 0,0-1-1,8-14-38,0 1-1,-1-1 1,-1 0-1,0-1 0,-1 1 1,6-32-1,14-111 103,-19 142-80,-1 14-32,1 14 49,17 72 326,-3 2 0,-4 0 0,7 105 0,-15-61 13,-10 169 0,-6-226-159,6-67-153,0 1 1,-1-1-1,0 1 1,0-1-1,0 0 1,0 0 0,-1 0-1,0 0 1,0 0-1,-6 7 1,9-12-19,0 0-1,-1 0 1,1 0 0,-1 0 0,1 0-1,0 0 1,-1 0 0,1 0 0,-1 0-1,1 0 1,-1 0 0,1 0 0,0-1-1,-1 1 1,1 0 0,-1 0 0,1 0-1,0 0 1,-1-1 0,1 1 0,0 0-1,-1 0 1,1-1 0,0 1-1,0 0 1,-1-1 0,1 1 0,0 0-1,0-1 1,-1 1 0,1 0 0,0-1-1,0 1 1,0-1 0,0 1 0,-1 0-1,1-1 1,0 1 0,0-1 0,0 1-1,0 0 1,0-1 0,0 0 0,-8-24-579,-38-221-1026,-16-62-146,59 296 1757,3 10 22,0 0-1,0 0 1,0-1 0,-1 1 0,1 0 0,-1 0 0,0 0 0,1 0 0,-1 0 0,0 0 0,0 0 0,0 0-1,0 0 1,-1 1 0,1-1 0,0 0 0,-1 1 0,1-1 0,-1 1 0,0-1 0,-2 0 0,4 2 4,-1 0 0,1 0 0,0 0 1,-1 1-1,1-1 0,-1 0 1,1 0-1,0 1 0,-1-1 0,1 0 1,0 1-1,-1-1 0,1 1 1,0-1-1,-1 0 0,1 1 0,0-1 1,0 1-1,-1-1 0,1 1 0,0-1 1,0 1-1,0-1 0,0 1 1,0-1-1,0 1 0,0-1 0,0 1 1,0-1-1,0 1 0,0-1 1,0 1-1,0-1 0,0 1 0,0-1 1,0 0-1,1 2 0,-14 312 620,-3 51-140,8-278 135,-4 0 0,-29 102 1,39-182-595,0 1 1,0-1 0,-1 0-1,0 0 1,0 0 0,-9 12-1,12-18-47,-1 0-1,0 0 0,1 0 1,-1-1-1,0 1 0,0 0 1,0-1-1,1 1 1,-1-1-1,0 1 0,0-1 1,0 1-1,0-1 0,0 1 1,0-1-1,0 0 0,0 0 1,0 0-1,0 1 0,-1-1 1,1 0-1,-1-1 0,0 1-47,0-1 0,0 0 0,-1 0 0,1 0 0,0 0 0,0 0 0,1-1-1,-1 1 1,0-1 0,0 1 0,1-1 0,-1 1 0,1-1 0,-3-3 0,-13-19-208,2-1 0,1-1 1,-14-32-1,-6-12 245,-11-14 81,-4 1 1,-113-142-1,162 224-24,-1 0 0,0-1 0,0 1 0,0 0 0,0 0 0,0 0 0,0 0 0,0 1 1,-1-1-1,1 0 0,0 0 0,0 1 0,-1-1 0,1 1 0,-3-2 0,4 3-5,-1-1-1,1 0 0,-1 0 1,1 0-1,-1 0 1,1 1-1,0-1 0,-1 0 1,1 0-1,-1 1 1,1-1-1,-1 0 1,1 1-1,0-1 0,-1 0 1,1 1-1,0-1 1,-1 1-1,1-1 0,0 0 1,0 1-1,-1-1 1,1 1-1,0-1 1,0 1-1,0-1 0,0 1 1,-1 0-1,-2 49 681,3-40-796,0 508 666,12-575-2036,4-78 1305,-7-1-1,-8-164 1,-2 291 160,-5-45-138,6 52 152,-1 1 1,1-1-1,-1 0 1,1 1-1,-1-1 1,0 0 0,1 1-1,-1-1 1,0 1-1,0-1 1,0 1-1,0 0 1,-1-1-1,1 1 1,0 0-1,0 0 1,-1 0 0,1 0-1,-1 0 1,1 0-1,-1 0 1,1 0-1,-1 0 1,0 1-1,1-1 1,-3 0 0,2 2 13,1-1 1,-1 0 0,0 0 0,0 1 0,1-1 0,-1 1 0,0 0 0,1 0 0,-1-1 0,1 1 0,-1 0 0,1 0 0,-1 0 0,1 0 0,0 1 0,-1-1 0,1 0 0,0 1 0,0-1 0,0 0 0,0 1 0,0 0 0,0-1 0,1 1 0,-1-1 0,-1 4 0,-18 56 261,15-45-250,-28 101 195,-43 126 1043,75-239-1232,0-1-1,-1 0 1,1 1-1,-1-1 0,0 0 1,0 0-1,0 0 0,-5 5 1,7-8-54,-1 0 1,1 1 0,0-1-1,-1 0 1,1 0 0,0 0-1,-1 0 1,1 0 0,0 1-1,-1-1 1,1 0 0,-1 0-1,1 0 1,0 0 0,-1 0 0,1 0-1,-1 0 1,1 0 0,0 0-1,-1-1 1,1 1 0,0 0-1,-1 0 1,1 0 0,0 0-1,-1 0 1,1-1 0,0 1-1,-1 0 1,1 0 0,0-1-1,-1 1 1,1 0 0,0 0-1,0-1 1,-1 1 0,1 0-1,0-1 1,0 1 0,0 0-1,0-1 1,-1 0 0,-2-8-197,-1-1 0,2 1 1,-1-1-1,0-15 0,0 8 200,-20-117-472,-57-260-524,80 393 1016,0 0 0,0 1 1,0-1-1,0 0 0,0 1 1,0-1-1,-1 0 1,1 1-1,0-1 0,0 1 1,-1-1-1,1 0 1,0 1-1,-1-1 0,1 1 1,0-1-1,-1 1 0,1-1 1,-1 1-1,1-1 1,-1 1-1,1 0 0,-1-1 1,1 1-1,-1-1 0,0 1 1,1 0-1,-1 0 1,0-1-1,-1 2 19,1 0-1,0-1 1,0 1-1,0 0 1,0 0-1,0 0 1,0 0-1,0 0 1,0 0 0,1 0-1,-1 0 1,0 0-1,1 0 1,-1 1-1,0-1 1,0 2-1,-53 127 258,-15 29 147,57-137-116,0 0 0,-1-1 0,-1-1 0,-33 36 0,46-55-307,1 0 0,-1 0 0,0 0 0,0 0 0,0 0 0,0 0 0,0 0 0,0 0 0,0 0 0,0 0 0,0 0 0,0-1 0,0 1 0,0 0 0,-1-1 0,1 1 0,0-1 0,0 0 0,-1 1 0,1-1 0,0 0 0,-1 0 0,1 0 0,0 1 0,-1-1 0,1-1 0,0 1 0,-1 0 0,1 0 0,0-1 0,-1 1 0,1 0 0,0-1 0,0 1 0,-1-1 0,1 0 0,0 1 0,0-1 0,0 0 0,0 0 0,0 0 0,0 1 0,0-1 0,0 0 0,0 0 0,-1-2 0,-2-5-91,0 1 0,1 0 0,-1-1-1,2 0 1,-1 0 0,-1-9 0,-23-108-386,-16-67-88,34 160 489,-2 1 0,-1 0 0,-27-52 0,2 34 144,36 48-73,0 0 1,0 0-1,-1 0 0,1 0 1,0 0-1,0 0 0,-1 0 1,1 1-1,0-1 1,-1 0-1,1 1 0,-1-1 1,1 1-1,-1-1 0,-1 1 1,2 0-3,0 0 1,0 1 0,0-1 0,0 0 0,0 1-1,1-1 1,-1 1 0,0-1 0,0 1 0,0 0-1,1-1 1,-1 1 0,0 0 0,1-1 0,-1 1 0,1 0-1,-1 0 1,1 0 0,-1-1 0,1 1 0,-1 0-1,1 0 1,0 0 0,-1 0 0,1 0 0,0 0-1,0 1 1,-5 22 32,2 0 0,1 0-1,1 0 1,3 41 0,-1-5 31,-1-49-62,0 32 25,7 50 0,-6-82-39,0-1-1,1 0 1,1 0 0,0 1-1,0-2 1,1 1 0,0 0-1,0-1 1,1 0 0,11 15-1,-15-23-18,0 1 0,0-1 0,0 1-1,0-1 1,0 0 0,0 0 0,1 0-1,-1 1 1,0-1 0,1-1 0,-1 1-1,1 0 1,-1 0 0,1 0 0,0-1 0,-1 1-1,1-1 1,0 1 0,-1-1 0,1 0-1,0 0 1,0 0 0,-1 0 0,1 0-1,0 0 1,-1 0 0,1 0 0,0-1 0,0 1-1,-1-1 1,1 1 0,-1-1 0,1 1-1,0-1 1,-1 0 0,1 0 0,-1 0-1,0 0 1,2-1 0,2-3-62,-1 1-1,0-1 1,0 0-1,0 0 1,-1 0-1,0-1 1,0 1-1,0-1 1,3-10 0,5-20-132,-2 0 1,-1 0-1,4-66 1,-6-114-1078,-6 205 1246,0-6 136,0 0 1,-1 0-1,-1 0 1,-1 0-1,0 1 1,-1-1-1,-1 1 1,-8-18-1,12 50 1249,1 9-1097,0 51 88,13 111 0,-5-133-1068,3 93 0,-11-130-2032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777 33 5129,'0'0'6519,"0"-11"3317,-2 7-9825,-14 0 145,1 0-1,-1 0 1,0 2-1,0 0 1,0 1-1,-1 0 1,-26 4-1,-1-2 183,22 0-262,1 1 0,-1 1 0,1 1 1,-1 1-1,1 1 0,1 0 0,-1 2 0,1 1 0,-22 12 1,14-5 26,1 1 1,0 2 0,1 0 0,2 2-1,-38 39 1,47-42-83,0 2 0,2 0-1,0 0 1,1 2 0,1-1 0,1 1-1,1 1 1,0 0 0,2 0 0,-5 29-1,2 9 27,3 1 0,1 106-1,6-158-55,0-1-1,1 0 1,0 0-1,0 0 1,1 0-1,1 0 1,-1 0-1,2 0 1,-1-1-1,1 1 1,0-1-1,1 0 1,0 0-1,7 9 1,-4-9-3,-1 0 0,1-1 0,1 0 0,0 0 0,0-1 0,0 0 0,0-1 0,1 1 1,0-2-1,0 0 0,19 5 0,22 2 265,1-3 1,0-2-1,0-2 0,98-7 1,-47 2-22,-102 1 955,38 6 13,-22-2-2371,30 0-9415,-22-4 4227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475 10 5313,'0'0'11804,"0"-1"-11685,0 1 0,0 0-1,0-1 1,0 1 0,0-1 0,0 1-1,0 0 1,0-1 0,0 1 0,-1 0-1,1-1 1,0 1 0,0 0 0,0-1 0,-1 1-1,1 0 1,0 0 0,0-1 0,-1 1-1,1 0 1,0 0 0,0-1 0,-1 1-1,1 0 1,0 0 0,-1 0 0,1 0-1,0-1 1,-1 1 0,1 0 0,0 0 0,-1 0-1,1 0 1,-1 0 0,-6 1 152,0 0 0,0 1 0,0-1 0,1 2 0,-1-1 0,0 1 0,1 0 0,0 0 0,0 0 0,0 1 0,-8 7 1,-1 0-185,1 1 1,1 0 0,-19 22-1,6 2-56,1 1-1,1 1 1,3 1-1,1 1 1,-22 61-1,9-1 85,-24 123 1,37-115-109,-10 165 1,21 111-61,11-344 47,1-1-1,1 1 0,3-1 1,1 0-1,16 47 0,82 176 70,-73-190 61,-26-63-2984,-3-20 134,-3-31-3579,-1 37 4707,0-32-6448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0 967 8410,'0'0'6831,"8"-24"-6371,124-417 2348,-127 423-2714,44-143 631,-40 136-682,2 1 1,0 1 0,1 0 0,21-30 0,-32 51-56,0 0 0,0 1 0,1-1 0,-1 0 0,1 0 0,0 1 0,-1-1 1,1 1-1,0-1 0,0 1 0,0 0 0,0 0 0,0 0 0,0 0 0,0 0 0,0 0 0,4 0 0,-5 1 18,1 0 0,-1 0 0,0 0 0,1 0 0,-1 1 0,1-1-1,-1 1 1,1-1 0,-1 1 0,0 0 0,0-1 0,1 1 0,-1 0-1,0 0 1,0 0 0,0 0 0,0 0 0,0 0 0,0 0 0,1 2-1,5 7 131,-1 0 0,-1 1 0,0-1-1,0 1 1,3 14 0,-5-15 5,30 101 436,-6 2 1,13 121-1,-37-216-557,25-155-2216,-6 19 1961,-11 44-50,4 1 0,3 0 0,44-112 0,-58 177 233,-1 1 0,1 0 0,0 0 0,11-12 1,-14 17 41,0 0 0,1 1 0,-1-1 0,1 1 1,0 0-1,-1-1 0,1 1 0,0 0 0,0 0 1,0 0-1,0 0 0,0 0 0,0 1 1,0-1-1,0 0 0,0 1 0,0 0 0,0-1 1,1 1-1,-1 0 0,4 0 0,-4 1 28,-1 0 0,1 0 0,-1 0 1,1-1-1,-1 1 0,0 1 0,1-1 0,-1 0 0,0 0 0,0 0 0,0 1 0,0-1 0,0 0 0,0 1 0,0-1 0,0 1 1,0-1-1,-1 1 0,1 0 0,-1-1 0,1 1 0,-1 0 0,0-1 0,1 1 0,-1 2 0,3 8 148,17 57 554,-3 2 0,-3-1-1,7 121 1,-16 215 1408,-6-233-1311,1-171-1334,0-8-757,-7-177-7574,7 110 2696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173 264 6385,'0'0'11916,"0"5"-11044,0 17-225,0-17-121,7-11 185,12-34-183,-1-2 0,15-55 0,6-14-332,-39 112-189,0-1 0,0 0-1,0 0 1,1 0 0,-1 1 0,0-1 0,0 0 0,0 0 0,0 0-1,1 0 1,-1 0 0,0 1 0,0-1 0,0 0 0,1 0-1,-1 0 1,0 0 0,0 0 0,0 0 0,1 0 0,-1 0 0,0 0-1,0 0 1,1 0 0,-1 0 0,0 0 0,0 0 0,0 0 0,1 0-1,-1 0 1,0 0 0,0 0 0,1 0 0,-1 0 0,0 0-1,0 0 1,0 0 0,1 0 0,-1 0 0,0-1 0,0 1 0,0 0-1,1 0 1,-1 0 0,0 0 0,0-1 0,0 1 0,0 0 0,0 0-1,1-1 1,3 34 222,-3-21-146,22 219 513,-10 306 1,-40-537-1127,-68-25 339,71 17 188,0 1-1,0 2 1,-48-6 0,-1 11 879,72 0-634,17 0-313,95 6 726,-2 5 0,164 37 0,-84-12-364,-167-36-676,-16-8-1819,-18-22-2806,5 17 4538,-14-35-5694,-4 2-3744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11002,'0'0'11443,"12"28"-10726,-5-13-615,19 40 300,2-1 1,37 53 0,4-6 78,-3 3 0,-5 2 0,-5 3 1,46 127-1,-70-139-205,-5 1 1,-3 1 0,-5 1 0,7 127-1,-22-154-105,-3-1 0,-3 1 0,-3 0 0,-4-1-1,-3 0 1,-35 118 0,37-158-61,-2-2 1,-1 1-1,-2-1 0,-1-1 0,-1-1 1,-1 0-1,-2-1 0,0-1 1,-38 35-1,-63 38 266,13-12 233,106-86-589,1 0 0,0 0-1,-1 0 1,1 0-1,-1 0 1,1 0-1,-1 0 1,1 0-1,-1 0 1,0-1 0,1 1-1,-1-1 1,0 1-1,1-1 1,-1 0-1,-3 1 1,3-2-220,1 1 0,-1 0 0,1-1 1,-1 1-1,1-1 0,-1 1 0,1-1 0,-1 0 1,1 0-1,0 1 0,-1-1 0,1 0 0,0 0 1,0-1-1,-2-1 0,-1-2-1162,0-1 1,1 1-1,0-1 0,0 0 1,0 0-1,1 0 0,-4-13 1,4-5-5833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1328 1 6737,'0'0'6967,"7"10"-6053,3 26-408,-1 2 0,-1-1 0,3 64 0,-5-43-231,34 557 1362,-34 12-384,-7-574-1172,-2 1 0,-2-1 0,-3 0 0,-1-1 1,-24 70-1,20-82-37,-3-2-1,-1 0 1,-2-1 0,-1-1 0,-2 0 0,-2-2 0,-38 43-1,11-22 7,-2-2 0,-2-2 0,-3-3 0,-127 81 0,139-102-2,-1-2 0,-2-2 0,0-3 0,-1-1 0,0-3 0,-2-2 0,-99 14 0,127-25 149,-4-1 119,1 1 1,-1 2-1,1 0 0,-32 12 1,45-11-108,-23 6 704,36-12-595,-12-5-14381,6-7 9905,-5 0-1654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325 8 4729,'0'0'7896,"0"-1"-7761,0 1 0,0-1 0,0 1 0,-1 0 0,1-1 0,0 1 0,0-1 0,-1 1 0,1 0 0,0-1 0,-1 1 0,1 0 0,0-1 0,-1 1 0,1 0 0,-1 0 0,1-1 0,-1 1 0,1 0 0,0 0 0,-1 0 0,1-1 0,-1 1-1,1 0 1,-1 0 0,1 0 0,-1 0 0,1 0 0,-1 0 0,1 0 0,-1 0 0,1 0 0,-1 0 0,0 1 0,-4 1-60,0 1 1,0 0-1,0 0 1,0 1-1,0 0 0,1-1 1,0 1-1,0 1 1,0-1-1,0 1 1,0 0-1,-4 8 0,-8 8-15,-16 23 74,1 1 0,2 1-1,3 2 1,1 0 0,3 2 0,-27 84-1,45-118-101,0 0 1,0-1-1,2 1 0,0 0 0,0 25 0,2-36-45,0-1 0,0 0 0,1 0 0,-1 0 0,1 1 1,0-1-1,0 0 0,1 0 0,-1 0 0,1 0 1,0 0-1,0-1 0,0 1 0,0 0 0,1-1 0,0 0 1,-1 1-1,1-1 0,0 0 0,0-1 0,1 1 0,-1 0 1,1-1-1,-1 0 0,6 3 0,9 1-25,0 0 0,1-1 0,0-1 0,0-1 0,29 2 0,101-5 48,-69-2 67,208 2 963,-287 0-379,11 0-10552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939 75 6145,'0'0'8948,"0"-6"-7846,0-29 1834,-2 33-2864,-1 0 1,1 1-1,-1-1 0,1 1 1,-1-1-1,0 1 0,0 0 1,0 0-1,0 0 1,0 0-1,0 1 0,0-1 1,-3 1-1,2-1-8,-24-5 13,0 2-1,-1 1 0,1 1 1,-1 1-1,0 1 0,1 2 1,-1 1-1,1 1 0,-1 2 1,1 0-1,1 2 1,0 1-1,0 2 0,0 0 1,-33 21-1,28-11 19,1 1 0,0 1 0,2 2 0,1 1 0,1 1 0,1 2 0,2 0 0,-24 38 0,30-39 5,1 2 0,1 0 0,1 0-1,2 2 1,1 0 0,2 0 0,1 1 0,1 0 0,-4 48 0,8-42-51,3 1-1,3 46 1,-1-73-50,1 0 0,1 0 0,0-1 0,0 1 0,1-1 0,1 0 0,0 0 0,1 0 0,0-1-1,10 15 1,-4-10-21,1-1-1,1 0 1,0-1-1,1 0 0,1-1 1,0-1-1,0-1 1,21 11-1,-10-8-11,0-2-1,1-1 1,1-1-1,52 11 1,6-8-8,2-4 0,148-4 0,-186-5 58,106-3 1994,-157 2-1938,0-1-36,0 2-187,6-26-14088,1 14 5274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620 13 8690,'0'0'8828,"-20"-3"-8221,6 1-487,8 0-89,1 1 0,0 0 0,-1 0 0,1 0 0,0 0 0,-1 1 0,1 0-1,-1 0 1,1 1 0,-1-1 0,1 1 0,-1 0 0,1 1 0,0-1 0,0 1 0,-1 0 0,1 0 0,1 1-1,-1 0 1,0 0 0,1 0 0,-8 6 0,-9 17 56,1 0 0,1 2 0,-18 34 0,29-47-67,-49 94 206,4 3 0,6 2-1,-40 146 1,56-145 92,5 1 1,5 1-1,6 1 0,4 1 1,6 0-1,10 121 0,-2-213-334,2 0-1,0 0 0,2 0 0,1-1 0,1 0 0,1-1 1,1 0-1,1 0 0,2-1 0,0-1 0,1 0 1,2-1-1,0 0 0,1-2 0,2 0 0,0-1 0,0-1 1,2-1-1,0-1 0,45 24 0,-66-39-212,26 10-701,-15-10-7189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1017 9618,'0'0'6172,"3"-36"-5611,-2 6-436,22-229 697,78-373 687,-99 613-1418,-2 16-70,0 0 0,0 0 1,1 1-1,-1-1 0,1 0 1,0 0-1,0 0 0,0 1 1,0-1-1,0 0 0,0 1 0,3-4 1,-4 6-17,0 0 0,0 0 0,0 0 0,0 0-1,0-1 1,0 1 0,1 0 0,-1 0 0,0 0 0,0 0 0,0 0 0,0 0 0,1 0 0,-1 0 0,0-1 0,0 1 0,0 0 0,1 0 0,-1 0 0,0 0 0,0 0 0,0 0 0,0 0-1,1 0 1,-1 0 0,0 0 0,0 0 0,0 0 0,1 0 0,-1 1 0,0-1 0,0 0 0,0 0 0,0 0 0,1 0 0,-1 0 0,0 0 0,0 0 0,0 0 0,0 1 0,1-1 0,-1 0-1,0 0 1,0 0 0,0 0 0,0 0 0,0 1 0,0-1 0,0 0 0,8 15 121,9 34 181,-2 1-1,-2 0 1,7 60 0,10 163 571,-26-222-656,-2-26-112,10 172 897,-8-176-965,0-17-256,1-15-512,38-243-789,-16 70 812,-17 128 513,-7 29 133,2 0 0,2 0 1,13-39-1,-20 65 46,1-1 0,-1 1 1,0 0-1,1 0 0,-1 0 0,1 0 1,-1 0-1,1 0 0,-1 0 0,1 0 1,0 0-1,-1 0 0,1 0 0,0 1 0,0-1 1,0 0-1,0 0 0,-1 1 0,1-1 1,0 1-1,0-1 0,0 1 0,0-1 1,1 1-1,-1-1 0,0 1 0,2 0 1,-2 0 18,1 1 1,0-1 0,-1 1 0,1 0 0,-1 0 0,1 0 0,-1 0-1,0 0 1,1 0 0,-1 0 0,0 1 0,0-1 0,0 0-1,0 1 1,0-1 0,1 2 0,7 13 235,-1 0 1,10 29-1,-15-38-171,19 52 340,-3 2 1,-2 1-1,11 82 1,-21-71-3531,-4 2-3543,-3-54-834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315 316 1792,'0'0'11607,"-6"-31"-10803,-20-97-239,25 123-525,0-1 0,0 0-1,0 1 1,1-1-1,0 0 1,0 0 0,0 0-1,1 1 1,0-1-1,0 0 1,1 1 0,-1-1-1,1 1 1,0 0-1,1-1 1,-1 1 0,1 0-1,0 0 1,0 0-1,1 1 1,-1-1-1,1 1 1,0 0 0,0 0-1,1 0 1,4-3-1,-6 5 1,1 0 0,-1 0-1,1 1 1,0-1-1,0 1 1,-1 0-1,1 0 1,0 0 0,0 0-1,0 1 1,0 0-1,0 0 1,0 0-1,0 0 1,0 0 0,0 1-1,0 0 1,0 0-1,-1 0 1,1 0-1,0 0 1,0 1 0,-1 0-1,1 0 1,-1 0-1,0 0 1,1 0-1,-1 1 1,0-1 0,0 1-1,3 4 1,2 4 107,0 0 1,-2 0-1,1 0 0,-1 1 1,-1 0-1,0 0 1,-1 1-1,0-1 1,-1 1-1,3 19 0,-1 15 365,-1 74-1,-5-92-459,0 0 0,-2-1 0,-1 1 0,-2-1 0,-1 0 0,0 0 0,-3 0 0,0-1 0,-1-1 0,-2 0 0,-1 0-1,-1-2 1,0 0 0,-2 0 0,-1-1 0,-1-2 0,-23 21 0,32-34-121,0 0 0,0-1 1,-1-1-1,1 1 0,-2-2 0,1 0 0,-1 0 1,1-1-1,-1 0 0,0-1 0,-1-1 0,1 0 1,0 0-1,-18-1 0,25-1 26,0 0 1,-1-1-1,1 0 1,0 1-1,-1-2 1,1 1-1,0-1 0,0 0 1,0 0-1,0 0 1,1 0-1,-1-1 1,1 0-1,-1 0 0,1 0 1,0-1-1,0 1 1,0-1-1,1 0 1,-1 0-1,1-1 1,0 1-1,0-1 0,1 1 1,-1-1-1,1 0 1,0 0-1,0 0 1,1 0-1,-1 0 0,1 0 1,0-1-1,0 1 1,1-9-1,-1 11 29,1 1 0,0 0 0,0 0 0,0-1 0,0 1 0,0 0 0,0-1 0,0 1 0,1 0 0,-1 0 0,1-1-1,0 1 1,-1 0 0,1 0 0,0 0 0,0 0 0,1 0 0,-1 0 0,0 0 0,1 0 0,-1 0 0,1 1 0,-1-1 0,1 1 0,0-1 0,0 1 0,0 0 0,0-1-1,0 1 1,0 0 0,0 0 0,0 0 0,0 1 0,4-2 0,7 0 45,-1 1 0,0 0 0,1 1-1,-1 1 1,19 2 0,-22-2 0,49 9 381,-1 2-1,0 2 1,88 36-1,47 13-42,-159-55-545,0-1 1,0-1-1,68 2 0,-95-8 43,0 0 0,1-1 0,-1 0-1,0 0 1,0 0 0,0 0 0,-1-1-1,1 0 1,0 0 0,0-1-1,-1 0 1,0 0 0,1 0 0,-1 0-1,0-1 1,-1 0 0,8-7-1,-2-2-945,0 0-1,-1-1 0,0 0 0,-1 0 0,10-26 1,15-40-8713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16 888,'0'0'16216,"-8"-3"-15047,-22-9-209,30 12-943,0 0 0,0 0-1,0 0 1,-1 0 0,1 0-1,0 0 1,0 0-1,0 0 1,0 0 0,-1 0-1,1 0 1,0 0 0,0 0-1,0 0 1,0 0-1,-1 0 1,1 0 0,0 0-1,0 0 1,0 0 0,0 1-1,-1-1 1,1 0 0,0 0-1,0 0 1,0 0-1,0 0 1,0 0 0,0 1-1,-1-1 1,1 0 0,0 0-1,0 0 1,0 0-1,0 1 1,0-1 0,0 0-1,0 0 1,0 0 0,0 0-1,0 1 1,0-1-1,0 0 1,0 0 0,0 0-1,0 1 1,0-1 0,0 0-1,0 0 1,0 0-1,0 0 1,0 1 0,0-1-1,0 0 1,0 0 0,0 0-1,1 0 1,-1 1 0,0-1-1,0 0 1,0 0-1,0 0 1,0 0 0,1 0-1,5 15 222,46 93 961,29 59-174,83 241 0,-115-250-751,-7 2-1,-8 2 1,-6 1 0,11 280-1,-38 18 213,-1-438-462,-1-1 0,-1 1 1,-5 21-1,5-36-94,0 0 0,0 0 0,-1 0 1,0-1-1,0 1 0,-1-1 0,0 0 0,0 0 1,0 0-1,-11 11 0,9-15-189,1 1 1,-1-1-1,0-1 1,0 1-1,0-1 0,0 0 1,-1-1-1,1 1 1,-1-1-1,1-1 0,0 1 1,-1-1-1,-9-1 1,-22 4-1502,-59 11-4905,57-8 687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3111 1 6993,'0'0'7601,"-9"13"-5349,-72 98-405,-101 104-1,149-181-1747,-1-2-1,-1-1 1,-2-2 0,-1-1 0,-1-2-1,-1-2 1,-44 19 0,39-26 15,0-1 1,-2-3 0,0-1 0,0-3 0,-1-1 0,-60 0 0,-293-17 538,-245-52-109,598 56-508,-1-3-1,1-1 1,1-3-1,0-2 1,1-1-1,0-3 0,1-2 1,1-2-1,2-1 1,0-3-1,-57-45 1,33 15-31,40 31 46,-1 2 0,-1 1-1,-1 2 1,-53-29-1,68 45 197,-1 1-1,1 1 1,-1 0-1,0 1 0,0 0 1,0 1-1,-24 4 0,-9-2 61,38-6-7968,7-6 4166,10-19 768,-3 16-629,2-15-2784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379 0 8242,'0'0'6228,"-20"2"-5509,0-1-541,12-2-125,0 1 1,0 1-1,0-1 0,0 1 1,0 1-1,0-1 0,0 1 1,1 1-1,-1-1 1,1 2-1,0-1 0,-1 1 1,1 0-1,-6 5 0,-5 5 148,0 1 0,1 1 0,0 0-1,1 2 1,1-1 0,1 2-1,1 0 1,1 1 0,0 0 0,1 1-1,1 0 1,2 1 0,0 0-1,1 0 1,1 0 0,1 1 0,1 0-1,1 0 1,0 29 0,3-46-201,1 0 1,0 1 0,0-1-1,0 0 1,1 0-1,0 0 1,0 0 0,1-1-1,-1 1 1,1-1 0,1 1-1,-1-1 1,1 0 0,0 0-1,0 0 1,0-1-1,0 1 1,1-1 0,0 0-1,0-1 1,8 6 0,11 5 52,1-2 1,0 0 0,42 13 0,-35-14 55,1-2 1,1-2-1,0 0 1,0-3-1,66 2 1,-76-7-839,0-1 1,39-8 0,-53 11-4765,-10 1 4662,1 15-4694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1089 4625,'0'0'3515,"8"-26"-3317,54-170 118,-47 145-278,-9 26-4,2 0-1,20-42 1,-11 45-59,-16 21 34,-1 1 1,1 0-1,-1-1 0,1 1 0,-1 0 0,1-1 0,-1 1 0,1 0 0,-1 0 1,1 0-1,-1-1 0,1 1 0,-1 0 0,1 0 0,0 0 0,-1 0 0,1 0 0,-1 0 1,1 0-1,-1 0 0,1 0 0,0 0 0,-1 0 0,1 0 0,-1 1 0,1-1 1,-1 0-1,1 0 0,-1 1 0,1-1 0,-1 0 0,1 1 0,-1-1 0,1 0 0,-1 1 1,1-1-1,-1 1 0,0-1 0,1 0 0,-1 1 0,0-1 0,1 1 0,-1-1 1,0 1-1,0-1 0,0 1 0,1 1 0,6 19 328,0 1 0,-1 0 1,-2 0-1,0 1 0,1 39 0,0-4-72,6 38 15,-2-1 222,37 161 1,-34-235-664,-11-20 146,-1-1-1,0 0 0,1 1 1,-1-1-1,1 0 1,-1 0-1,1 0 1,-1 0-1,0 1 1,1-1-1,-1 0 1,1 0-1,-1 0 1,1 0-1,-1 0 1,1 0-1,-1 0 1,1 0-1,-1 0 1,1 0-1,-1 0 1,0-1-1,1 1 1,-1 0-1,1 0 1,-1 0-1,1-1 1,-1 1-1,0 0 1,1 0-1,-1-1 1,0 1-1,1 0 1,-1-1-1,0 1 0,1 0 1,-1-1-1,0 1 1,0-1-1,1 1 1,-1 0-1,0-1 1,0 1-1,0-1 1,1 1-1,-1-1 1,0 1-1,0 0 1,0-1-1,0 1 1,0-1-1,0 1 1,0-1-1,0 1 1,0-1-1,5-25-19,0-1 1,-2 1-1,-1-1 0,-1 1 0,-3-28 0,1 3 68,3-41-52,-5 0 0,-4 1 0,-22-106 0,11 126 15,8 33 3,-7-44 1,21 159 725,87 394-107,-48-267-510,-34-160-106,0 5 146,27 81-1,-36-128-153,4 5-356,-2-26-519,-2-70 707,-4-1 0,-18-97 0,-68-231 357,16 89-91,67 292-113,3 0-1,0-73 1,19 130 528,37 75 338,-30-54-588,35 53 0,-56-92-280,1 0-1,-1 0 1,0 0 0,1-1 0,-1 1 0,1 0 0,0 0 0,0-1 0,0 1 0,-1-1 0,1 0 0,0 0 0,1 1 0,-1-1 0,0 0 0,0-1 0,0 1 0,1 0 0,-1-1 0,3 1 0,-3-1-15,-1-1 0,1 0 1,-1 1-1,1-1 0,-1 0 1,1 0-1,-1 0 1,1 0-1,-1 0 0,0 0 1,0 0-1,1 0 0,-1-1 1,0 1-1,0 0 1,0-1-1,0 1 0,-1-1 1,1 1-1,0-1 0,-1 1 1,1-1-1,-1 0 0,1 1 1,-1-1-1,0 0 1,1-2-1,4-26 30,-1-1 0,0-48 0,-5 56 28,2 1 1,1-1 0,0 1 0,2-1 0,1 1-1,9-30 1,-13 49-43,1 0-1,-1 0 1,1 0 0,-1 0-1,1 1 1,0-1-1,0 0 1,0 1-1,0-1 1,1 1-1,-1 0 1,1 0 0,4-4-1,-5 5-2,0 1 0,0-1 0,0 0 0,0 1 0,0-1 0,0 1 0,0 0 0,0-1 0,1 1-1,-1 0 1,0 0 0,0 1 0,0-1 0,0 0 0,0 1 0,4 0 0,0 2 28,1 1 1,-1-1-1,0 1 1,0 0-1,0 1 1,0 0-1,-1-1 1,0 2-1,0-1 1,0 1-1,4 6 0,113 176 683,2 1-442,-123-187-246,37 44 6,-35-44-33,0 1 1,0-1-1,0 0 1,0 0 0,0-1-1,0 1 1,0 0-1,1-1 1,-1 0 0,0 0-1,1 0 1,-1 0-1,6 0 1,-7-1-3,-1-1 0,0 1-1,0 0 1,1-1 0,-1 1 0,0 0 0,0-1 0,0 0 0,1 1-1,-1-1 1,0 0 0,0 0 0,0 1 0,0-1 0,0 0 0,-1 0-1,1 0 1,0 0 0,0 0 0,-1 0 0,1 0 0,0-1 0,-1 1-1,1 0 1,-1 0 0,1 0 0,-1-1 0,0 1 0,0 0 0,1-2-1,6-49-213,-6 41 193,11-140-28,13-110 245,-25 260-168,0 1-1,0-1 1,0 0-1,0 1 1,0-1-1,0 0 1,0 1-1,0-1 1,0 1-1,0-1 1,0 0-1,1 1 1,-1-1-1,0 1 1,0-1-1,1 1 1,-1-1-1,0 1 1,1-1-1,-1 1 1,0-1-1,1 1 1,-1-1-1,1 1 1,-1 0-1,1-1 1,-1 1-1,1-1 1,0 1-1,0 1 5,0-1 0,0 1-1,0 0 1,0 0-1,0 0 1,-1 0 0,1 0-1,0 0 1,0 0-1,-1 0 1,1 0 0,-1 1-1,1-1 1,-1 0-1,1 0 1,-1 2 0,51 172 791,-34-109-362,39 102 0,-30-129-377,-26-39-69,0 1 0,1 0-1,-1-1 1,0 1 0,1-1 0,-1 1-1,1 0 1,-1-1 0,1 1 0,-1-1-1,1 0 1,-1 1 0,1-1 0,-1 1-1,1-1 1,0 0 0,-1 1 0,1-1-1,0 0 1,-1 0 0,1 0 0,0 1-1,-1-1 1,1 0 0,0 0 0,0 0 0,-1 0-1,1 0 1,0 0 0,-1 0 0,1 0-1,0-1 1,0 1 0,-1 0 0,1 0-1,0-1 1,-1 1 0,1 0 0,-1-1-1,1 1 1,0 0 0,-1-1 0,1 1-1,-1-1 1,1 1 0,-1-1 0,1 1 0,-1-1-1,0 0 1,1 1 0,-1-1 0,1 1-1,-1-1 1,0 0 0,0 1 0,1-1-1,-1 0 1,0 1 0,0-1 0,0-1-1,9-38-46,-2 0 0,-2-1 0,-1 1-1,-2-1 1,-4-42 0,2 30 25,0 52 34,0 1 0,0-1-1,0 1 1,0 0 0,0-1 0,0 1 0,0 0-1,0-1 1,0 1 0,1-1 0,-1 1 0,0 0-1,0-1 1,0 1 0,1 0 0,-1 0-1,0-1 1,0 1 0,1 0 0,-1 0 0,0-1-1,1 1 1,-1 0 0,0 0 0,1-1 0,-1 1-1,0 0 1,1 0 0,-1 0 0,0 0 0,1 0-1,-1 0 1,0 0 0,1 0 0,-1 0 0,1 0-1,-1 0 1,0 0 0,1 0 0,-1 0-1,1 0 1,-1 0 0,0 0 0,1 0 0,-1 0-1,1 1 1,19 9 15,-5 8 161,-1 1-1,0 0 0,-2 0 0,14 29 0,-7-14-50,32 59-3,-5 1 1,36 105 0,-78-179-76,-4-18-58,0 1-1,1-1 0,-1 0 1,0 0-1,1 0 1,0 0-1,-1 0 1,1 0-1,0 0 1,0 0-1,0-1 0,2 4 1,3-29-1891,-3-2 1750,-1-13 100,3 1 0,0-1 0,3 1 0,16-49 0,-23 84 54,0 1 0,0 0 0,-1 0 0,2 0 0,-1 0 0,0 0 0,0 0 0,1 0 0,-1 0 0,1 0 0,-1 0 0,1 1 0,0-1 0,-1 1 0,1-1 0,0 1 0,0 0 0,0 0 0,0 0 0,1 0 0,-1 0 0,0 0 0,0 0 0,1 1 0,-1-1 0,0 1 0,3-1 0,-2 2 11,1 0 0,-1-1 0,0 1-1,1 0 1,-1 1 0,0-1 0,0 1 0,0-1 0,0 1-1,0 0 1,0 0 0,0 0 0,-1 0 0,1 1 0,-1-1 0,1 1-1,-1 0 1,3 5 0,17 26 333,-1 1 0,-2 1 0,26 69-1,29 124 265,-64-197-509,6 50 151,-14-66-215,0 1 0,2-1-1,0 0 1,7 18 0,-10-31-777,-1-7-500,2-54-102,-1 24 979,-1 0 0,-5-41 1,5 72 332,0-1 1,-1 1-1,0 0 1,1-1 0,-1 1-1,0 0 1,-1 0-1,1 0 1,-1 0 0,1 0-1,-1 0 1,0 0-1,0 1 1,0-1 0,0 1-1,0-1 1,-1 1-1,1 0 1,-1 0 0,0 0-1,0 0 1,-4-2 0,6 4 65,0 0 0,0 0 0,0 1 0,0-1 0,-1 0 0,1 1 0,0-1 0,0 1 0,0-1 0,0 1 0,0 0 0,0-1 0,0 1 0,0 0 0,0 0 0,1-1 0,-1 1 0,0 0 0,0 0 0,1 0 0,-1 0 0,0 0 0,1 0 0,-1 0 0,1 0 0,0 1 0,-1-1 0,1 0 0,0 0 0,-1 0 0,1 0 0,0 1 0,0-1 0,0 1 0,-5 50 515,4-49-525,19 525 2367,2-115-2109,-20-400-350,-1 32-94,1-43 134,0-1-1,0 1 1,-1-1-1,1 0 1,0 1-1,-1-1 1,1 1-1,-1-1 1,1 1-1,-1-1 1,0 0-1,1 1 1,-1-1-1,0 0 1,0 0-1,0 0 1,0 0-1,0 0 1,0 0-1,-1 0 1,1 0-1,-2 1 1,2-1-9,0-1 1,0 0-1,1 0 1,-1 0-1,0 0 1,1 0-1,-1 0 1,0 0-1,0 0 1,1 0 0,-1 0-1,0 0 1,1 0-1,-1-1 1,0 1-1,0 0 1,1-1-1,-1 1 1,1 0-1,-1-1 1,0 1-1,1-1 1,-1 1-1,1-1 1,-1 1-1,1-1 1,-1 1-1,0-2 1,-12-22-524,-2-21-115,-17-78 1,9 31 225,21 83 399,-64-206-1347,53 180 1061,-1 0 0,-2 2 0,-40-63 0,51 89 334,-1 0 0,0 0 0,-1 0 0,1 1 0,-15-10 0,19 14 38,1 1 0,-1 0 0,0-1 0,1 1 0,-1 0 0,0 0 0,0 0 0,0 1 1,0-1-1,0 0 0,0 1 0,0-1 0,0 1 0,0 0 0,0-1 0,0 1 0,0 0 0,0 0 0,0 1 0,0-1 0,-1 0 0,1 1 0,0-1 0,0 1 0,0 0 0,1-1 1,-1 1-1,0 0 0,0 0 0,-2 2 0,-2 6 149,1 0 0,1 0 0,-1 0 1,1 1-1,1 0 0,0 0 0,1 0 1,-1 0-1,0 13 0,1-12-36,-9 66 1751,-4 138 1,14-99-2945,1-141 794,-1-1 1,-2 1-1,-1 0 1,-1 0-1,0 1 0,-2-1 1,-11-24-1,11 34 269,0 0 1,0 1-1,-1 0 1,-1 0-1,-1 1 0,0 0 1,0 1-1,-1 0 1,-1 1-1,0 0 0,0 1 1,-23-15-1,29 22 80,0 0 0,0 0 0,0 0 0,-1 1 0,1 0 0,-1 0 0,0 1 1,-10-2-1,16 3-67,0 0 1,0 1 0,0-1 0,0 0 0,0 1 0,0-1 0,1 1 0,-1-1-1,0 1 1,0-1 0,0 1 0,0 0 0,0-1 0,1 1 0,-1 0 0,0 0 0,1-1-1,-1 1 1,0 0 0,1 0 0,-1 0 0,1 0 0,-1 0 0,1 0 0,0 0-1,-1 0 1,1 0 0,0 0 0,0 0 0,0 0 0,0 0 0,0 0 0,0 2-1,-1 45 220,1-37-200,0 25 57,1 0-1,2 0 0,1 0 1,13 45-1,-14-71-54,1 19 146,-8-33-452,-24-36 98,-1 1-1,-2 2 1,-1 1 0,-2 1-1,-2 2 1,-1 2-1,-1 1 1,-2 2-1,-72-39 1,99 61 178,0 0 0,-1 1 0,0 1 0,0 0 0,0 1-1,-24-3 1,36 6-7,0 0 1,0 0-1,-1 0 0,1 0 0,0 0 0,0 0 0,0 1 0,0-1 0,-1 1 0,1-1 0,0 1 0,0 0 0,0 0 0,0 0 0,0 0 0,0 0 1,1 0-1,-1 0 0,0 1 0,1-1 0,-1 1 0,0-1 0,1 1 0,0 0 0,-1 0 0,1-1 0,0 1 0,0 0 0,0 0 0,0 0 1,0 0-1,0 3 0,-1 6 29,0-1-1,1 1 1,0 0 0,0 0 0,3 14 0,-2-3-7,-1 18 82,0-24 53,0 1 0,2-1-1,-1 1 1,2-1 0,0 0 0,9 30-1,-11-46-180,0 0 0,0 0-1,0 0 1,0 0 0,0 0-1,0 0 1,1 0 0,-1 0-1,0 0 1,0 0 0,0 0-1,0 0 1,0 0 0,0 0-1,0 0 1,1 0 0,-1 0-1,0 0 1,0 0 0,0 0-1,0 0 1,0 0 0,0 0-1,0 0 1,1 0 0,-1 0-1,0 0 1,0 0 0,0 0-1,0 0 1,0 0 0,0 0-1,0 0 1,0 0 0,0 0-1,1 0 1,-1 0 0,0 0-1,0 1 1,0-1 0,0 0-1,0 0 1,0 0-1,0 0 1,0 0 0,0 0-1,0 0 1,0 0 0,0 1-1,0-1 1,0 0 0,0 0-1,0 0 1,0 0 0,0 0-1,0 0 1,0 0 0,0 1-1,0-1 1,0 0 0,0 0-1,0 0 1,2-14-409,-4-26 86,-4 8 250,-1 1-1,-1-1 1,-2 2 0,-1-1 0,-1 1 0,-2 1 0,-1 0 0,-1 1 0,-2 0 0,-1 2 0,-34-39 0,48 59 92,0 0 0,0 1 0,-1-1-1,0 1 1,0 0 0,0 1 0,0-1 0,-1 1-1,1 1 1,-1-1 0,0 1 0,-1 0-1,1 1 1,0-1 0,-1 1 0,1 1 0,-1 0-1,1 0 1,-1 0 0,-14 2 0,19-1 24,0 1 1,0 0-1,0 0 1,0 0-1,0 0 1,0 0-1,1 1 1,-1-1-1,0 1 1,1 0-1,-1 0 1,1 0-1,0 0 1,0 0-1,-1 1 1,1-1-1,1 0 1,-1 1-1,0 0 1,1-1-1,-1 1 1,1 0-1,0 0 1,0 0-1,0 0 1,0 0-1,1 0 1,-1 4-1,-2 14 61,0-1-1,2 0 1,1 28-1,1-24-1,-1-8 1,1 1 0,0-1 0,2 0-1,0 0 1,1 0 0,0-1 0,1 1 0,11 22 0,-13-32-100,0 0-1,0 0 0,1-1 1,-1 0-1,1 1 1,1-1-1,-1-1 0,1 1 1,-1-1-1,1 1 0,0-1 1,1-1-1,-1 1 1,1-1-1,0 0 0,-1 0 1,1-1-1,1 1 1,-1-1-1,0-1 0,0 1 1,1-1-1,-1 0 0,9 0 1,-13-1-34,0 0 1,1-1-1,-1 1 1,0 0-1,0-1 0,1 1 1,-1-1-1,0 0 1,0 0-1,0 0 1,0 0-1,0 0 0,0 0 1,0 0-1,0-1 1,0 1-1,-1-1 1,1 1-1,0-1 0,-1 0 1,0 1-1,1-1 1,-1 0-1,0 0 1,0 0-1,0 0 1,0 0-1,0-1 0,0 1 1,-1 0-1,1-3 1,2-8-80,-2 0 0,1-1 0,-1 1-1,-2-19 1,1 13 51,-1 5 53,0 1-1,-1 0 1,0 1 0,-1-1-1,-1 0 1,1 1-1,-2-1 1,0 1 0,-1 0-1,0 1 1,0-1-1,-1 1 1,-1 1 0,0-1-1,0 1 1,-1 1-1,-1-1 1,1 2 0,-1-1-1,-1 1 1,1 1-1,-2 0 1,-15-8 0,45 15-1234,61 6-86,-35 0-389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1303 280 1568,'0'0'5695,"8"26"-4852,-6-22-801,9 29 391,-1 0 1,-2 1-1,-1 0 0,4 66 0,-9-56 306,0 8-558,-2-53-184,0 1-1,0 0 1,0 0 0,0 0 0,0 0 0,-1 0 0,1 0 0,0 0 0,0-1 0,0 1 0,0 0 0,0 0-1,0 0 1,0 0 0,0 0 0,0 0 0,0 0 0,0 0 0,0 0 0,-1-1 0,1 1 0,0 0 0,0 0-1,0 0 1,0 0 0,0 0 0,0 0 0,0 0 0,-1 0 0,1 0 0,0 0 0,0 0 0,0 0 0,0 0-1,0 0 1,0 0 0,0 0 0,-1 0 0,1 0 0,0 0 0,0 0 0,0 0 0,0 0 0,0 0-1,0 0 1,0 0 0,-1 0 0,1 1 0,0-1 0,0 0 0,0 0 0,0 0 0,0 0 0,0 0 0,0 0-1,0 0 1,-1 1 0,-11-34-290,-11-53 343,3-1 0,-10-103-1,27 132 61,2 46 554,-4 50-31,-9 53-152,-4-1 0,-40 119 0,57-204-443,-1-1 0,0 1 0,0-1 0,0 0 1,-1 0-1,0 0 0,-4 6 0,6-9-55,0 0 0,1-1 0,-1 1 1,1-1-1,-1 1 0,0-1 0,0 1 0,1-1 1,-1 1-1,0-1 0,0 0 0,1 0 0,-1 1 1,0-1-1,0 0 0,0 0 0,0 0 0,1 0 1,-1 0-1,-2 0 0,2 0-40,0-1-1,-1 1 1,1-1 0,0 0-1,0 0 1,0 0 0,0 1-1,0-1 1,0 0 0,0 0-1,0 0 1,0-1 0,0 1-1,0 0 1,1 0 0,-1 0-1,-1-3 1,-14-33-186,2 0 0,-19-76 0,8 22 21,-32-102-429,56 190 697,0 21 41,-1-1-1,0 1 1,-8 27 0,-1 1-96,11-44 9,-8 48 132,-3-1 0,-1 0 0,-27 67-1,38-113-125,0 0 0,0-1 0,-1 1-1,1 0 1,0-1 0,-1 0 0,0 1-1,1-1 1,-1 0 0,0 1 0,0-1-1,0 0 1,-1-1 0,1 1 0,0 0-1,-1-1 1,-3 2 0,5-2-45,-1-1-1,1 0 1,-1 0-1,1 0 1,-1 0 0,1-1-1,-1 1 1,1 0-1,-1-1 1,1 1 0,-1 0-1,1-1 1,0 0-1,-1 1 1,1-1 0,0 0-1,-1 0 1,1 0 0,0 0-1,0 0 1,0 0-1,0 0 1,-1-1 0,-7-11-343,0 1 1,1-1-1,1 0 1,-12-28-1,17 35 371,-69-168-1365,-43-93-196,86 223 1549,27 43 41,1 1-1,-1-1 1,1 0 0,-1 0 0,0 1-1,1-1 1,-1 1 0,0-1 0,0 1-1,1-1 1,-1 1 0,0-1-1,0 1 1,0-1 0,0 1 0,1 0-1,-1 0 1,-2-1 0,3 2 16,-1-1-1,0 1 1,1-1 0,-1 1 0,0-1 0,1 1-1,-1-1 1,1 1 0,-1 0 0,1-1-1,0 1 1,-1 0 0,1 0 0,-1-1 0,1 1-1,0 0 1,0 0 0,-1-1 0,1 1-1,0 0 1,0 0 0,0 0 0,0-1 0,0 1-1,0 0 1,0 1 0,-6 77 475,5-40 13,-3-1-1,-1 1 1,-1-1-1,-21 66 1,26-101-534,0 0 1,0 0 0,0 0 0,-1 0-1,1 0 1,-1 0 0,1 0 0,-1-1-1,0 1 1,0-1 0,-1 1 0,1-1-1,0 0 1,-1 0 0,1 0 0,-1 0-1,0 0 1,0 0 0,0-1 0,0 0-1,0 1 1,0-1 0,0 0 0,0 0-1,0-1 1,0 1 0,-1-1 0,1 0-1,0 1 1,0-1 0,-1-1 0,1 1-1,0 0 1,0-1 0,-1 0 0,1 1-1,0-1 1,-5-3 0,-5-2-241,-1-1 1,1-1-1,1 0 1,-1 0 0,1-1-1,-14-15 1,-32-23-428,22 24-368,-66-33 1,43 33-470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91 7194,'0'0'7953,"-7"0"-6813,-11 0-438,4 0 3012,15-1-3697,-1 0 1,1 0-1,-1 0 1,1 1-1,-1-1 0,1 0 1,-1 0-1,1 0 1,0 1-1,-1-1 0,1 0 1,0 1-1,0-1 1,-1 0-1,1 1 0,0-1 1,0 1-1,0 0 1,0-1-1,0 1 0,0 0 1,2-1-1,59-10-52,0 3 1,1 2-1,107 5 0,-103 1-37,-11 3 22,0 3 0,73 16 0,-69-10 38,100 6 0,40-15 2006,-200-11-7024,0-62-3535,0 35 2321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706 26 4257,'0'0'9026,"1"-1"-8551,-1 1 0,1-1 1,-1 0-1,1 0 0,-1 0 0,1 0 1,-1 0-1,0 0 0,0 0 1,1 0-1,-1 0 0,0 0 0,0-1 1,0 1-1,0-1 0,-10-1-427,1 1 0,0 1 0,0 0 0,-1 0 0,1 1 0,-1 0 0,-10 1 0,-11 0 14,11-2-42,0 1 1,1 1 0,-1 1-1,0 0 1,1 2 0,-1 0 0,1 1-1,0 1 1,1 1 0,-29 14 0,22-5 23,1 0 1,0 2 0,2 1 0,0 0 0,1 2 0,1 0 0,0 2 0,2 0 0,1 1-1,1 0 1,-16 33 0,17-24-28,0 0 0,2 0 0,2 1-1,1 1 1,1 0 0,2 1 0,2-1-1,-2 65 1,8-90-34,-1 1-1,1 0 1,1-1-1,0 1 1,1-1-1,0 0 1,0 1-1,1-1 1,0-1-1,1 1 1,11 17 0,-6-14-2,0 0 1,1-1-1,0-1 1,1 0-1,0 0 1,1-1-1,17 10 1,0-3 7,0-1 0,1-2 1,1-1-1,0-2 0,0-1 1,63 11-1,-65-18 451,1-1 0,31-1-1,-36-1 2388,-12 12-3052,10-6 152,1-1 1,-1-1 0,1-1-1,0-2 1,-1 0 0,31-3-1,-3 1 46,-50 1 1332,-20 0-8344,9 0 328,-3 0-3240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693 1 5697,'0'0'7942,"-17"0"-7362,-55 0-143,64 1-255,1 0-1,0 0 1,0 0-1,-1 1 1,1 0-1,0 0 0,0 1 1,0 0-1,1 0 1,-1 1-1,1 0 0,0 0 1,-6 5-1,-3 4 404,0 1 0,-24 31 0,30-35-544,-27 40 105,2 2 1,3 1-1,2 1 1,-33 87-1,24-44-45,-41 173 0,2 106 313,71-343-358,-9 60 144,5 1 0,3 0 0,8 116 1,0-196-217,0 0 0,2 0 0,-1 0 0,2-1 1,9 27-1,-12-39-3,0 0 1,0 0 0,-1 0-1,1 0 1,0 0 0,0 0-1,0 0 1,0 0-1,0 0 1,0-1 0,1 1-1,-1 0 1,0-1-1,0 1 1,1-1 0,-1 1-1,0-1 1,0 1-1,1-1 1,-1 0 0,0 0-1,1 0 1,-1 0 0,0 0-1,1 0 1,-1 0-1,0 0 1,1 0 0,-1-1-1,0 1 1,2-1-1,48-16-723,-38 12 186,2-1-662,-1 1 1,0-2 0,0 0-1,-1-1 1,1 0-1,16-15 1,-9 8-4451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1034 9914,'0'0'5435,"1"-30"-4809,17-205 613,-5 110-968,6-1-1,5 2 1,49-146-1,-70 260-269,23-55 37,-24 61-48,0 0 0,0 0 0,0 0 0,1 0 0,-1 1 0,1-1-1,0 1 1,0 0 0,0 0 0,0 0 0,1 0 0,6-4 0,-9 8 6,0-1 0,0 0-1,1 0 1,-1 0 0,0 1 0,1-1 0,-1 0 0,0 1-1,0 0 1,0-1 0,0 1 0,1-1 0,-1 1-1,0 0 1,0 0 0,0 0 0,0 0 0,0 0 0,-1 0-1,1 0 1,0 0 0,0 0 0,-1 0 0,1 0 0,-1 0-1,1 0 1,-1 1 0,1 1 0,20 43 295,-19-42-248,25 70 650,30 141 0,-5 81 22,-35-219-669,-14-79-918,3-13 503,4-21 153,21-259 434,-8 53-395,-22 229 141,0 4-19,-1 1-1,1-1 0,1 1 1,0-1-1,0 1 0,1 0 1,-1 0-1,2 0 0,-1 0 1,8-10-1,-11 17 44,1 1 0,-1-1 0,1 1 0,0-1 0,-1 1 0,1 0 0,0-1 0,-1 1 0,1 0 0,0 0 0,-1-1 0,1 1 0,0 0 0,0 0 0,-1 0 0,1 0 0,0 0 0,0 0-1,-1 0 1,1 0 0,0 0 0,0 1 0,-1-1 0,1 0 0,0 0 0,-1 1 0,1-1 0,0 0 0,-1 1 0,1-1 0,-1 0 0,1 1 0,0-1 0,-1 1 0,1-1 0,-1 1 0,1 0 0,-1-1 0,1 1 0,-1-1 0,0 1 0,1 1 0,15 30 56,12 46 557,-4 0 1,17 107-1,7 167 591,-48-350-1617,1 23 1493,-3-15-2954,-22-21-14413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110 109 11899,'0'0'5223,"10"-13"-5539,-5 6 289,-1 0 4,0 0 1,1 1-1,-1 0 1,2 0-1,-1 1 0,0-1 1,1 1-1,0 0 0,0 1 1,1-1-1,-1 1 0,1 1 1,0-1-1,0 1 0,0 0 1,9-2-1,-7 4 15,-1-1 1,1 1-1,0 1 0,0 0 0,0 0 0,8 2 1,-13-1 42,-1 0 1,1 0 0,-1 0-1,1 0 1,-1 1-1,1-1 1,-1 1 0,0 0-1,0 0 1,0 0 0,0 1-1,0-1 1,-1 1-1,1-1 1,-1 1 0,1 0-1,1 4 1,5 8 165,-1 1-1,-1 0 1,0 0-1,-1 1 1,-1 0-1,-1 0 1,0 0 0,-1 1-1,-1-1 1,-1 36-1,-1-32-127,-1 1-1,-1 0 0,-1-1 0,-1 1 1,-1-1-1,-1 0 0,-1 0 0,-14 29 1,18-44-68,0 0 0,0 0 0,0-1 0,-1 1 0,0-1 1,0 0-1,0 0 0,0 0 0,-1-1 0,0 1 1,0-1-1,0 0 0,-1-1 0,1 1 0,-1-1 0,0 0 1,0-1-1,0 1 0,0-1 0,0 0 0,0-1 1,-1 1-1,1-1 0,-1 0 0,-8-1 0,25 0-79,1 1 1,-1 0-1,1 1 0,-1 0 0,1 0 1,-1 1-1,0 1 0,0 0 0,0 0 0,-1 1 1,1 0-1,-1 0 0,-1 1 0,17 14 0,-13-8 141,0 0 1,-1 1-1,0 0 0,-1 1 0,-1 0 0,0 0 0,-1 1 0,-1 0 0,0 1 0,-1 0 1,-1 0-1,0 0 0,-1 0 0,-1 1 0,0 0 0,-2-1 0,0 1 0,0 0 0,-2 0 1,0 0-1,-4 22 0,2-26-35,0-1 0,0 1 1,-1-1-1,0 0 0,-1 0 0,-1 0 1,0 0-1,0-1 0,-2 0 1,1 0-1,-1-1 0,-12 13 1,12-16-105,0-1 0,-1 1 1,0-1-1,0 0 0,0-1 1,-1 0-1,0-1 1,0 0-1,0 0 0,0-1 1,0-1-1,-1 1 1,1-2-1,-1 1 0,0-1 1,-15-1-1,19-1-116,-1 0 0,1 0 0,0 0-1,0-1 1,0 0 0,0 0 0,0-1 0,1 1 0,-1-2-1,1 1 1,-1-1 0,1 0 0,0 0 0,1-1 0,-1 1-1,1-1 1,-8-10 0,-4-6-1191,2-1 0,0-1 0,-16-35 0,-11-35-4533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7842,'0'0'9826,"17"6"-9694,23 10 194,-1 1 0,-1 3 0,-1 1 1,64 48-1,-62-36-110,-2 3 0,-1 0-1,-1 3 1,-2 1 0,-3 1 0,0 2 0,-3 1 0,22 49 0,-7-2 113,-4 2 0,-4 2 0,23 109 0,-34-95 190,18 211 0,-30 110 449,-14-357-686,-3-1 0,-4 0 1,-2-1-1,-27 87 0,37-152-250,1 0 19,-1 0-1,0 1 1,0-1-1,0 0 0,-1 0 1,0 0-1,0-1 0,0 1 1,-8 8-1,7-13-233,0 0 0,0 0 1,-1 0-1,1 0 0,0-1 0,-1 0 0,1 0 0,-1 0 1,1 0-1,-6-2 0,-9 2-1547,-62 0-7829,43 0-503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1387 85 5337,'0'0'5803,"-12"0"-5282,-76 0 1986,-313-12 2474,70-22-3640,267 30-792,-91 5 0,51 1-432,-84-16 695,188 14-807,-14-3-4847,5-4 2831,1 0-1051,-4 0-1839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300 9 3449,'0'0'7065,"4"-9"2375,-12 10-9363,-1 1 0,1 0 1,0 0-1,0 0 0,0 1 0,0 0 1,1 1-1,-1 0 0,1 0 1,0 0-1,0 1 0,-7 7 1,-14 11 55,-34 37 1,27-27 60,25-25-78,0 2-1,1-1 1,0 1 0,0 0-1,-10 17 1,17-22-141,1 1 0,0-1-1,0 0 1,1 0 0,0 0 0,0 1 0,0-1-1,0 0 1,2 6 0,-1 9-40,-1-3 60,0-3-25,0-1 1,1 1-1,4 22 0,-4-30 19,1 0 0,1-1-1,-1 1 1,1-1 0,-1 1 0,2-1-1,-1 0 1,0 0 0,1 0 0,0-1-1,7 7 1,2 1-21,2 0 0,-1-1-1,2-1 1,-1 0 0,1-1 0,1-1 0,0 0 0,0-1-1,0-1 1,1-1 0,34 6 0,8-3 25,1-4 1,78-3-1,-70-1 285,-70 2-856,1 1-1,0-1 1,-1 1 0,0-1 0,1 0-1,-1 1 1,0-1 0,0 0-1,0 1 1,-1-1 0,1 0 0,-2 2-1,-10 13-7264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0 4929,'0'0'9855,"-2"0"-9535,0 0 0,1 1 0,-1-1-1,0 0 1,1 1 0,-1-1-1,1 1 1,-1-1 0,0 1 0,1 0-1,-1 0 1,1-1 0,0 1-1,-3 2 1,-14 41 244,2 1 0,-17 74 1,11-38-445,-23 95 14,8 2 1,-22 282 0,58-399-278,1-60-220,0-7-2952,0-50-4452,0 24 1231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5209,'0'0'11165,"0"0"-11128,0 0 0,-1 0 0,1 0-1,0 0 1,0 0 0,0 0 0,-1 1 0,1-1 0,0 0-1,0 0 1,0 0 0,0 0 0,-1 1 0,1-1 0,0 0-1,0 0 1,0 1 0,0-1 0,0 0 0,0 0 0,0 0-1,0 1 1,-1-1 0,1 0 0,0 0 0,0 1-1,0-1 1,0 0 0,0 0 0,0 1 0,0-1 0,1 0-1,-1 0 1,0 1 0,0-1 0,0 0 0,0 0 0,0 1-1,0-1 1,0 0 0,0 0 0,1 0 0,-1 1 0,6 4 162,0 0 0,1-1 0,-1 1 0,1-1 0,0-1 0,0 1 0,1-1 0,-1-1 0,15 4 0,1 2 138,16 5 116,1-2 1,0-2 0,45 5-1,126 4 326,-196-17-750,238 12 363,216 19 314,-457-29-1595,2 7-6210,-6-5 4086,5 6-4067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796 21 3017,'0'0'9326,"-15"-3"-4655,-393-14 614,407 18-5285,0-1-1,1 1 0,-1 0 0,1 0 0,-1-1 1,1 1-1,-1 0 0,1 0 0,-1 0 1,1 0-1,0 0 0,-1 0 0,1 0 0,0 0 1,0 0-1,0 0 0,0 1 0,-2 5-1,-48 117-15,-13 37-71,-9 43-105,24-76 88,-57 248-1,95-323 88,3 1 0,-1 64 1,8-117 10,1 1-1,-1-1 1,1 0 0,0 1 0,0-1 0,-1 0 0,1 0 0,0 1 0,0-1-1,0 0 1,1 0 0,-1 0 0,0 0 0,0 0 0,0 0 0,1-1 0,-1 1 0,1 0-1,-1-1 1,0 1 0,3 0 0,37 12-4,-37-11 15,210 48 467,-113-29-248,-101-21-432,1-1-1,-1 1 1,1-1-1,0 0 0,-1 1 1,1-1-1,-1 0 1,0 0-1,1 1 0,-1-1 1,1 0-1,-1 0 1,0 0-1,0 0 0,0 1 1,1-1-1,-1 0 0,0 0 1,0 0-1,0 0 1,0 0-1,0 1 0,-1-3 1,1-31-3963,0 28 2324,0-26-5752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0 621 7210,'0'0'7907,"3"-8"-7809,51-127 1474,-15 30-600,82-152 1,-120 255-976,0 0 0,0 0 0,0 1 1,0-1-1,0 0 0,0 0 0,1 0 0,-1 1 0,1-1 0,-1 1 0,1-1 0,-1 1 1,1-1-1,0 1 0,0 0 0,0 0 0,0 0 0,-1 0 0,1 0 0,1 1 1,-1-1-1,0 0 0,0 1 0,0 0 0,0-1 0,0 1 0,0 0 0,1 0 1,-1 0-1,0 0 0,0 1 0,0-1 0,3 1 0,-2 1 28,1 0-1,-1 0 1,1 1-1,-1-1 1,0 1-1,0 0 1,0 0-1,0 0 1,0 0-1,-1 0 1,1 0-1,-1 1 1,0-1-1,0 1 1,0 0-1,1 6 1,6 20 240,-3 1 0,0 0 0,-2 0 0,-1 0 0,-2 1 0,-3 47-1,1-11 476,1-68-840,0-44-222,1 20 342,1 0 0,1 0-1,1 1 1,13-41 0,39-88-304,-35 101 84,-17 41 149,-3 5 22,0 0 1,1 0-1,0 1 0,0-1 1,0 1-1,0-1 0,1 1 1,0 0-1,0 0 0,0 0 1,5-5-1,-7 8-18,13 4-225,-7 6 406,0 0-1,0 1 1,-1-1 0,0 1-1,-1 1 1,7 20-1,1 6 63,-2 1 0,-2 1 0,-2 0 0,-1 0 0,-2 1 0,-2-1 0,-2 41 1,1-20 57,1-36-48,-1 0 0,-2-1 0,0 1 0,-7 32 0,7-112-9879,1 24 2532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26 2817,'0'0'14985,"-15"0"-13088,198-13-1146,7 0-490,-189 13-249,0 0 0,0 0 0,0 0 0,1 0 0,-1 1 0,0-1 0,0 0 0,0 1-1,0-1 1,0 1 0,0-1 0,0 1 0,0-1 0,0 1 0,0-1 0,0 1 0,-1 0 0,1 0 0,0-1 0,0 1 0,-1 0 0,1 0-1,0 0 1,-1 0 0,1 0 0,-1 0 0,1 0 0,0 2 0,4 37 593,-3-18-278,12 104 412,-3 161 0,-4-35-664,42 155-63,-3-37 219,-38-213 8,-36-149-90,-88 12 641,-139 8 0,122-16 347,103-11-807,23-1-685,1 0 0,-1 1 0,1-1 0,-1 1 0,1 0 0,0 1 0,-1 0 0,1 0 0,0 0 0,0 1 0,0-1 0,-9 8 0,-50 41-3687,19-9-1652,-5 7-4871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1527 3881,'0'0'9324,"-2"-17"-8938,2 0-238,1 0 0,1-1 0,0 1 0,1 0 0,1 0 0,1 0 0,0 1 0,1-1 0,1 1 0,1 1 0,0-1 0,1 1 0,20-26 0,137-196 1487,262-287-1,-365 451-1549,4 3-1,3 3 1,79-59-1,-122 106-91,0 2-1,2 1 0,0 1 1,0 2-1,2 0 0,0 2 1,0 2-1,1 1 0,0 1 1,0 2-1,1 1 0,55-1 1,-43 5 52,0 2 0,0 1 0,0 3 0,-1 2 0,0 2 0,0 1 0,70 28 0,2 10 95,-3 5 1,165 105-1,-217-117-78,-3 2-1,-1 3 1,-2 3 0,-3 1-1,86 108 1,-46-27 86,-5 4 0,134 282 0,70 320 516,-269-667-495,-3 1 0,-3 1 0,13 139 1,-16 224 585,-17-349-630,-5 0 1,-2-1-1,-5 0 0,-3-2 0,-4 1 0,-39 90 0,56-159-94,-1-1 0,0 0 0,-1 0 0,-1-1 0,0 0 0,-1-1 0,0 0 0,-1 0 0,0-1 0,-1-1 1,0 0-1,-1 0 0,0-1 0,0-1 0,-1 0 0,0-1 0,-28 10 0,-13 0 89,0-3 0,-1-1 0,-92 7 0,108-16-93,-129 12 107,0-8 0,-190-16 1,297 1-138,1-3 1,0-2-1,1-4 1,0-1-1,1-4 1,2-2-1,-90-49 1,-5-17-1,-194-148 0,233 144 29,5-6 0,4-4-1,5-4 1,-156-221-1,232 294-41,2 0 0,1-1-1,2-1 1,1-1 0,2-1-1,2 0 1,1-1 0,2 0-1,-9-75 1,10-8-77,12-233 0,-1 315 90,8-63-4,45-192 0,-25 152-1,77-355-396,-102 489-330,1-1 0,-1 0 0,2 1 0,-1 1 0,1-1 0,1 1 0,-1 0 0,1 0 0,1 1 0,-1 0 0,1 1 0,1 0 0,-1 0 0,1 1 0,16-7 0,-8 3-740,32-20-4854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1499 5945,'0'0'2740,"28"-59"-1828,1-3-675,170-336 806,-133 278-878,180-313 157,-178 325-458,152-183 0,-194 264-175,-26 27 308,0 0 1,0 1-1,0-1 0,0 0 1,0 0-1,0 1 0,0-1 0,0 0 1,0 0-1,0 1 0,0-1 1,0 0-1,0 0 0,0 1 1,0-1-1,0 0 0,0 0 1,0 0-1,0 1 0,0-1 1,1 0-1,-1 0 0,0 1 0,0-1 1,0 0-1,0 0 0,0 0 1,1 1-1,-1-1 0,0 0 1,0 0-1,0 0 0,1 0 1,-1 0-1,0 1 0,0-1 1,1 0-1,-1 0 0,0 0 1,0 0-1,0 0 0,1 0 0,-1 0 1,0 0-1,0 0 0,1 0 1,-1 0-1,0 0 0,0 0 1,1 0-1,-1 0 0,0 0 1,0 0-1,1 0 0,-1 0 1,0 0-1,0-1 0,1 1 0,-1 0 1,0 0-1,0 0 0,0 0 1,1 0-1,-1-1 0,0 1 1,0 0-1,0 0 0,1-1 1,-4 14 106,1 0 0,-2-1 0,1 0 0,-2 1 1,0-1-1,0-1 0,-1 1 0,0-1 0,-10 13 1,-2 6-23,-655 1229 902,655-1225-932,10-20-36,0 0 0,1 0-1,0 0 1,2 1-1,-1-1 1,2 2-1,0-1 1,1 0 0,-2 20-1,62-70-1621,-9-9 1424,-2-2-1,-2-2 0,67-94 0,104-192 14,-107 161-234,-11 18 133,-14 18 165,7 4 0,108-124 0,-167 227 26,-31 30 73,1 0-1,-1-1 0,1 1 1,-1 0-1,1 0 0,-1-1 1,1 1-1,-1 0 0,1 0 1,-1 0-1,1-1 0,-1 1 1,1 0-1,-1 0 0,1 0 1,0 0-1,-1 0 0,1 0 1,-1 0-1,1 0 0,-1 0 1,1 1-1,-1-1 0,1 0 1,-1 0-1,1 0 0,0 1 1,-1-1-1,0 0 0,1 1 1,-1-1-1,1 0 0,-1 1 1,1-1-1,-1 0 0,0 1 1,1-1-1,-1 1 0,1 0 1,0 7 25,0 1 1,-1-1-1,0 0 1,-1 0-1,1 1 1,-1-1 0,-1 0-1,0 0 1,0 0-1,0 0 1,-1 0 0,-1-1-1,1 1 1,-5 7-1,-2 9 4,-442 908 93,75-178 1067,390-756-1920,13-19 365,54-89 109,-5-3 0,110-222-1,-134 236 90,58-109-100,263-457 683,-396 750 1286,-49 88-1410,-103 174 1,45-95-290,-2 8-23,-144 326 258,268-555-393,16-28-563,33-48-274,82-130 256,145-278-1,-55 86-343,-139 248 870,213-319 282,-270 416 6,-9 11-27,0 1 1,1 0-1,0 0 0,1 1 0,-1 0 1,2 0-1,-1 1 0,16-10 1,-20 18 68,-8 22 127,-8 33-115,-2-1-1,-3 0 1,-2-2-1,-26 54 1,-119 210 374,89-178-430,-427 771-111,188-348 117,202-338 1024,111-223-1110,0 0-1,0 0 1,1 0 0,-1 0-1,0 0 1,1 0 0,-1 0-1,0 0 1,0 0-1,1 0 1,-1 0 0,0 0-1,1 0 1,-1 1 0,0-1-1,0 0 1,1 0-1,-1 0 1,0 0 0,0 1-1,0-1 1,1 0 0,-1 0-1,0 0 1,0 1-1,0-1 1,1 0 0,-1 0-1,0 1 1,0-1 0,0 0-1,0 1 1,0-1 0,0 0-1,0 0 1,0 1-1,0-1 1,0 0 0,0 1-1,0-1 1,0 0 0,0 0-1,0 1 1,0-1-1,0 0 1,0 1 0,0-1-1,0 0 1,0 0 0,0 1-1,0-1 1,-1 0 0,1 0-1,0 1 1,0-1-1,0 0 1,-1 0 0,1 1-1,0-1 1,0 0 0,0 0-1,-1 0 1,1 0-1,0 1 1,0-1 0,-1 0-1,28-25-973,69-112 405,-5-3 0,115-244 0,-134 246 164,1-3 45,242-443 480,-218 422 824,173-220 0,-223 336-1315,-40 59 74,-14 34 164,-14 17 67,-2 0 1,-3-2-1,-65 114 0,80-156 58,-520 893 202,229-409 2274,216-332-1455,142-222-2432,294-440 99,-28-50 267,-159 263 815,-119 202 224,32-57 612,6 4 0,110-132 0,-185 251-501,3-1-52,-9 30 642,-11 28-471,-1-2 0,-3 1-1,-2-1 1,-1-1 0,-30 53-1,-8 24-173,-169 393 90,-126 305 127,342-799-245,-6 9-15,2-1-1,2 2 1,0 0 0,2 0-1,2 0 1,-5 47-1,13-73-362,9-12-132,20-24 347,-1 0 0,-1-2 0,-2-1 0,-1-1 0,-2-1 1,33-65-1,-13 24 113,248-434 238,186-294 566,-407 707-735,-70 97-22,0-1 1,0 0 0,0 0 0,0 0 0,0 1-1,0-1 1,1 1 0,-1-1 0,1 1-1,-1-1 1,1 1 0,-1 0 0,1 0 0,0 0-1,0 0 1,-1 0 0,1 0 0,0 0 0,0 1-1,0-1 1,3 0 0,-3 5 20,-1 0 0,0 0 0,0-1 0,-1 1 1,1 0-1,-1 0 0,0 0 0,0 0 0,0 0 0,-1 0 0,1 0 0,-3 8 1,-10 54 54,-3-1 0,-3 0-1,-2-1 1,-4-1 0,-38 71 0,14-28-54,-525 1066 698,553-1131-664,9-22-58,1 0-1,1 1 0,1 0 1,1 0-1,1 1 0,0 0 1,2 1-1,-6 42 0,23-72-1138,65-89 667,-4-3-1,-5-2 1,67-139 0,-102 181 266,125-238-214,80-139 1520,-228 425-594,-5 17-97,-8 36 155,-21 69-176,-196 456-265,131-360-83,49-110-25,-24 54 131,-72 253 0,136-402-165,0-1 0,0 1 0,0-1-1,1 1 1,-1-1 0,0 0 0,0 1-1,1-1 1,-1 1 0,0-1 0,1 1-1,-1-1 1,0 0 0,1 1 0,-1-1-1,1 0 1,-1 1 0,1-1 0,-1 0-1,1 0 1,-1 1 0,1-1 0,-1 0-1,1 0 1,-1 0 0,1 0-1,-1 0 1,1 0 0,-1 0 0,1 0-1,-1 0 1,1 0 0,-1 0 0,1 0-1,-1 0 1,1 0 0,-1 0 0,1 0-1,-1-1 1,1 1 0,-1 0 0,1 0-1,-1-1 1,1 1 0,-1 0 0,1-1-1,0 0 1,28-10-389,-2-14 194,-1-1 1,-2-2-1,0 0 1,28-46-1,-27 39 173,155-238-340,-114 165 257,5 3 0,143-164 0,-210 266 151,87-80 825,-86 80-814,-1 0 0,1 0 0,0 0 0,0 0 0,0 1 0,0 0-1,1 0 1,-1 0 0,0 0 0,1 1 0,-1 0 0,1 0 0,0 1 0,-1-1 0,1 1 0,-1 1 0,1-1 0,10 3-1,-12-1-15,0 1 0,0 0-1,-1 0 1,1 0 0,-1 1-1,0-1 1,0 1-1,0 0 1,0-1 0,-1 1-1,0 0 1,0 1-1,0-1 1,0 0 0,0 1-1,-1-1 1,0 1-1,0-1 1,0 1 0,-1 0-1,1-1 1,-1 1 0,0 0-1,-1-1 1,-1 10-1,3 1 44,3 101 228,-5 0 1,-5 0-1,-6-1 1,-42 188-1,49-282-233,-4 16 107,0 1-1,3 0 1,-3 68-1,39-153-1707,114-185 1138,211-303 474,-348 525-76,0 0 0,0 1 0,1 0 0,0 0 0,0 0 0,1 1 0,1 1 0,-1-1 0,1 2 0,0-1 0,16-7 0,-24 14 16,0 0-1,-1 0 0,1 0 0,-1 0 1,1 0-1,-1 0 0,1 0 1,-1 1-1,1-1 0,-1 0 1,1 1-1,-1-1 0,1 1 0,-1 0 1,0 0-1,1-1 0,-1 1 1,0 0-1,0 0 0,1 0 1,-1 0-1,0 0 0,0 0 0,0 1 1,0-1-1,-1 0 0,1 0 1,0 1-1,0-1 0,-1 0 1,1 1-1,-1-1 0,1 1 0,-1-1 1,1 1-1,-1-1 0,0 1 1,0-1-1,0 1 0,0 0 1,0-1-1,-1 3 0,4 86 499,-4-71-393,-1 33 49,-2 0 1,-2 0-1,-3 0 0,-23 76 1,-83 193 971,81-236-557,12-15-47,17-45-637,14-33-1265,413-668-1347,-393 631 2542,-22 30 142,1 1 0,0 1 0,1-1 1,1 1-1,0 1 0,1 0 0,0 0 1,1 1-1,0 1 0,21-14 0,-33 24 37,0-1-1,1 1 0,-1 0 1,0 0-1,1 0 0,-1 0 1,0 0-1,1 0 1,-1 0-1,0-1 0,1 1 1,-1 0-1,1 0 1,-1 0-1,0 1 0,1-1 1,-1 0-1,0 0 1,1 0-1,-1 0 0,0 0 1,1 0-1,-1 0 1,0 1-1,1-1 0,-1 0 1,0 0-1,1 1 0,-1-1 1,0 0-1,0 0 1,1 1-1,-1-1 0,0 0 1,0 0-1,1 1 1,-1-1-1,0 0 0,0 1 1,0-1-1,0 1 1,0-1-1,0 0 0,0 1 1,1-1-1,-1 0 1,0 1-1,0-1 0,0 0 1,0 1-1,-1-1 0,1 1 1,0-1-1,0 0 1,0 1-1,0-1 0,0 1 1,3 34 221,-1 0 1,-2 0 0,-2 0-1,0 0 1,-3 0-1,-1 0 1,-1-1-1,-14 38 1,-120 278 856,33-91 562,78-187-1835,30-72 168,0 0 0,0-1 0,0 1 0,0 0 0,0 0 0,0 0 0,0 0 0,-1-1 0,1 1 0,0 0 0,0 0 0,0 0 0,0 0 0,0 0 0,0 0 0,-1-1 0,1 1 0,0 0 0,0 0 0,0 0 0,0 0 0,0 0 0,-1 0 0,1 0 0,0 0 0,0 0 0,0 0 0,0 0 0,-1 0 0,1 0 0,0 0 0,0 0 0,0 0 0,0 0 0,-1 0 0,1 0 0,0 0 0,0 0 0,0 0 0,0 0 0,-1 0 0,1 0 0,0 0 0,0 1 0,0-1 0,0 0 0,0 0 0,-1 0 0,1 0 0,0 0 0,0 0 0,0 0 0,0 1 0,0-1 0,0 0 0,0 0 0,0 0 0,0 0 0,-1 1 0,1-1 0,0 0 0,0 0 0,0 1 0,1-42-2218,10-24-858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269 892 4425,'0'0'7248,"-1"-3"-7135,0 0 0,-1 0-1,1 0 1,1 0 0,-1-1 0,0 1-1,1 0 1,-1-1 0,1 1 0,0-1-1,0 1 1,1-6 0,13-16 362,0 0 0,2 1-1,0 1 1,1 1 0,2 1 0,40-37 0,-42 40-240,55-51 102,3 2 0,3 4 0,2 3 0,4 4-1,137-70 1,-153 94-315,2 2-1,0 4 1,2 2-1,1 4 0,1 3 1,0 3-1,150-8 1,-163 21 41,-1 2 1,0 3 0,0 3 0,96 23 0,-113-17 65,-1 2 0,0 2 1,-1 1-1,-1 2 0,-1 2 1,70 52-1,-56-34-12,-2 2 1,-2 2-1,-2 2 0,-1 2 0,-3 3 1,-2 1-1,-3 2 0,-2 1 0,-2 2 1,-3 2-1,-2 0 0,-3 2 0,-3 1 1,27 113-1,-27-43 140,-5 1-1,-7 1 1,-8 223 0,-5-320-184,-2-1 0,-2 1 0,-1-1-1,-2 0 1,-1 0 0,-2-1 0,-30 62 0,17-50 10,-3-1 0,-2-1 1,-2-2-1,-66 71 0,9-30-8,-4-3 1,-3-4-1,-207 123 0,251-168-95,-1-4 0,-1-1 0,-1-3-1,-1-2 1,-2-3 0,-79 16 0,108-29-15,0-2 1,-1-1 0,1-2-1,0-1 1,-1-1-1,1-1 1,0-2 0,0-1-1,0-1 1,1-1-1,0-2 1,0-1 0,1-1-1,-51-28 1,-44-38 19,4-5 1,-160-143-1,212 162-5,2-3 0,3-3 0,3-3 0,3-2 0,-45-82 0,-195-319 130,277 444-127,2 0-1,1-2 0,1 1 0,2-2 0,2 1 1,1-2-1,-8-59 0,8-7-45,5-135 0,4 149 69,1 54-29,0 1 0,3-1 1,0 1-1,2 0 1,2 0-1,0 0 0,3 1 1,0 1-1,2 0 0,28-48 1,-30 60 6,1 1 1,0 1 0,1 0-1,1 1 1,1 0-1,0 1 1,1 1 0,0 0-1,1 2 1,0 0-1,1 0 1,0 2 0,1 0-1,-1 1 1,2 1-1,-1 1 1,1 0 0,24-3-1,24 3-21,86 2 0,-78-25-489,44 18-629,-94 11 1097,-1-2 1,0 0-1,28-7 0,14 1-628,-20 6-5445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1248 6057,'0'0'3332,"16"-49"-3056,56-161-76,-54 162-135,2 1 0,2 1 0,46-73 1,-26 52 18,-115 183 3077,-196 334-2928,198-314 106,65-121-430,10-13-44,11-16-182,-12 11 253,445-524-304,-35-45-128,-273 373-205,-124 174 608,-15 22 88,0 1-1,1-1 0,-1 1 0,1-1 0,-1 1 0,1-1 0,0 1 0,0 0 0,0 0 1,0 0-1,0 0 0,1 0 0,-1 0 0,1 1 0,-1-1 0,1 1 0,0 0 0,2-2 0,-3 16 137,-9 18 11,-1 0 0,-1-1 0,-1 0 0,-2 0 0,-22 39 0,23-46-108,-572 1265 1211,531-1134-974,81-180-2322,64-100 1755,-6-3-1,133-262 1,-159 276 47,1-2 46,196-342-531,-262 524 176,-17 1 624,-2-1-1,-4 0 0,-3-2 1,-59 94-1,24-40 44,-175 320 1350,-316 432 0,665-1053-3666,388-643 1915,-241 392 208,-192 324 103,-24 39-26,90-121 1,-115 177-75,-7 19 33,-6 5 73,-1 0-1,0 0 1,-1 0-1,0 0 0,0 0 1,0 0-1,-1 0 0,-1 0 1,-2 12-1,-27 89 235,-19 33 51,-103 206-1,-104 131 251,115-220-280,-5 12 842,125-221-1297,22-50 171,0 0 0,0 0 0,0 0 0,0 0 0,1 0-1,-1 0 1,0 0 0,0 0 0,0 0 0,1 0 0,-1 0 0,0 0 0,0 0-1,0 1 1,0-1 0,0 0 0,1 0 0,-1 0 0,0 0 0,0 0-1,0 0 1,0 0 0,0 1 0,0-1 0,0 0 0,1 0 0,-1 0 0,0 0-1,0 1 1,0-1 0,0 0 0,0 0 0,0 0 0,0 0 0,0 1 0,0-1-1,0 0 1,0 0 0,0 0 0,0 0 0,0 1 0,0-1 0,0 0 0,0 0-1,0 0 1,0 0 0,0 1 0,0-1 0,0 0 0,-1 0 0,1 0-1,0 0 1,0 1 0,0-1 0,0 0 0,0 0 0,0 0 0,0 0 0,-1 0-1,27-29-564,-25 27 518,176-253-433,172-335 1,-251 416 239,-5 6-80,-15 26-80,109-151 0,-177 278 337,0 1-1,2 1 1,-1 0 0,17-14 0,-23 26 4,-4 13 50,-3 23 63,-2 1 1,-1-1 0,-2-1-1,-1 1 1,-15 38 0,-78 183 431,65-170-260,-467 903 1555,389-784-1406,407-781-3281,179-302 2730,-466 869 173,1-4-15,1 0-1,0 1 1,1 0-1,0 0 1,0 1-1,2 0 1,-1 1-1,1 0 1,17-11-1,-27 20 16,-1 1 0,0 0 0,1-1 0,-1 1-1,0 0 1,1 0 0,-1-1 0,1 1 0,-1 0 0,0 0-1,1 0 1,-1 0 0,1-1 0,-1 1 0,1 0-1,-1 0 1,0 0 0,1 0 0,-1 0 0,1 0 0,-1 0-1,1 0 1,-1 0 0,1 1 0,-1-1 0,0 0-1,1 0 1,-1 0 0,1 0 0,-1 1 0,0-1 0,1 0-1,-1 0 1,1 1 0,-1-1 0,0 0 0,1 1 0,-1-1-1,0 0 1,0 1 0,1-1 0,-1 0 0,0 1-1,0-1 1,0 1 0,1-1 0,-1 1 0,0-1 0,0 0-1,0 1 1,0-1 0,0 1 0,0-1 0,0 1 0,0-1-1,0 1 1,0-1 0,0 0 0,0 1 0,0-1-1,0 1 1,0-1 0,-1 1 0,1-1 0,0 0 0,0 1-1,-1 0 1,3 32 17,-2 1 1,-2 0-1,-1 0 0,-1-1 0,-18 65 1,-67 170 190,57-182-194,-84 227 981,-14-4 1,-294 506 0,379-718-1009,685-1306-1698,-550 1029 1541,151-281-158,-179 355 365,4 3-1,94-109 1,-153 203-28,65-67 66,-69 73-85,1 0 1,0 0-1,0 0 1,1 0 0,-1 1-1,0 0 1,1 0-1,-1 0 1,1 0 0,0 1-1,0-1 1,-1 1-1,1 1 1,0-1 0,0 1-1,5-1 1,-9 2 15,0-1 0,0 0 0,0 0 0,0 1 0,-1-1 0,1 0 0,0 1 0,0-1 0,-1 0 0,1 1 0,0-1 0,-1 1 0,1 0 1,-1-1-1,1 1 0,0-1 0,-1 1 0,1 0 0,-1 0 0,0-1 0,1 1 0,-1 0 0,0 0 0,1-1 0,-1 1 0,0 0 0,0 0 0,1 0 0,-1-1 0,0 1 0,0 0 1,0 0-1,0 0 0,0 0 0,0 0 0,-1-1 0,1 1 0,0 0 0,0 0 0,-1 1 0,1 33 47,-1 0 0,-2 0 0,-1 0 0,-2 0-1,-1-1 1,-19 54 0,-94 211 319,83-213-253,-223 464 1575,-2 3 1022,225-458-2753,37-95 34,0 0 0,1 0 0,-1 0 0,0 0-1,0 0 1,0 0 0,0 0 0,0-1 0,0 1 0,0 0 0,0 0 0,0 0 0,1 0 0,-1 0 0,0 0-1,0 0 1,0 0 0,0 0 0,0 0 0,0 0 0,0 0 0,1 0 0,-1 0 0,0 0 0,0 0 0,0 0-1,0 0 1,0 0 0,0 0 0,0 0 0,0 0 0,1 0 0,-1 0 0,0 0 0,0 1 0,0-1 0,0 0-1,0 0 1,0 0 0,0 0 0,0 0 0,0 0 0,0 0 0,1 0 0,-1 0 0,0 0 0,0 1 0,15-24-606,95-174-516,87-190 936,262-453-755,-445 818 911,-11 15-2,1 1 0,-1 0-1,1 0 1,0 0 0,1 0 0,-1 1 0,1 0 0,0 0 0,1 0 0,-1 0-1,1 1 1,0 0 0,0 0 0,7-3 0,-13 7 35,1 0 1,-1 0-1,1 0 0,-1 0 0,1 0 1,-1 0-1,1 0 0,0 0 0,-1 0 1,1 0-1,-1 0 0,0 0 1,1 1-1,-1-1 0,1 0 0,-1 0 1,1 1-1,-1-1 0,1 0 1,-1 0-1,0 1 0,1-1 0,-1 0 1,1 1-1,-1-1 0,0 1 1,0-1-1,1 0 0,-1 1 0,0-1 1,0 1-1,1-1 0,-1 1 1,0-1-1,0 1 0,0-1 0,0 1 1,0-1-1,0 1 0,0-1 1,0 1-1,0-1 0,0 1 0,0-1 1,0 1-1,0-1 0,0 1 0,0-1 1,0 1-1,-1-1 0,1 1 1,0-1-1,-1 1 0,3 38 31,-3 0 0,-1 0 0,-2 0 0,-2-1 0,-1 1 0,-15 43 0,-89 237 425,102-295-398,-139 330 1038,-23 59 139,191-460-1892,2 2 0,37-57 0,1-4 589,23-65-133,-51 98-229,3 2 0,3 2 0,78-108 1,-110 218-112,-9 12 631,-1-1 0,-3 1 0,-19 76 0,-62 163 765,-8 41 793,88-298-1453,0-1 14,1 0 0,2 1-1,-1 37 1,42-99-1215,9-39 541,65-129 0,-43 72 292,-8 17-188,-6 6-160,5 2-1,133-169 0,-131 215 224,-59 51 297,0 0 0,0 0 1,0 0-1,0 0 0,0 0 0,0 0 1,0 0-1,1 1 0,-1-1 0,0 1 0,1-1 1,-1 1-1,0-1 0,1 1 0,-1 0 0,1-1 1,-1 1-1,0 0 0,1 0 0,-1 0 0,1 0 1,-1 0-1,1 1 0,-1-1 0,0 0 1,1 1-1,-1-1 0,0 1 0,1-1 0,-1 1 1,0-1-1,0 1 0,1 0 0,-1 0 0,0 0 1,0 0-1,0 0 0,0 0 0,0 0 1,0 0-1,0 0 0,0 0 0,-1 0 0,1 1 1,0-1-1,-1 0 0,1 1 0,-1-1 0,1 0 1,-1 1-1,0-1 0,1 2 0,5 53 234,-2 0 0,-3 0 0,-2 0 0,-11 73 0,5-69 214,-3 1 1,-3-2-1,-2 1 1,-2-2-1,-3 0 0,-3-1 1,-47 86-1,86-222-1979,32-38 1157,6 2 0,106-169-1,-134 241 230,-9 13 101,2 0 1,0 1-1,2 1 1,1 1-1,46-44 1,-66 69 46,0 0 0,0 0 1,1 1-1,-1-1 1,1 0-1,0 1 0,-1 0 1,1-1-1,0 1 0,0 0 1,-1 1-1,1-1 1,0 0-1,4 0 0,-6 2 38,0-1-1,1 0 1,-1 0-1,0 1 0,0-1 1,0 1-1,0-1 1,0 1-1,0-1 0,0 1 1,0 0-1,0 0 1,0-1-1,0 1 0,-1 0 1,1 0-1,0 0 1,0 0-1,-1 0 0,1 0 1,0 0-1,-1 0 1,0 0-1,1 2 1,2 8 245,0 1 1,-1-1 0,-1 1 0,0 0-1,-1 20 1,0-29-268,-1 47 192,-2 0-1,-3 0 1,-1-1 0,-3 1-1,-1-2 1,-3 0-1,-2 0 1,-2-1 0,-2-1-1,-2-1 1,-29 43-1,32-57-297,-17 22-388,0-21-3392,6-12-3023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12 5025,'0'0'6859,"0"-1"-6802,0 1-1,0-1 1,-1 1-1,1-1 1,0 1 0,0-1-1,0 1 1,0-1 0,0 1-1,-1-1 1,1 1 0,0-1-1,-1 1 1,1-1 0,0 1-1,-1-1 1,1 1 0,0 0-1,-1-1 1,1 1 0,-1 0-1,1-1 1,0 1 0,-2-1-1,-2 1 11,0 1 0,0-1-1,0 1 1,0 0 0,0 0 0,0 0-1,0 1 1,0-1 0,1 1-1,-1 0 1,1 0 0,-1 0 0,1 0-1,0 1 1,-1 0 0,1-1-1,-4 6 1,-3 5 36,0 0 1,0 1-1,-8 17 0,8-13 5,-25 41 74,-35 83 0,59-116-119,2 1-1,0 0 0,2 1 1,0 0-1,-3 55 1,9-77-70,0 0 1,1 0 0,0 0 0,1-1-1,-1 1 1,1 0 0,0 0 0,1-1-1,-1 1 1,1 0 0,0-1-1,1 0 1,-1 1 0,1-1 0,0 0-1,0 0 1,1-1 0,-1 1 0,1-1-1,0 1 1,0-1 0,1 0 0,-1-1-1,1 1 1,0-1 0,0 0-1,0 0 1,0-1 0,10 4 0,2 1-64,0-2 0,0 0 1,0-1-1,0 0 0,1-2 0,0 0 1,-1-1-1,1-1 0,0 0 1,-1-1-1,33-7 0,-24 2-203,0-1-1,0-2 1,0 0 0,-1-2-1,-1 0 1,45-30 0,-53 30-458,0-1-1,-1 0 1,-1-1 0,0-1 0,0 0 0,14-22-1,-13 14-2387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29 137 5737,'0'0'8611,"12"-19"-8608,40-59-114,-49 75 82,0-1 0,0 1 0,1 0 0,-1 0 0,1 0 0,-1 0 0,1 1 0,0 0 0,0 0 0,0 0 0,1 0 0,-1 0 0,0 1 0,1 0 0,-1 0 0,1 0 0,-1 0 0,1 1 0,-1-1 0,1 1 0,-1 1 1,1-1-1,5 1 0,8 0-296,-15-1 284,0 0 0,0 0-1,0 1 1,0-1 0,0 1 0,0 0 0,0-1-1,0 1 1,0 1 0,0-1 0,0 0-1,-1 1 1,1-1 0,0 1 0,-1 0-1,1 0 1,-1 0 0,0 0 0,0 0 0,0 0-1,2 4 1,0 0 33,-1-1 1,0 1-1,-1 0 0,1 0 1,-1 1-1,-1-1 0,1 0 1,-1 1-1,1 11 0,-1-1 72,-2 1-1,1-1 1,-2 1 0,0-1-1,-1 1 1,-11 32-1,8-34 16,-2 0 0,1-1-1,-2 0 1,0 0-1,-1-1 1,-17 21-1,21-29 33,1 0 1,-1-1-1,0 1 0,0-1 0,-1 0 0,0-1 0,0 1 0,0-1 0,0-1 0,0 1 0,-1-1 0,0-1 0,0 1 0,1-1 0,-17 1 1,21-2-107,0-1 1,0 0 0,1-1 0,-1 1 0,0 0 0,0-1 0,1 0-1,-1 1 1,1-1 0,-1 0 0,0 0 0,1-1 0,-1 1 0,1 0-1,0-1 1,0 1 0,-1-1 0,1 0 0,0 0 0,0 0 0,1 0 0,-1 0-1,0 0 1,1-1 0,-1 1 0,1-1 0,0 1 0,-1-1 0,1 1-1,1-1 1,-1 1 0,0-1 0,0-4 0,-1-9-119,0-1 0,1 1 1,1-1-1,2-25 0,-1 23-139,0 11 71,0 0 0,0 0 0,1 0 0,0 0 1,0 0-1,1 0 0,0 0 0,0 1 0,1-1 0,6-9 0,1 2-694,0 1 0,1 1 0,24-22 0,9-1-2938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1 289 1360,'0'0'10483,"15"-20"-10305,52-62-166,-62 78-26,0 0 1,0 0-1,0 0 0,0 1 0,1-1 1,0 1-1,-1 1 0,1-1 0,0 1 0,1 0 1,-1 1-1,0-1 0,0 1 0,1 0 0,-1 1 1,0-1-1,1 1 0,-1 1 0,9 0 0,7 0-89,-14-1 83,1 0-1,0 0 1,-1 1-1,1 0 0,0 1 1,13 4-1,-20-5 36,0 0 0,0 0 0,0 0 0,1 1 0,-1-1 0,0 1 0,-1-1 0,1 1 0,0 0 0,0-1 0,-1 1 0,1 0 0,-1 0 0,1 0 0,-1 1 0,0-1 0,0 0-1,0 0 1,0 1 0,0-1 0,-1 0 0,1 1 0,-1-1 0,1 1 0,-1-1 0,0 1 0,0 3 0,-1 3 126,0 1 0,-1-1-1,0 0 1,0 0-1,-1 0 1,0 0 0,-1 0-1,0-1 1,0 1 0,-1-1-1,0 0 1,0 0 0,-1-1-1,0 0 1,0 0 0,-1 0-1,-11 9 1,9-9-98,0 0 1,0-1-1,0 1 0,-1-2 1,0 1-1,0-2 0,-1 1 1,1-1-1,-1-1 0,0 0 1,0 0-1,0-1 1,0-1-1,-17 1 0,26-2-72,-1-1 0,0 0 0,1 1 0,-1-1-1,1 0 1,-1-1 0,1 1 0,0 0 0,0-1 0,-1 1-1,1-1 1,0 1 0,0-1 0,0 0 0,0 0-1,1 0 1,-1 0 0,1 0 0,-1-1 0,1 1 0,-1 0-1,1-1 1,0 1 0,0-1 0,1 1 0,-1-1 0,0 0-1,1 1 1,-1-1 0,1 0 0,0-3 0,-2-11-247,1 0 0,1 0 1,3-26-1,-2 32 93,1 0 0,0 0 1,1 1-1,0-1 0,1 1 1,0 0-1,0 0 0,8-12 0,4-2-1137,32-39-1,-22 31-611,20-25-4269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38 161 144,'0'0'10088,"-1"25"-9134,-35 388 2496,40-451-10328,0-27 4403,6-61 783,-5 61 1603,-4 34 836,2 0 0,0 0 0,2 0 1,2 1-1,0 0 0,13-31 1,-17 57-659,0 0 1,0 0 0,0 0 0,0 0 0,0 0 0,1 1-1,0 0 1,0 0 0,0 0 0,0 0 0,0 0 0,0 1 0,1 0-1,-1 0 1,1 0 0,0 0 0,0 1 0,-1-1 0,1 1-1,0 1 1,8-1 0,10-1-69,0 1 0,-1 2 0,30 3 0,-47-4-25,-1 0 0,0 1 0,0-1 0,0 1-1,1 0 1,-1 0 0,0 0 0,0 1 0,0 0 0,-1-1 0,1 1 0,0 1 0,-1-1-1,1 0 1,-1 1 0,0 0 0,1 0 0,-1 0 0,-1 0 0,4 4 0,-3 0 55,0 0 1,-1 0-1,1 0 1,-1 1-1,-1-1 1,0 1-1,0-1 1,0 1-1,-1-1 1,0 10-1,-1-7 85,-1-1 0,1 0 0,-2 1 0,1-1 0,-1 0 0,0 0 0,-1 0 0,0-1 0,-1 1 0,0-1 0,0 0 0,0 0 0,-8 7 0,-9 11 599,-2-1 0,-35 29 0,49-45-415,6-5-161,0 0 0,0-1-1,0 1 1,-1-1 0,1-1-1,-1 1 1,-5 2 0,13-6-206,1 1 1,-1-1-1,0 1 1,1 0-1,-1 0 1,0 0-1,1 0 1,-1 1-1,0-1 1,1 1-1,-1 0 1,5 1 0,39 17 160,-11 1-456,-30-15 65,1-1-1,0 0 1,0 0-1,0 0 1,0-1-1,1-1 1,14 5-1,78-3-3257,-50-4-601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1800,'0'0'11192,"0"21"-10142,1 147-291,-4 272 747,0-413-2467,0-1-1138,4-24 1004,2-14 175,57-279-5602,-46 181 3804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1792,'74'14'3677,"-60"-14"-2109,-11-4 2332,5 5-537,54 32-2527,71 50-1,-119-74-834,0 1-1,-1 1 0,0 0 1,0 1-1,-1 0 0,17 23 0,-23-25-2,0-1-1,-1 1 0,0 0 0,0 1 0,-1-1 0,-1 1 1,0 0-1,0-1 0,-1 2 0,0-1 0,0 12 0,-2-9 53,1 1-1,-2-1 0,0 0 0,-1 0 0,0 0 0,-1 0 0,0 0 1,-1 0-1,-10 21 0,9-26-17,0 0 1,-1-1 0,1 1-1,-2-1 1,1 0-1,-1 0 1,-1-1 0,1 0-1,-1-1 1,-1 1-1,1-1 1,-1-1-1,0 0 1,-11 5 0,2-3-204,0-1 0,0 0 1,0-1-1,-1-2 1,0 1-1,0-2 0,0-1 1,0 0-1,0-1 1,0-1-1,-27-5 1,41 4-293,0 0 0,0 0 0,0-1 0,0 0 0,1 1 0,-1-1 0,1-1 0,0 1 1,0-1-1,0 1 0,-5-8 0,-1-8-4766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0 13899,'0'0'7226,"-25"70"-15692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0 759 7938,'0'0'3736,"5"-34"-3231,-2 18-433,8-52 431,34-117 1,-20 111-262,37-77 1,-47 121-244,0 1 0,2 1 0,2 0 0,0 1 0,26-27 1,-42 51-25,-1 0 1,1 1 0,0-1 0,0 0 0,0 1-1,0 0 1,0-1 0,1 1 0,-1 1-1,1-1 1,-1 0 0,1 1 0,0 0 0,-1 0-1,1 0 1,0 0 0,0 0 0,0 1-1,7 0 1,-8 0 35,0 1 1,0 0-1,0 1 0,0-1 0,0 0 1,-1 1-1,1 0 0,0-1 0,-1 1 1,1 0-1,-1 0 0,0 1 0,0-1 1,0 0-1,0 1 0,0-1 0,0 1 0,-1 0 1,1 0-1,-1-1 0,1 1 0,-1 0 1,1 4-1,11 36 384,-1 0 1,-1 1-1,4 53 1,3 139-660,-17-217 118,0 48-3338,-1-51 930,0 2-4167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9962,'0'0'4553,"225"46"-4553,-148-43-360,13-3-720,-20 0-1089,-12-14-2552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 4297,'0'0'5281,"-26"163"-4785,14-76-96,-1 4 0,-7-7-120,14-20-264,-7-14-16,7-27-664,6-26-840,0-29-1793,0-15-2408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5737,'0'0'8375,"16"1"-8265,21 2 26,126 14-110,-162-17-65,1 0-1,-1 0 0,1 0 1,-1 0-1,1 1 0,-1-1 0,0 1 1,1-1-1,-1 1 0,0-1 0,1 1 1,-1 0-1,0-1 0,0 1 1,1 0-1,-1 0 0,0 0 0,0 0 1,0 0-1,0 0 0,0 0 1,0 1-1,-1-1 0,1 0 0,0 0 1,-1 1-1,1-1 0,0 2 1,-1 0 83,0-1 1,0 1 0,-1 0 0,1-1 0,-1 1 0,1 0 0,-1-1 0,0 1 0,0 0 0,0-1 0,-1 0 0,1 1 0,-3 3 0,-8 10 393,0-1 0,-1-1 0,-18 16 0,29-27-481,-34 27 1534,-68 44-1,74-53-443,62-18-2145,13-2 627,71 8 0,-102-7 410,-1 1 1,1 0-1,-1 0 1,0 2 0,0-1-1,-1 2 1,0-1-1,1 2 1,19 13-1,-29-17 99,0 0 1,0 0-1,-1 1 0,1-1 0,-1 1 0,0-1 0,0 1 0,0 0 1,0-1-1,0 1 0,-1 0 0,0 0 0,0 0 0,0 1 0,0-1 1,-1 0-1,1 0 0,-1 0 0,0 1 0,0-1 0,-1 0 0,1 0 1,-1 0-1,0 0 0,0 0 0,-3 7 0,-1 2 54,0-1 0,-1 0 0,0 0-1,-1-1 1,0 0 0,0 0 0,-13 13 0,8-10-30,-2-1 1,1-1 0,-2 0-1,-21 14 1,28-21-164,0-1-1,0 0 0,-1 0 1,1 0-1,-1-1 1,0 0-1,0-1 0,0 0 1,-1 0-1,-14 0 0,23-3 2,0 1 0,0 0-1,-1-1 1,1 1-1,0-1 1,0 0 0,0 1-1,0-1 1,0 0-1,0 1 1,0-1 0,0 0-1,0 0 1,0 0-1,1 0 1,-1 0 0,0 0-1,1 0 1,-1 0-1,1 0 1,-1-1 0,1 1-1,-1 0 1,1 0-1,0 0 1,-1-1 0,1 1-1,0 0 1,0 0-1,0-1 1,0 1 0,0 0-1,1-3 1,3-42-2277,17-1-957,5 6-1415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1 572 7866,'0'0'3175,"10"-37"-3010,1-3-80,3-11 84,2 1 0,36-78 1,-28 77 100,3 2 1,1 1 0,44-57-1,-57 92-249,-7 15 201,-3 29 916,-5 134 1426,0 71-1641,0-76-6845</inkml:trace>
  <inkml:trace contextRef="#ctx0" brushRef="#br0" timeOffset="1">7 269 12099,'0'0'2880,"199"17"-2952,-141-17-888,12 0-752,-18 0-2265,-14 0-2545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6041,'0'0'576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84 166 4641,'64'-166'6865,"-71"166"-6528,1 0-209,-1 6-128,7 17 104,-6 15 96,0 12 432,-1 20 88,-6 14 152,-6 12-168,0 12 96,-7 0-143,7-21-329,13-14-328,-1-23-208,7-38-1097,19-12-1895,1-3-3042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76 7314,'0'0'5719,"11"31"-4913,37 102 129,-43-119-893,1 0 1,1 0 0,0-1 0,1 0-1,0-1 1,1 0 0,0 0-1,1 0 1,0-1 0,1-1-1,0 0 1,1 0 0,0-1-1,0-1 1,1 0 0,0-1-1,0 0 1,1-1 0,0 0-1,17 4 1,-23-8-241,-1 0-1,1 0 1,0-1-1,0 0 1,0 0-1,0-1 1,-1 0 0,1 0-1,0-1 1,0 0-1,10-3 1,-13 2 38,0 0-1,-1 0 1,1-1 0,-1 1-1,0-1 1,0 0 0,0 0 0,0 0-1,0-1 1,-1 0 0,0 1-1,0-1 1,0 0 0,0-1 0,0 1-1,-1 0 1,0-1 0,2-5 0,12-28-1102,-2-1 1,-2-1 0,12-69 0,-18 66 2282,1-70 1,-7 113-949,0-1 1,0 1 0,0 0-1,0 0 1,0-1 0,0 1-1,0 0 1,0-1 0,0 1 0,0 0-1,0-1 1,0 1 0,-1 0-1,1 0 1,0-1 0,0 1 0,0 0-1,0 0 1,0-1 0,0 1-1,-1 0 1,1 0 0,0-1-1,0 1 1,0 0 0,-1 0 0,1 0-1,0-1 1,0 1 0,-1 0-1,1 0 1,0 0 0,0 0 0,-1 0-1,1 0 1,0-1 0,-1 1-1,1 0 1,0 0 0,0 0-1,-1 0 1,1 0 0,-17 8 1309,-14 19-172,-49 75 593,-79 135 0,57-81-591,47-74-647,-9 14-194,31-52-3789,62-78-1017,8-14-782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58 333 6545,'0'0'4637,"15"-31"-3868,52-100-23,-59 117-641,0 1-1,0 0 0,2 0 0,-1 1 0,2 0 1,0 1-1,0 0 0,1 0 0,15-10 0,-17 16-80,0-1 0,0 1 0,0 1 0,0 0 0,0 0 0,1 1 0,0 1 0,0 0 0,0 0 0,0 1 0,15 0 0,-24 1-11,1 0 1,-1 0-1,1 0 1,-1 0-1,1 1 1,-1-1-1,0 1 1,1 0-1,-1 0 1,0-1-1,1 2 1,-1-1-1,0 0 1,0 0-1,0 1 1,0-1-1,0 1 1,0 0-1,0-1 1,0 1-1,-1 0 1,1 0-1,-1 0 0,0 0 1,1 0-1,-1 1 1,0-1-1,0 0 1,0 1-1,0 3 1,2 6 152,-1 1-1,0-1 1,-1 1 0,-2 24 0,1-17 3,-1-3-22,-1-1-1,-1 0 0,0 0 0,-1 0 0,-1 0 1,0-1-1,-1 1 0,-1-1 0,-1-1 1,0 1-1,0-1 0,-19 22 0,13-18 55,-1-1 0,-1-1 0,0 0 0,-1-1 0,-1-1 0,0 0 0,-1-1 0,-35 17 0,42-24-182,-1-1 0,0-1 0,0 0 0,0-1 0,-1 0 0,1-1 0,-1-1 0,1 0 0,-28-2 0,40 1-48,-1 0 0,1 0 1,0 0-1,0 0 0,-1-1 1,1 1-1,0 0 0,0-1 1,0 1-1,0-1 0,-1 1 1,1-1-1,0 0 0,0 1 1,0-1-1,0 0 0,1 0 1,-1 0-1,0 0 0,0 1 1,0-1-1,1 0 0,-1-1 1,0 1-1,1 0 0,-1 0 1,1 0-1,-1 0 0,1 0 1,0-1-1,-1 1 0,1-2 1,4-39-989,-4 39 895,2-6-346,1 0-1,-1 1 1,2-1-1,-1 1 1,9-14-1,35-45-4200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70 4945,'0'0'9794,"5"28"-8538,12 95-159,-16-106-922,0 1 0,0-1 1,-2 1-1,0-1 0,-2 1 1,1-1-1,-2 0 0,0 0 1,-7 17-1,-2 6 0,-74 231-1767,86-268-446,4-66-4874,3 1 4290,4-60 633,-9 61 1406,-1-59 930,-2 105 331,1 0 1,-2-1-1,0 1 1,-1 0-1,-8-21 1,10 31-334,0 1-1,0-1 1,1 1 0,-1-1 0,1 0 0,0 1 0,0-1 0,1 0-1,0 0 1,-1 0 0,2 0 0,-1 0 0,2-8 0,-1 9-253,1 0 0,0 1 0,0-1 0,0 0 0,1 1 0,-1 0 0,1-1 0,0 1 0,-1 0 1,2 0-1,-1 1 0,0-1 0,0 1 0,1 0 0,5-3 0,5-4-21,0 1 0,1 1 0,0 1 1,1 0-1,-1 1 0,1 0 0,0 2 0,0 0 0,0 0 0,1 2 1,-1 0-1,0 1 0,33 3 0,-37-1-39,-1 1 1,1 0-1,-1 1 0,1 0 0,-1 1 1,-1 0-1,1 1 0,-1 0 1,0 1-1,0 0 0,-1 0 0,1 1 1,-2 0-1,1 1 0,-1-1 1,-1 2-1,0-1 0,0 1 0,9 18 1,-7-8 81,0 0 0,-2 0 0,0 1 1,-1 0-1,-1 0 0,-1 0 0,-1 1 0,-1-1 1,-1 1-1,-1 0 0,-1-1 0,-5 34 1,1-25 46,-2-1 1,-1 0 0,-1 0 0,-1-1-1,-2 0 1,0-1 0,-2 0 0,-25 36-1,15-29 1,-1-2-1,-1-1 0,-1-1 0,-43 36 1,57-55-140,0-1-1,0-1 1,-1 0 0,0-1 0,-1-1 0,0 0 0,0-1-1,0-1 1,-1 0 0,1-1 0,-1 0 0,0-2 0,-30 2 0,43-4-86,-1 0 0,1 0 0,0 0 0,-1-1 0,1 1 0,0-1 0,-1 0 0,1 0 0,0 0 0,0-1 0,0 1 0,0-1 0,0 1 0,0-1 0,0 0 0,0 0 0,1 0 0,-1-1 0,1 1 0,0-1 0,0 1 0,-3-5 0,3 3-149,0-1 0,0 1 1,0-1-1,0 0 0,1 0 0,0 0 1,0 0-1,0 0 0,1 0 0,0-1 1,0 1-1,0 0 0,0 0 0,1 0 1,1-5-1,1 1-86,0 1 0,0-1 0,1 1 0,1 0 0,-1 0 1,1 1-1,1-1 0,-1 1 0,1 0 0,0 1 0,1-1 0,0 1 1,0 1-1,12-9 0,-10 7-33,76-54-2648,4 8-1014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469 17 5369,'0'0'12495,"-32"-5"-11411,-13-1-665,-48 0 0,85 7-351,0-1 1,1 1 0,-1 0 0,0 1-1,1 0 1,-1 0 0,1 1 0,0 0-1,0 0 1,0 1 0,0 0 0,0 0 0,1 0-1,0 1 1,0 0 0,-9 10 0,1-3 37,0 0-53,0 1 1,1 0-1,1 1 1,0 0 0,1 1-1,0 0 1,2 0 0,0 1-1,0 1 1,1 0 0,2 0-1,-1 0 1,2 1 0,0 0-1,1 0 1,1 0 0,1 0-1,1 1 1,0-1 0,4 36-1,-2-48-105,0 1 0,1-1-1,0 1 1,0-1-1,0 0 1,1 1-1,0-1 1,0-1 0,1 1-1,0 0 1,0-1-1,0 0 1,0 0-1,1 0 1,0 0-1,0-1 1,0 0 0,1 0-1,9 6 1,-4-5-396,-1 0 0,1 0 0,0-1 0,0 0-1,0-1 1,0-1 0,1 1 0,0-2 0,-1 1 0,19-2 0,-26 0 101,-1 0 0,1 0 0,-1 0 0,1-1 0,-1 0 0,1 1 0,-1-1 0,1-1 0,-1 1 0,0 0 0,1-1 0,-1 0 0,0 1 0,0-1 0,0-1 0,-1 1 0,1 0 0,0-1 0,4-4 0,9-23-5442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11522,'0'0'6866,"180"79"-6346,-90-50-256,13-6-264,-1-5-200,39-12-952,-25-6-1617,-20 0-3560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1 760 9234,'0'0'3406,"13"-27"-2570,165-380 1762,-95 188-1988,-83 219-608,0 0 0,0 0 0,0 0 1,0 1-1,0-1 0,0 0 0,0 0 1,0 0-1,0 0 0,1 0 0,-1 0 1,0 0-1,0 0 0,0 0 0,0 0 1,0 0-1,0 0 0,1 0 1,-1 0-1,0 0 0,0 0 0,0 0 1,0 0-1,0 0 0,0 0 0,0 0 1,1 0-1,-1 0 0,0 0 0,0 0 1,0 0-1,0 0 0,0 0 0,0 0 1,0 0-1,1 0 0,-1 0 1,0-1-1,0 1 0,0 0 0,0 0 1,0 0-1,0 0 0,0 0 0,0 0 1,0 0-1,0 0 0,0 0 0,0-1 1,1 1-1,-1 0 0,0 0 0,0 0 1,0 0-1,0 0 0,0 0 0,0-1 1,0 1-1,0 0 0,2 18 164,-1 31 173,-1-46-311,0 560 1116,0-562-1151,0 0 0,0-1 0,0 1 0,0-1-1,-1 1 1,1 0 0,0-1 0,0 1 0,1 0 0,-1-1 0,0 1 0,0-1 0,0 1-1,0 0 1,0-1 0,1 1 0,-1-1 0,0 1 0,1-1 0,-1 1 0,0-1 0,1 1-1,-1-1 1,0 1 0,1-1 0,-1 1 0,1-1 0,-1 1 0,1-1 0,-1 0 0,1 0 0,-1 1-1,1-1 1,0 0 0,-1 0 0,1 1 0,-1-1 0,1 0 0,0 0 0,-1 0 0,1 0-1,-1 0 1,1 0 0,0 0 0,-1 0 0,1 0 0,0 0 0,-1 0 0,1 0 0,-1-1-1,1 1 1,1-1 0,1 0-33,0-1-1,0 1 0,0-1 1,0 0-1,0 0 0,0 0 0,-1-1 1,5-4-1,10-18 139,-1-1 0,-1 0-1,-1-1 1,-2-1 0,16-53 0,-22 63-49,99-340 99,-68 222-3603,-36 129-413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8874,'0'0'9795,"27"-1"-8514,-10 1-1075,364 1 3255,-108 21-3340,-269-21-578,9 1-409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178 166 6241,'0'0'12914,"1"-5"-9860,5-8-2893,7-1-102,0 2 0,1 0 0,0 0 0,1 1 0,1 1-1,30-15 1,-37 20-68,7-3 33,1 1 0,0 0 0,0 1 1,0 1-1,1 1 0,-1 1 0,31-3 0,131 6 176,-88 2-184,-76-1-3,0 1 0,0 1 0,-1 0 0,1 1-1,-1 0 1,0 1 0,0 1 0,0 0 0,-1 1 0,0 1-1,-1 0 1,17 13 0,1 3 39,-2 1 0,0 2 0,40 49 0,-56-60 43,-1 1-1,-1 0 1,0 0 0,-1 1-1,-1 0 1,-1 1-1,0 0 1,-1 0 0,4 29-1,-3 6 238,-2 0 0,-2 63 0,-4-104-270,0 0 0,-1 0 1,0 0-1,-1 0 0,-1 0 1,0-1-1,0 0 0,-12 20 0,-6 9 173,-32 41 0,26-40-184,13-23-32,0 0-1,0-1 0,-2-1 0,0 0 0,-1-1 0,-1-1 1,0-1-1,-36 20 0,-16 3 63,-96 35 1,113-51-79,26-11-44,-1-1 0,0-2 0,0-1 1,-1-1-1,0-2 0,0-1 1,0-1-1,-30-3 0,54 1 20,-1 0 0,1 0 1,-1-1-1,1 0 0,-1 0 0,1-1 0,0 0 1,0 0-1,0 0 0,1 0 0,-1-1 0,1 0 1,0-1-1,0 1 0,0-1 0,1 0 0,-1 0 1,1 0-1,0 0 0,-5-12 0,-7-11-26,2-1 0,1 0 0,-10-35 0,9 24 81,-52-160-5,57 165-36,2 0-1,2-1 0,-3-67 1,6 41-62,0 35 21,2 0 0,0 0 0,5-30-1,-2 47 38,0 1-1,1 0 0,0 0 0,1 1 1,-1-1-1,8-8 0,10-20 0,-15 24-21,1 0 0,1 1 0,0 0 0,0 0 0,1 1 0,1 1 0,0-1 0,0 2 0,1 0 0,0 0 0,1 1 0,0 0 0,19-7 0,55-49 168,-78 43-6076,3-4-1070,-11 16 1937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134 101 3409,'-2'0'10164,"-11"9"-8959,5 6-1159,-1 1-1,2 0 1,0 0 0,1 0 0,-7 29-1,-13 92-503,23-121 467,-36 250-90,85-461-1339,-9 49 1592,8 1-92,-44 141-80,-1 3 0,1 0-1,-1 0 1,0 0 0,1 0-1,-1-1 1,1 1-1,-1 0 1,1 0 0,-1 0-1,1 0 1,0 0-1,-1 1 1,1-1 0,0 0-1,0 0 1,0 0-1,0 1 1,0-1 0,0 0-1,0 1 1,1-2 0,-1 29 541,0 46-566,-4 0-1,-3 0 1,-23 107 0,20-144-93,4-20-11,1 0 0,1 1 0,-3 29 0,6-114-30,3 0 0,13-71 0,-4 72 171,1-9 111,2 1 0,42-118 0,-50 181 69,-3 18-60,-3 21 126,-1-27-248,-4 143 354,-28 177 1,-49 143-640,44-270-64,37-192 341,-4 21-69,6-29-261,11-53-113,-3 19 391,194-826 32,-201 850 27,-1 5-6,1 0 1,0 0-1,0 0 1,1 0-1,10-19 1,-14 31-3,0 0 1,0 0 0,0-1-1,0 1 1,0 0 0,0 0-1,0 0 1,0 0 0,0 0-1,0 0 1,0 0-1,0-1 1,0 1 0,0 0-1,0 0 1,0 0 0,0 0-1,0 0 1,1 0 0,-1 0-1,0-1 1,0 1 0,0 0-1,0 0 1,0 0-1,0 0 1,0 0 0,0 0-1,0 0 1,1 0 0,-1 0-1,0 0 1,0 0 0,0 0-1,0 0 1,0 0 0,0 0-1,0 0 1,1 0-1,-1 0 1,0 0 0,0 0-1,0 0 1,0 0 0,0 0-1,0 0 1,0 0 0,1 0-1,-1 0 1,0 0-1,0 0 1,0 0 0,0 0-1,0 0 1,0 0 0,0 0-1,0 0 1,1 0 0,-1 0-1,0 0 1,0 1 0,0-1-1,0 0 1,0 0-1,2 17 336,-2 11-165,-20 436 278,-4-262-1602,62-407 267,11-83 1097,-46 256-194,-4 25-12,1 0 0,1 0 0,0 0-1,0 0 1,0 0 0,0 0-1,1 0 1,1 1 0,5-13 0,-7 25 132,-8 611 206,7-616-354,0-1 0,0 1 0,-1-1 0,1 1 0,0-1 0,0 1-1,0-1 1,0 1 0,0 0 0,0-1 0,0 1 0,0-1 0,0 1-1,0-1 1,0 1 0,0 0 0,1-1 0,-1 1 0,0-1 0,0 1-1,1-1 1,-1 1 0,0-1 0,1 1 0,-1-1 0,0 1 0,1-1-1,-1 0 1,0 1 0,1-1 0,-1 0 0,1 1 0,-1-1 0,1 0 0,-1 1-1,1-1 1,-1 0 0,1 0 0,0 0 0,-1 1 0,1-1 0,-1 0-1,1 0 1,-1 0 0,1 0 0,0 0 0,-1 0 0,1 0 0,0 0-1,1-1-33,0 0-1,0-1 1,0 1-1,0 0 1,0-1-1,0 1 1,-1-1-1,1 0 1,-1 1-1,1-1 1,-1 0-1,3-4 1,8-16 9,-1-1 0,-1 0-1,-1 0 1,8-35 0,15-104 195,5-14 331,-25 155-430,-5 21 115,-1 15 231,11 84-307,-3 1 1,0 122-1,-15-213-131,2 32 24,-1-40-9,0 0 1,0 0-1,0 0 1,0 0-1,0 1 1,0-1-1,1 0 1,-1 0-1,0 0 1,1 0-1,-1 1 1,1-1-1,-1 0 1,1 0-1,0 0 1,-1 0-1,1 0 0,0 0 1,0-1-1,-1 1 1,1 0-1,0 0 1,2 1-1,-3-3-20,1 1-1,-1 0 1,1 0-1,-1 0 0,1-1 1,0 1-1,-1 0 1,1-1-1,-1 1 0,1 0 1,-1-1-1,1 1 1,-1-1-1,0 1 0,1-1 1,-1 1-1,1-1 1,-1 1-1,0-1 0,0 1 1,1-1-1,-1 1 1,0-1-1,0 0 0,0 1 1,1-1-1,-1 0 1,7-24-113,-6 20 51,44-289 77,-26 137 595,-18 150-520,-2 6-42,1-1 0,0 1-1,0-1 1,0 1 0,1-1 0,-1 1 0,0-1 0,1 1 0,-1-1 0,0 1 0,1-1 0,0 1-1,-1-1 1,1 1 0,0 0 0,0-1 0,0 1 0,0 0 0,0 0 0,2-2 0,-3 3 3,0 0 0,1 0 0,-1 0 1,0 0-1,1 1 0,-1-1 0,0 0 1,1 0-1,-1 0 0,0 1 0,0-1 1,1 0-1,-1 0 0,0 1 1,0-1-1,0 0 0,1 1 0,-1-1 1,0 0-1,0 1 0,0-1 0,0 0 1,0 1-1,0-1 0,1 0 0,-1 1 1,0-1-1,0 0 0,0 1 0,0-1 1,0 0-1,0 1 0,-1-1 1,1 1-1,0-1 0,20 169 842,19 201-915,-21-199-357,-14-158-53,0-17-177,3-24-167,-7 26 829,11-76-141,-3 0 1,-3-102 0,1-24 583,-6 191-388,0 11-57,0 0 0,-1 1 1,1-1-1,0 0 0,0 0 0,0 0 0,0 1 0,0-1 0,1 0 0,-1 0 1,1 1-1,-1-1 0,1 0 0,-1 0 0,1 1 0,0-1 0,1-2 0,-1 11 284,3 98-65,0-68-250,-2-1-1,-2 1 0,-2-1 0,-1 0 0,-14 68 1,11-85-47,3-7 14,0 0 0,-1 0-1,-1 0 1,0 0 0,0-1 0,-1 0 0,-14 20-1,20-31 50,0 1-1,-1-1 0,1 1 0,0-1 0,-1 1 1,1-1-1,0 1 0,-1-1 0,1 1 0,-1-1 1,1 1-1,0-1 0,-1 0 0,1 1 0,-1-1 1,1 0-1,-1 1 0,1-1 0,-1 0 0,0 0 1,1 0-1,-1 0 0,1 1 0,-1-1 0,1 0 1,-1 0-1,0 0 0,1 0 0,-1 0 0,1 0 0,-1 0 1,0 0-1,1-1 0,-1 1 0,1 0 0,-1 0 1,1 0-1,-1-1 0,1 1 0,-1 0 0,1 0 1,-1-1-1,1 1 0,-1-1 0,1 1 0,-1 0 1,1-1-1,0 1 0,-1-1 0,1 1 0,0-1 1,-1 1-1,1-1 0,0 1 0,0-1 0,-1 1 1,1-1-1,0 0 0,0 1 0,0-1 0,0 1 0,0-2 1,-6-41-252,6 40 234,-3-310-517,7 241 517,3 1 0,22-96 0,-20 135 6,1 1 0,21-44 0,-29 192 1539,-2-95-1399,0 39 160,-12 104-1,5-61-836,7-89-460,-1-58 433,15-264 601,-14 303-33,0-1 0,1 1 0,-1 0 0,1 0 0,-1 0 0,1 0 0,1 0 0,-1 0 0,0 0 0,1 0 0,0 0 0,0 1 0,0-1 0,0 1 0,6-7 0,-7 10 12,-1 0-1,1 0 1,-1 0-1,1 1 0,0-1 1,-1 0-1,1 0 1,-1 0-1,1 0 0,-1 1 1,1-1-1,-1 0 1,1 1-1,-1-1 0,1 0 1,-1 1-1,1-1 1,-1 1-1,1-1 1,-1 0-1,0 1 0,1-1 1,-1 1-1,0 0 1,1-1-1,-1 1 0,0-1 1,0 1-1,1-1 1,-1 1-1,0-1 1,0 1-1,0 0 0,0-1 1,0 1-1,0 0 1,0-1-1,0 1 0,0-1 1,0 2-1,4 28 199,0 44-338,-3 0 0,-3 0 0,-4-1 0,-2 1 0,-4-2 0,-42 140-1,49-197-11,-6 21-119,-2 0 0,-2-1 0,-20 36 0,31-63 186,0 0-1,-1-1 1,0 0-1,0 0 0,-1 0 1,0-1-1,0 0 1,0 0-1,-1 0 1,0-1-1,0 0 1,0 0-1,-1-1 1,1 0-1,-1 0 0,0-1 1,0 0-1,-1-1 1,-13 4-1,18-6 56,0 1 1,0-1-1,0 0 0,0-1 0,1 1 0,-1 0 1,0-1-1,0 0 0,0 0 0,1 0 0,-1-1 1,1 1-1,-1-1 0,1 1 0,-1-1 0,1 0 1,0-1-1,-4-3 0,2 1 9,1 0 0,-1 0 1,1-1-1,1 0 0,-1 0 0,1 0 1,0 0-1,0 0 0,-2-12 0,-2-11 20,2 0 0,1 0 0,-1-56 0,5 75-10,-2-58 14,3-1 0,3 0 0,4 1 0,2 0 0,30-106 0,-27 134 262,-7 33 934,-16 74 425,-112 353-293,27-112-463,82-260-701,8-33-358,0 0 1,2 0-1,0 1 1,-2 21-1,5-498-1321,0 460 1516,1 0-1,-1 0 1,0 0 0,0 0-1,0 0 1,-1 0 0,1 0-1,0-1 1,0 1 0,0 0-1,-1 0 1,1 0 0,-1 0-1,1 0 1,-1 0-1,1 0 1,-1 0 0,1 1-1,-2-3 1,1 3-4,1 0 0,-1 0 0,1 0-1,-1 0 1,0 0 0,1 0 0,-1 0 0,0 0 0,1 0-1,-1 0 1,1 0 0,-1 0 0,0 0 0,1 1 0,-1-1 0,1 0-1,-1 0 1,1 1 0,-1-1 0,1 0 0,-1 1 0,1-1-1,-1 0 1,0 1 0,-29 36-332,4 11-1305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0:24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532 366 1280,'0'0'2486,"0"1"-2935,0 4 306,0-4 138,2 1 8,1 0 1,0 1-1,1-1 1,-1 0-1,0-1 1,0 1 0,1-1-1,-1 1 1,1-1-1,-1 0 1,1 0-1,0-1 1,-1 1 0,1-1-1,0 0 1,-1 0-1,6 0 1,14-1 8136,19-18-7654,171-78 450,230-70 0,-378 151-741,1 3 0,115-8 0,24-4 56,-78 9-73,179-1 0,-279 23-156,0 2 0,-1 0-1,0 2 1,0 1 0,-1 1-1,-1 1 1,44 31 0,-67-43-21,43 30 34,-2 2-1,-1 2 1,-2 1 0,-2 2-1,37 48 1,26 26 28,-90-100-73,-1 0 1,0 0-1,-1 1 1,0 0-1,-1 1 1,0-1-1,-1 1 1,-1 1-1,0-1 1,4 22-1,13 165 105,-20-160-89,1 0 0,2 0 0,2-1 0,17 59 0,-10-49-3,-3 1 0,-1 0 0,-3 0 0,-2 1 0,-3 88 0,6 55 1,-4-159 12,-2 0 0,-1 0-1,-2 0 1,-2 0 0,-6 37-1,4-52 1,-1-1 1,-1 1-1,-1-2 0,0 1 0,-2-1 0,0 0 1,-1-1-1,-1-1 0,-24 30 0,-12 9 23,-100 91 0,122-126-27,-1-1 1,-1-1-1,0-2 0,-1-1 1,-1-1-1,-54 19 0,-6-7 170,-1-4 0,-1-4 0,-166 12 0,-292-18-86,445-13-170,39-5 86,-1-4 0,2-2 0,-1-3 1,2-3-1,-97-39 0,-88-22 263,217 69-298,1-2 0,-1-2 0,2-1 0,0-1 0,1-1 1,0-2-1,2-1 0,0-1 0,1-1 0,1-1 0,-28-33 0,23 22-15,2-2 0,2-2-1,1 0 1,2-1 0,1-2-1,2 0 1,-26-79-1,39 80 1,3 0-1,1 0 0,2 0 0,1 0 0,3 0 0,9-53 0,3 22 24,3 2 0,53-132 0,-17 55-26,124-310 33,-170 440-47,1 1 1,0 0-1,1 1 1,0 0-1,15-14 1,23-31 82,-14 6-7,-11 16-30,1 0 0,2 2 0,45-48 0,-58 75-12,0 0 1,1 0-1,0 1 0,-1 1 0,2 1 0,-1-1 0,0 2 0,1 0 0,0 1 0,0 1 0,0 0 1,-1 1-1,1 0 0,23 4 0,84-7 204,-117 2 24,46 0-785,-50 2 370,0 0-1,1 0 1,-1 0-1,0 0 1,0 1-1,1-1 1,-1 0-1,0 1 1,0-1-1,-1 1 1,1-1-1,0 1 1,0 0-1,-1-1 0,1 1 1,-1 0-1,1-1 1,-1 1-1,0 0 1,0-1-1,0 1 1,0 0-1,0 0 1,0-1-1,-1 4 1,1 23-4208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0:24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444 448 2865,'0'0'3518,"25"-29"-3232,74-88-74,-74 88 367,-25 37-271,-6 19-288,0 0-1,-2 0 0,0 0 0,-2-1 0,-1 0 0,-2-1 1,-27 44-1,-19 43-279,-48 117 0,-66 157-267,147-318 459,4 0-1,2 1 1,-18 120-1,37-188 63,0 1-1,1 0 0,0-1 0,-1 1 0,1 0 0,0 0 0,0-1 0,0 1 0,0 0 1,0 0-1,0-1 0,0 1 0,0 0 0,1 0 0,-1-1 0,1 1 0,0 0 0,-1-1 1,1 1-1,0 0 0,0-1 0,0 1 0,0-1 0,0 0 0,0 1 0,0-1 1,1 0-1,-1 0 0,2 2 0,0-3-22,0 1 1,0-1-1,0 0 1,0 0-1,0-1 1,0 1 0,0-1-1,0 1 1,-1-1-1,1 0 1,0 0-1,0 0 1,-1 0-1,1-1 1,3-2-1,92-72-645,66-105 743,-7-7 0,191-301 0,166-203 1075,-561 781-73,-543 749-2183,105-142 2079,485-696-990,0 0 1,0 0-1,0 0 1,0 0-1,0 0 1,0 0-1,0 0 1,0 0-1,0-1 1,-1 1 0,1 0-1,0 0 1,0 0-1,0 0 1,0 0-1,0 0 1,0 0-1,-1 0 1,1 0-1,0 0 1,0 0 0,0 0-1,0 0 1,0 0-1,0 0 1,-1 0-1,1 0 1,0 0-1,0 0 1,0 0-1,0 0 1,11-30-263,28-47 168,270-415-165,147-212-425,-413 653 664,-43 51 40,0 0 0,0 1 0,0-1 0,0 0 0,0 1 1,0-1-1,1 0 0,-1 0 0,0 1 0,0-1 0,0 0 0,1 1 0,-1-1 0,0 0 0,1 0 0,-1 1 0,0-1 0,0 0 0,1 0 0,-1 0 0,0 0 0,1 1 1,-1-1-1,0 0 0,1 0 0,-1 0 0,0 0 0,1 0 0,-1 0 0,1 0 0,-1 0 0,0 0 0,1 0 0,-1 0 0,0 0 0,1 0 0,-1 0 0,0 0 0,1-1 1,-1 1-1,0 0 0,1 0 0,-1 0 0,0 0 0,1-1 0,-1 1 0,0 0 0,0 0 0,1-1 0,-1 1 0,0 0 0,0 0 0,1-1 0,-1 1 0,0 0 0,0-1 0,0 0 1,-8 31-29,-77 105-111,-106 127 1,93-131 128,74-98 45,-393 501 1415,570-730-2048,140-236 1,-125 175 38,-68 102 300,-65 96 137,-32 52 85,-14 22 21,-287 372 59,76-104 392,-115 118 930,314-386-1327,25-35-346,-1 11 222,14-51 43,3 0 1,2 1-1,2 2 1,4 0-1,1 1 1,48-71-1,2-12-89,-6 1-31,-16 24 13,5 2 1,5 4-1,93-119 1,-142 215 290,-12 23-41,-12 26 75,-28 38-114,-2-1 1,-4-2-1,-3-2 1,-86 103-1,17-20 55,-16 23 47,54-77 336,4 2 1,4 4-1,-59 124 1,167-251-1245,54-66 602,-3-4-1,139-186 1,-21 25 125,-171 208-36,142-143 2,-165 174 33,1 1-1,0 0 0,1 1 0,0 1 0,0 1 0,2 0 0,-1 1 0,1 1 0,34-9 1,-50 16 14,1 0 1,-1 1 0,0-1 0,0 1 0,1 0 0,-1-1 0,0 2 0,1-1-1,-1 0 1,0 1 0,0-1 0,0 1 0,1 0 0,-1 0 0,0 0-1,0 1 1,0-1 0,0 1 0,-1 0 0,1-1 0,0 1 0,-1 0 0,1 1-1,-1-1 1,0 0 0,1 1 0,-1-1 0,0 1 0,-1 0 0,1 0 0,0-1-1,-1 1 1,0 0 0,0 0 0,1 1 0,-2-1 0,1 0 0,0 0-1,0 5 1,2 17 79,-1 0 0,-1 1-1,-1-1 1,-4 35-1,1-5-70,1-12 18,-1 0 0,-2 0 0,-2 0 0,-2-1 0,-24 68 0,-97 192 463,39-101 141,7-15 82,77-150-757,19-45-755,83-122 539,-5-5 0,89-180-1,-97 168 141,215-324 220,-307 509 988,-273 378-945,48-82-84,193-267-24,-28 44 219,-70 147 1,165-271-1505,24-32 1081,180-254-921,347-604 1,-552 863 1060,30-49 56,63-144 1,-140 276 147,-2 0 0,-52 66 0,9-14-156,-927 1399 1376,1020-1530-1987,237-376-269,-118 140 118,182-490 0,-318 742 803,-1-1 0,-1 1 0,-1-2 0,-1 1 0,1-35 0,-9 58 25,1 0 0,-1 0 0,0 0 0,1 1 0,-1 0 0,1 0 0,-1 0 0,1 0 0,0 0 0,0 1 0,0-1 0,0 1 0,1 0 0,-1 0 0,-2 4 0,-123 157 17,-196 331-1,92-127 126,148-247 8,29-44 293,2 2 1,-47 99 0,93-155-229,19-22-175,18-23-176,-1-2 1,-1-1 0,-2-1-1,0-1 1,27-40 0,-17 24 66,831-1083-1162,-811 1050 1037,-23 32 100,-8 13 33,-1-1 0,-2-1 0,-1-1 0,-1-1 0,-2-1 0,17-49 0,-36 85 39,0-1 1,0 1-1,-1-1 1,1 1-1,0-1 1,-1 1-1,1 0 1,-1 0-1,1 0 1,0 0-1,-1 0 0,1 0 1,0 0-1,-1 0 1,1 1-1,-1-1 1,1 1-1,0-1 1,0 1-1,-1-1 1,1 1-1,0-1 1,0 1-1,0 0 0,-1 0 1,1 0-1,0 0 1,0 0-1,0 0 1,1 0-1,-1 0 1,0 0-1,-1 2 1,-76 60 235,3 3 1,3 4-1,-69 85 1,-188 262 299,209-260-404,-156 225 142,256-344-485,30-54-84,0 1 1,1 0-1,1 1 0,0 0 0,1 1 0,21-17 0,25-27 206,59-90 39,116-189 0,3-6-517,-193 289-131,-44 54 634,0-1 0,0 1 0,0-1 0,0 0 0,0 1 0,0-1 0,0 1 0,0-1 0,0 0 0,0 1 0,0-1 0,0 1 0,0-1 0,0 0 0,0 1 0,0-1 0,1 0 0,-1 1 0,0-1 0,0 1 0,0-1 0,1 0 0,-1 1 0,0-1 0,0 0 0,1 0 0,-1 1 0,0-1 0,1 0 0,-1 0 0,0 1 0,1-1 0,-1 0 0,0 0 0,1 0 0,-1 1 0,0-1 0,1 0 0,-1 0 0,1 0 0,-1 0-1,0 0 1,1 0 0,-1 0 0,1 0 0,-1 0 0,0 0 0,1 0 0,-1 0 0,1 0 0,-1 0 0,0-1 0,1 1 0,-1 0 0,0 0 0,1 0 0,-1-1 0,0 1 0,1 0 0,-4 22-3,-2 1 1,-1-1-1,-1 0 1,0 0-1,-2 0 1,0-1-1,-2-1 0,-24 38 1,11-16 16,-307 522 949,-125 229 1105,450-783-1994,0 1 0,1 0 0,0 0 0,1 0 1,0 0-1,1 1 0,0-1 0,0 1 0,2 0 0,-1 20 0,2-32-71,0 0-1,0 1 0,0-1 1,0 0-1,0 1 1,0-1-1,0 0 1,0 1-1,0-1 0,0 0 1,0 1-1,1-1 1,-1 0-1,0 1 0,0-1 1,0 0-1,1 1 1,-1-1-1,0 0 1,0 0-1,1 0 0,-1 1 1,0-1-1,0 0 1,1 0-1,-1 0 1,0 1-1,1-1 0,-1 0 1,0 0-1,1 0 1,-1 0-1,0 0 0,1 0 1,-1 0-1,0 0 1,1 0-1,-1 0 1,0 0-1,1 0 0,-1 0 1,1 0-1,-1 0 1,0 0-1,1 0 1,-1 0-1,0-1 0,0 1 1,1 0-1,-1 0 1,0 0-1,1-1 0,-1 1 1,0 0-1,0 0 1,1-1-1,-1 1 1,0 0-1,0-1 0,23-5-87,-1-2-1,0 0 1,-1-1-1,0-2 1,0 0-1,-1-1 1,-1-1-1,0-1 0,0 0 1,-2-2-1,17-17 1,189-214-404,-203 223 446,95-120-407,-7-5-1,-6-5 1,154-313-1,-232 412 597,-22 48 62,-6 10 37,-44 74 353,30-48-761,-268 424 154,-248 442 1057,532-890-1025,-3 3 15,0 1-1,0 1 0,1-1 1,0 0-1,1 1 1,0 0-1,1 0 1,-1 0-1,2 0 0,-1 21 1,14-36-607,53-52 301,-3-4-1,-3-1 0,94-131 1,130-241 152,-189 282-212,433-758-320,-485 818 1251,-45 88 82,-13 21 78,-99 143 464,105-146-1440,-215 339 317,-268 566 0,472-876-115,10-23-20,0 0 1,2 1-1,0 0 1,1 0-1,1 1 1,1 0-1,-6 45 0,79-110-1913,24-57 1762,-6-5 0,-3-3 0,98-175 0,-108 168 64,401-692-484,-473 807 621,0 0-1,0 1 1,0-1-1,0 1 1,1-1-1,-1 1 1,0-1 0,0 0-1,0 1 1,1-1-1,-1 1 1,0-1-1,1 0 1,-1 1-1,0-1 1,1 0 0,-1 1-1,0-1 1,1 0-1,-1 0 1,0 1-1,1-1 1,-1 0 0,1 0-1,-1 0 1,1 1-1,-1-1 1,1 0-1,-1 0 1,0 0-1,1 0 1,-1 0 0,1 0-1,-1 0 1,1 0-1,-1 0 1,1 0-1,-1 0 1,1 0-1,-1-1 1,0 1 0,1 0-1,-1 0 1,1 0-1,-1-1 1,0 1-1,1 0 1,0-1 0,-9 64 335,-32 59-363,-5-3 1,-6-1 0,-105 179 0,42-83 2,-44 82 30,-135 292 734,285-569-710,1 1 0,1 0 0,1 0 0,1 0 1,0 0-1,1 1 0,1 26 0,2-46-57,0 0 0,1-1 1,-1 1-1,0 0 0,1 0 0,-1 0 0,1 0 1,-1-1-1,1 1 0,0 0 0,-1-1 0,1 1 0,0 0 1,-1-1-1,1 1 0,0-1 0,0 1 0,0-1 0,-1 1 1,1-1-1,0 0 0,0 1 0,0-1 0,0 0 1,0 0-1,0 1 0,0-1 0,0 0 0,0 0 0,0 0 1,0 0-1,-1 0 0,1-1 0,0 1 0,0 0 0,0 0 1,0-1-1,0 1 0,0 0 0,0-1 0,-1 1 0,1-1 1,1 0-1,48-20-409,-23 1 291,0-1 0,-1 0-1,-1-2 1,-2-1 0,37-47-1,104-163 73,-110 153 54,101-168 178,-10-6 0,156-384 0,-264 570 469,-33 70 388,-20 42-302,-243 514-141,105-234-472,100-214-61,34-74-47,1 0-1,2 1 1,2 0 0,1 1-1,2 1 1,1 0 0,2 1-1,-3 39 1,12-77-24,0-1 1,0 1-1,1-1 1,-1 1-1,0-1 1,1 0-1,-1 1 1,0-1-1,1 1 1,-1-1-1,1 0 1,-1 1-1,1-1 1,-1 0-1,1 0 1,-1 1-1,0-1 1,1 0-1,0 0 1,-1 0-1,1 0 1,-1 0-1,1 0 1,-1 1-1,1-1 1,-1 0-1,1 0 1,-1-1-1,1 1 1,-1 0-1,1 0 1,-1 0-1,1 0 1,-1 0-1,1-1 1,-1 1-1,1 0 1,-1 0-1,1-1 1,-1 1-1,1 0 1,-1-1-1,0 1 1,1 0-1,-1-1 1,1 1-1,-1-1 1,1 0-1,31-22-362,11-24 217,-2-1 0,-2-2 0,-3-2-1,48-88 1,109-252-474,-94 187 6,-31 69 694,74-211 0,-201 627 2275,-21-39-2310,33-109-137,6 2 0,5 1-1,-23 178 1,58-309 68,0 1 0,1 0 0,-1 0 0,1-1 0,0 1 0,0 0 1,1 0-1,-1-1 0,1 1 0,0 0 0,1 0 0,-1-1 0,4 9 0,-4-12 14,0-1-1,0 1 0,0-1 1,0 1-1,0-1 0,1 1 1,-1-1-1,0 0 0,0 0 0,0 1 1,0-1-1,0 0 0,0 0 1,1 0-1,-1 0 0,0 0 1,0 0-1,0-1 0,0 1 1,0 0-1,0-1 0,0 1 1,1 0-1,-1-1 0,0 0 1,0 1-1,-1-1 0,1 1 1,0-1-1,0 0 0,0 0 1,0 0-1,1-1 0,12-12-154,0 0 0,-1-1 0,0-1-1,20-33 1,37-86-155,-5-3 0,86-268 0,-128 339 291,22-71 208,-43 130 237,-2 22 404,-5 44-680,-3-2 0,-3 1 0,-2-1 0,-35 95-1,-1 9-33,12-32 28,17-69-16,3 1-1,2 1 1,4 0-1,-7 97 1,18-151-260,7-19-409,104-176 139,-8-4 0,109-288 0,-203 458 463,-4 7 58,0 0 1,1 1-1,1 0 1,1 0 0,0 1-1,13-18 1,-21 58 1335,-12 20-1326,-2-1 1,-2 0-1,-2-1 0,-26 45 1,-25 67-28,14-11 287,-54 220 1,138-460-982,61-140 1,9-21 299,-57 150 91,-30 82 176,-2-1 0,0 0 0,-2-1 1,-1 0-1,0 0 0,4-43 0,-11 153-285,-4-1-1,-22 134 1,-4-61-959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0 337 3529,'0'0'7081,"3"-5"-6923,7-16 68,1 1 1,1 0-1,0 0 1,2 1 0,20-22-1,-27 34-144,0 0 0,1 1-1,0-1 1,0 2 0,0-1 0,0 1-1,1 0 1,0 1 0,0 0 0,0 1-1,1-1 1,-1 2 0,1-1-1,-1 1 1,18 0 0,-13 1-80,3 0 16,-1 0 0,29 4 1,-40-2-13,1 0-1,-1 0 1,0 1 0,1 0 0,-1 0 0,0 0 0,0 0 0,0 1 0,0 0 0,0 0 0,7 7 0,1 3 17,0 0 1,-2 0-1,1 1 0,-2 1 1,0 0-1,0 1 1,-2-1-1,0 2 0,0-1 1,-2 1-1,0 0 0,-1 1 1,-1-1-1,0 1 1,-2 0-1,2 36 0,-4-20 32,1-12-23,-1-1 0,-1 1-1,0-1 1,-2 1 0,-6 22-1,7-38-32,0 1 0,-1-1-1,0 0 1,0 1 0,-1-1-1,1-1 1,-1 1-1,-1 0 1,1-1 0,-1 0-1,0 0 1,0-1-1,0 1 1,-1-1 0,1 0-1,-1 0 1,0-1 0,0 0-1,-1 0 1,-8 3-1,4-2 4,0-1 0,-1-1-1,1 1 1,-1-2 0,1 0 0,-1 0-1,0-1 1,0 0 0,1-1-1,-1-1 1,-13-2 0,16 1 40,0 1 0,-1-1 1,2 0-1,-1-1 0,0 0 0,1-1 1,-1 0-1,1 0 0,1 0 1,-1-1-1,1 0 0,0-1 1,0 0-1,-6-8 0,1-2-43,1 0 1,1 0-1,0-1 0,1 0 0,2-1 1,-1 0-1,-4-22 0,6 9-47,0 0 0,3 0 0,0-54-1,3 83 31,0-1 0,0 0 1,0 0-1,1 0 0,0 1 0,0-1 0,0 0 0,0 1 0,0-1 0,1 1 0,0-1 0,0 1 0,0 0 0,0 0 0,0 0 0,0 0 0,1 0 0,-1 0 0,5-3 0,-1 2-3,-1 1 0,1-1 0,0 1 0,0 1 1,0-1-1,0 1 0,1 0 0,-1 0 0,1 1 0,10-2 0,-5 2-2,0 1-1,0-1 1,0 2-1,0 0 0,-1 0 1,1 1-1,0 1 0,0 0 1,-1 0-1,0 1 1,1 1-1,12 6 0,-18-7 13,0 1-1,-1-1 0,1 1 1,-1 0-1,0 0 1,0 1-1,0 0 1,-1 0-1,0 0 0,0 0 1,0 0-1,-1 1 1,0 0-1,0-1 0,1 9 1,0 5 74,0 0-1,-2 0 1,0 0 0,-2 26-1,0-39-44,-1 0 0,0 1 0,-1-1 0,1 0 0,-1 0 0,-1 0 0,1 0 0,-1 0 0,0 0 0,-1-1 0,0 0 0,0 0 0,0 0 0,-1 0 0,1 0 0,-2-1 0,1 0 0,0 0 0,-13 8 0,9-7-23,0 0 1,0 0-1,-1-2 1,0 1-1,0-1 1,0 0-1,-1-1 0,1 0 1,-1-1-1,1 0 1,-1-1-1,0 0 1,-12-1-1,21 0 19,-1 0 0,1-1 0,0 1-1,-1-1 1,1 1 0,0-1 0,-1 0 0,1 0-1,0 0 1,0 0 0,0 0 0,0-1 0,0 1-1,0-1 1,0 1 0,1-1 0,-1 1-1,-1-4 1,0 1-7,0-1 0,0 1 0,1-1-1,-1 0 1,1 0 0,1 0 0,-3-10-1,0-7-25,1 0-1,2 0 1,0-25-1,1 36 28,1-4-37,0 1 0,1 0 1,1 0-1,0 0 0,1 0 0,0 1 1,1-1-1,0 1 0,1 0 0,1 1 1,0-1-1,1 1 0,0 1 0,1 0 1,0 0-1,1 0 0,0 1 0,0 1 1,20-14-1,-28 21-2,1 0 0,0 0 0,0 0-1,1 0 1,-1 1 0,0 0 0,0-1 0,1 1 0,-1 1 0,1-1-1,-1 0 1,1 1 0,-1-1 0,1 1 0,-1 0 0,1 1 0,-1-1-1,1 0 1,-1 1 0,1 0 0,4 2 0,-5-1 37,1 0 0,-1 0-1,0 0 1,-1 1 0,1 0 0,0-1 0,-1 1 0,1 0-1,-1 0 1,0 1 0,0-1 0,0 0 0,-1 1 0,1-1 0,-1 1-1,0-1 1,0 1 0,0 0 0,0 4 0,5 19 88,-1 1-1,-2 0 1,-1 1 0,-1-1 0,-2 0 0,-1 0 0,-1 0-1,-1 0 1,-1 0 0,-2 0 0,0-1 0,-2 0 0,-20 40-1,28-65-93,0 1 0,0-1 0,0 0 0,-1 1 0,1-1 0,-1 0 0,1 0 0,-1 0 0,0 0 0,0-1 0,1 1 0,-2 0 0,1-1 0,0 1 0,0-1 0,0 0 0,-1 1-1,1-1 1,0-1 0,-1 1 0,1 0 0,-1 0 0,-2 0 0,2-2-3,1 1 0,-1-1 0,1 1-1,-1-1 1,1 0 0,0 0 0,-1 0 0,1 0-1,0 0 1,0 0 0,-1-1 0,1 1 0,0-1-1,0 1 1,1-1 0,-1 0 0,0 0 0,0 0 0,1 0-1,-1 0 1,1 0 0,-2-5 0,-6-9 3,2 0 1,0-1-1,0 0 0,2 0 1,0-1-1,1 0 0,-2-18 1,-1-129-23,7 161 21,0 1-15,0 1 0,0-1 1,0 0-1,0 0 1,0 1-1,1-1 0,0 0 1,-1 1-1,1-1 0,0 0 1,0 1-1,0-1 0,0 1 1,1-1-1,-1 1 1,1 0-1,-1 0 0,1 0 1,0 0-1,4-4 0,-2 4-21,0 0 0,0 0 0,1 0 0,-1 1-1,0 0 1,1 0 0,-1 0 0,1 0 0,-1 1-1,1-1 1,8 2 0,-11-1 39,0 0 0,1 1 0,-1 0 0,0 0 0,0 0 0,1 0 1,-1 0-1,0 0 0,0 0 0,0 1 0,0-1 0,-1 1 0,1-1 0,0 1 0,-1 0 0,1 0 0,-1 0 1,1-1-1,-1 2 0,0-1 0,0 0 0,0 0 0,0 0 0,0 0 0,1 5 0,1 2 57,-1 1 0,1-1 0,-2 0 0,1 1 0,-1 14 0,0-1 139,-2 0 0,-5 32 0,4-48-169,1 0-1,-1 0 1,0 0-1,-1-1 1,0 1 0,0-1-1,0 1 1,-1-1-1,0 0 1,0 0-1,0-1 1,-6 6 0,9-9-31,0-1 1,-1 0 0,1 1 0,0-1 0,-1 0 0,1 0 0,-1 0 0,1 0 0,-1 0 0,0 0 0,1 0 0,-1 0 0,0-1 0,0 1 0,1-1 0,-1 1 0,0-1-1,0 0 1,0 0 0,0 1 0,0-1 0,1-1 0,-1 1 0,0 0 0,-2-1 0,1 0-6,0-1 1,1 1 0,0-1-1,-1 0 1,1 0-1,0 0 1,0 0-1,0 0 1,0 0-1,0-1 1,0 1-1,1-1 1,-1 1-1,-1-4 1,-3-8-25,0-1 1,1 0-1,1 0 1,-5-26-1,5 16-69,1 1 0,1-1 0,1 0 0,1 0-1,2 0 1,6-37 0,-7 55 71,0 1-1,1 0 1,0 0 0,0-1-1,0 1 1,1 0 0,0 1 0,0-1-1,0 0 1,1 1 0,0 0-1,0 0 1,1 0 0,-1 0-1,1 1 1,0 0 0,0 0 0,0 0-1,1 0 1,-1 1 0,1 0-1,0 0 1,0 1 0,0-1-1,0 1 1,0 1 0,1-1-1,-1 1 1,12-1 0,-12 1 4,1 1 1,-1 0 0,0 0-1,1 0 1,-1 1-1,0 0 1,0 0-1,0 0 1,0 1-1,0 0 1,0 0 0,0 1-1,0-1 1,-1 1-1,1 1 1,-1-1-1,0 1 1,0 0 0,0 0-1,-1 0 1,1 0-1,-1 1 1,0 0-1,-1 0 1,1 0-1,-1 1 1,0-1 0,0 1-1,0-1 1,-1 1-1,0 0 1,0 0-1,2 12 1,-1-1 93,-1-1 0,-1 1 0,0 0 1,-1 0-1,-1-1 0,0 1 0,-1-1 0,-1 1 0,-1-1 0,0 0 0,-1 0 1,-1 0-1,0-1 0,-1 1 0,-1-2 0,0 1 0,-1-1 0,-16 18 1,22-28-48,0-1 0,0 1 0,0-1 0,-1 0 1,0-1-1,1 1 0,-1-1 0,0 1 0,0-1 1,-1 0-1,1-1 0,-7 3 0,9-4-33,-1 1 0,1-1 0,-1 0-1,1 0 1,-1 0 0,1 0 0,-1 0 0,1-1-1,-1 1 1,1-1 0,-1 0 0,1 1 0,-1-1-1,1 0 1,0 0 0,0-1 0,-1 1 0,1 0-1,0-1 1,0 1 0,0-1 0,1 0 0,-1 0-1,0 0 1,-1-2 0,-5-8 3,0 0 0,1-1 0,0 0 1,1-1-1,1 1 0,0-1 0,0 0 0,2 0 0,0-1 0,-1-15 1,-2-26-34,3-71 0,3 100 5,0 13 23,1 1 0,0-1 0,0 1 0,1-1 0,1 1 0,0 0 0,1 0 0,10-23 1,-12 33-5,0-1 1,0 1-1,0 0 1,1 0 0,-1 0-1,1 0 1,-1 0 0,1 1-1,0-1 1,0 1 0,1 0-1,-1 0 1,0 0 0,7-3-1,-5 4 0,0 0 0,0 0-1,0 0 1,0 1 0,0 0-1,0 0 1,0 0 0,0 1-1,0-1 1,-1 1 0,1 0-1,0 1 1,0-1 0,7 4-1,-2 0 31,1 1-1,-1 1 1,0-1-1,0 2 0,0-1 1,-1 1-1,-1 1 1,1 0-1,-1 0 0,-1 0 1,0 1-1,0 0 1,9 19-1,-4-6 15,-2 2 0,0-1 0,-1 1 0,-1 1 0,5 35 0,-8-24 182,-2 1-1,-1 0 0,-4 45 0,2-78-155,-1-1 0,1 0 0,-1 1 0,0-1 1,0 0-1,0 0 0,-1 0 0,1 0 0,-1 0 0,0 0 1,0 0-1,-1 0 0,1-1 0,-1 1 0,1-1 0,-1 0 1,0 0-1,0 0 0,-1 0 0,1 0 0,-1-1 1,-7 5-1,8-6-44,-1 0 0,1 0 1,-1 0-1,0 0 0,1 0 0,-1-1 1,0 0-1,0 0 0,1 0 1,-1 0-1,0 0 0,0-1 0,1 1 1,-1-1-1,0 0 0,1-1 1,-1 1-1,1 0 0,-1-1 0,1 0 1,0 0-1,0 0 0,-1 0 0,2 0 1,-1-1-1,-3-3 0,-4-4 6,0-1 1,1 0-1,0-1 0,1 0 0,0-1 0,1 1 0,1-1 0,0-1 1,-8-26-1,7 14-67,2 0 0,0 0 1,2 0-1,0-43 1,3 68 30,0 0 0,0 1 1,0-1-1,0 0 1,1 0-1,-1 0 0,0 0 1,0 0-1,1 0 1,-1 0-1,1 1 0,-1-1 1,1 0-1,-1 0 1,1 0-1,0 1 0,-1-1 1,1 0-1,0 1 1,-1-1-1,1 1 0,0-1 1,0 1-1,0-1 1,0 1-1,-1-1 0,2 1 1,35-5-212,-30 6 236,-1-1 0,1 1-1,-1 0 1,1 1 0,-1 0 0,1 0-1,-1 0 1,0 1 0,7 3 0,-7 0 15,0 0-1,-1 0 1,1 1 0,-1 0 0,0 0-1,-1 0 1,0 1 0,0-1 0,-1 1-1,0 0 1,0 0 0,0 0 0,-1 1-1,-1-1 1,1 0 0,-1 1 0,-1-1-1,0 1 1,0-1 0,0 1 0,-1-1 0,-3 11-1,3-9 36,0-1 0,-1 0-1,-1 1 1,0-1 0,0 0-1,0 0 1,-1-1-1,-1 1 1,1-1 0,-2 0-1,1 0 1,-1 0 0,0-1-1,0 0 1,-1 0 0,0 0-1,0-1 1,-1 0-1,-15 9 1,21-14-52,-1 0-1,1 0 1,-1 0 0,0 0-1,0 0 1,0 0-1,1-1 1,-1 1 0,0-1-1,0 0 1,0 0-1,0 0 1,0 0 0,0-1-1,0 1 1,1-1-1,-1 1 1,0-1 0,0 0-1,1 0 1,-1 0-1,0-1 1,1 1 0,-1-1-1,1 1 1,0-1-1,-1 0 1,1 0 0,0 0-1,0 0 1,0 0-1,1-1 1,-1 1 0,0 0-1,1-1 1,-1 1-1,1-1 1,0 0 0,-1-3-1,-3-8-15,0 0 0,1 0 0,0 0 1,1-1-1,1 0 0,-1-18 0,3 31 8,-1-20-16,0 0 1,1 0-1,2 0 0,5-35 0,-6 52-14,0 0-1,1 0 1,-1 1-1,1-1 1,0 0-1,0 1 1,0 0-1,1-1 1,0 1-1,-1 0 1,2 0-1,-1 0 1,0 1-1,1-1 1,-1 1-1,1-1 1,0 1-1,0 1 1,1-1-1,-1 1 1,0-1-1,1 1 1,-1 0-1,1 1 1,0-1 0,0 1-1,5-1 1,-4 0 27,0 1 1,0 0-1,0 1 1,0-1 0,0 1-1,0 0 1,0 1 0,0-1-1,0 1 1,0 1 0,0-1-1,0 1 1,-1 0 0,1 0-1,-1 0 1,1 1 0,-1 0-1,0 0 1,0 0 0,0 1-1,0 0 1,-1 0 0,1 0-1,-1 0 1,0 1 0,0-1-1,-1 1 1,0 0 0,1 1-1,-2-1 1,1 0 0,0 1-1,-1-1 1,2 10-1,0-2 77,0-1 0,-1 1-1,-1 0 1,0 0-1,-1 0 1,0 0 0,-1 0-1,-1 0 1,0 0 0,0 0-1,-1-1 1,-1 1-1,0 0 1,-1-1 0,-1 0-1,1 0 1,-2 0-1,0 0 1,0-1 0,-1 0-1,-1 0 1,1-1-1,-2 0 1,1 0 0,-12 9-1,16-15-42,0-1 1,0 0-1,0 0 0,0 0 0,0-1 1,0 1-1,-1-1 0,1 0 0,-1-1 1,0 1-1,0-1 0,1 0 0,-1 0 1,0 0-1,0 0 0,0-1 0,0 0 0,0 0 1,0-1-1,0 1 0,0-1 0,0 0 1,1 0-1,-1-1 0,0 1 0,1-1 1,-1 0-1,1-1 0,-1 1 0,1-1 1,0 1-1,0-1 0,0-1 0,0 1 1,1 0-1,-1-1 0,1 0 0,0 0 1,-4-6-1,-1-8-59,0-1 0,1 0 0,1 0 0,1 0 0,1-1 0,0 1 0,2-1 0,0 0 1,1 0-1,1 0 0,1 0 0,1 0 0,7-34 0,-7 49-8,0-1 0,1 1 0,0 0-1,0 0 1,0 0 0,1 1 0,-1-1 0,1 1 0,0 0 0,1 0-1,-1 0 1,0 1 0,1-1 0,0 1 0,0 0 0,0 0 0,0 1 0,1-1-1,-1 1 1,1 1 0,-1-1 0,1 1 0,0 0 0,-1 0 0,12 0 0,-8 0 12,0 1 0,0 0 1,0 1-1,0 0 1,0 0-1,0 1 1,-1 0-1,1 0 1,0 1-1,-1 0 1,0 1-1,0 0 0,0 0 1,0 1-1,-1 0 1,8 6-1,-9-5 32,0 1-1,0 0 0,-1 0 0,1 1 1,-2 0-1,1 0 0,-1 0 1,0 0-1,-1 1 0,0-1 0,0 1 1,-1 0-1,0 0 0,-1 0 1,0 0-1,0 0 0,-1 0 0,0 0 1,-1 0-1,1 0 0,-2 0 1,1 0-1,-2 0 0,1 0 0,-6 13 1,2-8 100,1-1 1,-2 0-1,0 0 0,0-1 1,-1 0-1,-1 0 1,0-1-1,0 0 1,-1-1-1,0 0 0,-1 0 1,0-1-1,-1-1 1,0 0-1,-18 9 1,24-14-83,0 0 1,0-1-1,-1 0 1,1-1-1,-1 0 1,1 0-1,-1 0 1,0 0-1,1-1 1,-12-1-1,15 0-20,-1 1-1,0-1 1,0 0-1,0 0 1,0-1-1,1 1 1,-1-1 0,1 1-1,-1-1 1,1-1-1,0 1 1,-1 0-1,1-1 1,0 1-1,1-1 1,-1 0-1,-4-6 1,0-3-2,0 0-1,1 0 1,1 0 0,0-1-1,1 0 1,0 0 0,-3-26-1,2-1-45,2-56-1,3 85 19,1-1 0,0 1 0,0-1 0,1 1-1,1 0 1,0-1 0,1 1 0,0 0 0,0 1 0,1-1 0,0 1 0,1 0-1,1 0 1,9-12 0,-10 16-44,0-1-1,1 1 1,0 0 0,0 1-1,0 0 1,1 0 0,0 0-1,0 1 1,0 0 0,0 1-1,1 0 1,-1 0-1,1 1 1,0 0 0,-1 0-1,1 1 1,0 0 0,0 1-1,10 0 1,-16 0 66,0 0-1,0 1 1,-1-1-1,1 1 1,0 0-1,0-1 1,-1 1 0,1 0-1,0 1 1,-1-1-1,1 0 1,-1 1 0,0-1-1,1 1 1,-1 0-1,0 0 1,0 0 0,0 0-1,2 3 1,-1 0 19,0-1 1,-1 1-1,0 0 1,0 0-1,0 0 1,0 0 0,-1 0-1,0 1 1,1 9-1,-1-1 74,-1 0 0,0 0 0,-1 0 0,-1-1 0,0 1 0,-1 0 0,-6 19 0,4-20 55,-1 0 0,0-1 0,0 0 1,-2 0-1,-15 20 0,19-28-97,1 0-1,-1 0 1,0 0-1,0 0 1,0-1-1,0 1 1,-1-1-1,0 0 1,1-1 0,-1 1-1,0-1 1,0 0-1,0 0 1,-1 0-1,1-1 1,0 0-1,-10 1 1,13-2-43,0 0 0,0-1 0,0 1 0,0 0 0,0-1 0,0 0 0,0 1 0,0-1 0,0 0 0,0 0 0,0 0 0,0 0 0,0 0 0,1-1 0,-1 1 0,0-1 0,1 1 0,-3-3 1,1-1-8,-1 0 1,1 0-1,0 0 1,0 0-1,1-1 1,-4-9-1,1-4-26,0-1 0,1 1 1,-1-26-1,3 14-65,0 1 1,2 0-1,2-1 1,6-38-1,-6 57 34,1 0 0,1 0-1,-1 0 1,2 0 0,0 1-1,0-1 1,1 1-1,0 1 1,1-1 0,0 1-1,1 0 1,0 1 0,12-12-1,-15 17 30,-1 1 0,1-1 0,0 1 0,0 0-1,0 1 1,0-1 0,0 1 0,1 0 0,-1 0 0,1 1-1,-1-1 1,1 1 0,0 1 0,-1-1 0,1 1-1,0 0 1,0 0 0,-1 0 0,1 1 0,0 0 0,0 0-1,-1 1 1,1 0 0,-1-1 0,0 2 0,1-1-1,-1 1 1,0 0 0,0 0 0,-1 0 0,1 0 0,-1 1-1,1 0 1,-1 0 0,0 0 0,-1 1 0,1-1-1,-1 1 1,0 0 0,0 0 0,4 9 0,0 3 162,-1 0 1,0 0 0,-1 1-1,-1 0 1,-1 0-1,-1 0 1,0 1 0,-1-1-1,-1 0 1,-1 1-1,-1-1 1,0 0 0,-1 0-1,-1 0 1,-1 0-1,0 0 1,-2-1 0,0 0-1,0-1 1,-2 1-1,0-1 1,-1-1 0,0 0-1,-20 21 1,27-32-77,-1-1-1,1 1 1,-1-1 0,0 0 0,0-1 0,0 1 0,-1-1 0,1 1-1,0-1 1,-1 0 0,0-1 0,1 1 0,-8 0 0,9-1-43,0-1 0,0 0 0,0 0 0,0-1 1,0 1-1,0-1 0,-1 1 0,2-1 0,-1 0 1,0 0-1,0 0 0,0-1 0,0 1 0,1-1 1,-1 1-1,0-1 0,1 0 0,0 0 0,-1 0 1,1 0-1,-3-5 0,-5-6-23,1 0 1,0-1-1,1 0 1,1-1-1,0 0 1,1 0-1,0 0 1,2-1-1,-6-28 1,4-1-218,1 0 1,2-57 0,3 101 198,0 0 1,0 0-1,1 1 1,-1-1-1,0 0 0,0 0 1,1 0-1,-1 1 0,1-1 1,-1 0-1,1 1 0,-1-1 1,1 0-1,-1 1 0,1-1 1,-1 1-1,1-1 1,0 1-1,-1-1 0,1 1 1,0-1-1,0 1 0,-1 0 1,1-1-1,0 1 0,0 0 1,-1 0-1,1-1 0,0 1 1,0 0-1,0 0 1,0 0-1,-1 0 0,1 0 1,0 0-1,0 0 0,0 1 1,-1-1-1,3 1 0,1-1 2,-1 1-1,1 0 1,0 0-1,0 0 1,0 0-1,-1 1 1,1-1-1,5 4 0,-2 1 42,-1 0 0,1 0 0,-1 0 0,-1 1 0,1 0 0,-1 0 0,0 0 0,-1 1 0,1-1 0,-2 1-1,1 0 1,-1 0 0,4 15 0,-4-8 58,0 0 1,-1 0-1,0 0 0,-1 0 0,-1 0 0,0 0 0,-4 22 1,3-32-24,-1 1 0,1-1 0,-2 0 0,1 1 0,0-1 1,-1 0-1,0 0 0,0-1 0,0 1 0,-1-1 0,0 1 1,0-1-1,0 0 0,0 0 0,-1-1 0,1 1 0,-1-1 1,-9 5-1,12-7-48,-1 0 0,0 1 1,0-1-1,0 0 0,0 0 0,0-1 1,0 1-1,0-1 0,0 1 1,0-1-1,0 0 0,0 0 0,0 0 1,0-1-1,0 1 0,0-1 1,0 1-1,0-1 0,0 0 0,0 0 1,1 0-1,-1-1 0,0 1 0,1-1 1,-1 1-1,1-1 0,-1 0 1,1 0-1,0 0 0,0 0 0,0-1 1,0 1-1,0-1 0,0 1 1,0-1-1,-1-3 0,-4-8-3,1 0 1,0-1-1,1 0 0,0 0 0,1 0 0,-3-26 1,1-97-63,6 134 46,0 0 0,0 0 0,0 0 0,1 0 0,-1 0 0,1 0 0,0 0 0,0 0 0,0 1 0,1-1 0,2-5 0,-2 7-31,-1 0-1,1 0 1,0 1-1,0-1 1,0 1 0,0 0-1,0 0 1,0-1-1,0 1 1,0 0-1,0 1 1,1-1 0,-1 0-1,0 1 1,1-1-1,-1 1 1,0 0 0,1 0-1,-1-1 1,5 2-1,-1 0 43,0-1-1,-1 1 1,1 1-1,-1-1 1,1 1-1,-1 0 1,1 0-1,-1 0 1,0 1-1,0 0 1,0 0-1,-1 0 1,1 1-1,-1 0 1,1-1-1,-1 2 1,-1-1-1,1 0 1,0 1-1,-1-1 1,0 1-1,0 0 1,0 0-1,-1 1 1,3 8-1,1 1 98,-1 0 1,0 1-1,-1-1 0,-1 1 0,-1 0 0,0 0 0,-1 0 0,-2 21 1,1-30 8,-2 1 0,1-1 0,-1 0 0,-1 0 0,1 1 1,-1-2-1,0 1 0,-1 0 0,1-1 0,-1 1 1,-8 8-1,9-12-66,1 0 1,0 0-1,-1 0 1,0 0-1,1-1 1,-1 0-1,0 1 1,-1-1-1,1 0 1,0-1 0,0 1-1,-1 0 1,1-1-1,-1 0 1,0 0-1,1 0 1,-1 0-1,0-1 1,1 1-1,-1-1 1,0 0-1,0 0 1,1 0-1,-6-1 1,7 0-37,0 0 0,0 0-1,0 0 1,0 0 0,1-1 0,-1 1 0,0 0 0,1-1-1,-1 1 1,0-1 0,1 0 0,0 1 0,-1-1-1,1 0 1,0 0 0,0 0 0,0 0 0,0 0 0,-1-4-1,-10-44-91,10 40 53,-2-12-41,1-1 0,0-30 0,3 46 53,0-1-1,1 1 1,0-1-1,0 1 0,0 0 1,1 0-1,0-1 1,0 1-1,1 0 1,6-11-1,-7 15-2,0 1 0,0-1 0,1 1 0,-1 0-1,0 0 1,1 0 0,0 0 0,-1 0 0,1 0 0,0 1-1,0-1 1,0 1 0,0 0 0,0 0 0,0 0-1,1 0 1,-1 1 0,0-1 0,0 1 0,0 0 0,1 0-1,-1 0 1,0 0 0,1 0 0,-1 1 0,4 0-1,-1 1 26,0-1 1,-1 1-1,1 0 0,0 0 0,0 1 0,-1 0 0,0 0 0,1 0 0,-1 1 0,0-1 0,0 1 0,5 7 0,-2-1 89,-2 0-1,1 0 0,-1 1 0,-1 0 0,0 0 0,-1 0 0,0 1 1,0 0-1,-2 0 0,1 0 0,-1 0 0,-1 0 0,0 13 0,-1-16 20,0-1-1,0 1 0,-1 0 1,0 0-1,0 0 0,-1 0 1,0-1-1,-1 1 0,0-1 0,0 1 1,-1-1-1,0 0 0,0 0 1,-1-1-1,0 1 0,0-1 0,-1 0 1,-7 6-1,12-12-97,1 0 0,-1 0-1,0 0 1,0 0 0,0 0 0,0 0 0,0-1-1,0 1 1,0 0 0,0-1 0,0 1-1,-1-1 1,1 1 0,0-1 0,0 1 0,0-1-1,-1 0 1,1 0 0,0 1 0,0-1-1,-1 0 1,1 0 0,0 0 0,-1-1 0,1 1-1,0 0 1,0 0 0,-1-1 0,1 1-1,0-1 1,0 1 0,0-1 0,0 1 0,0-1-1,0 0 1,0 1 0,0-1 0,0 0-1,0 0 1,0 0 0,0 0 0,0 0 0,0 0-1,1 0 1,-1 0 0,0 0 0,1 0-1,-1-2 1,-3-6-86,1 0-1,0-1 1,0 1 0,-2-20-1,-3-23-114,4 0 0,1 0 0,5-55 0,-2 102 173,1 0-1,-1 0 1,1 0-1,0 0 1,1 0-1,-1 0 1,1 0-1,0 1 1,0-1-1,1 0 0,3-5 1,-5 9 6,1 0 0,-1-1 0,0 1 0,1 0 0,-1 0-1,0 0 1,1 0 0,-1 0 0,1 1 0,0-1 0,-1 0 0,1 1 0,0-1 0,-1 1 0,1-1 0,0 1-1,-1 0 1,1 0 0,0 0 0,0 0 0,-1 0 0,1 0 0,0 0 0,0 1 0,-1-1 0,1 0 0,0 1-1,-1 0 1,1-1 0,-1 1 0,1 0 0,-1 0 0,1 0 0,-1 0 0,1 0 0,-1 0 0,2 2 0,5 4 45,-1 0 0,0 0 1,0 1-1,-1-1 1,0 1-1,0 1 1,-1-1-1,0 1 1,0 0-1,-1 1 1,-1-1-1,1 0 0,2 17 1,0 2 271,-1 0-1,-2 0 1,0 47 0,-3-73-306,1 0 0,-2 0 0,1 0 0,0 0 0,0 0 1,-1 0-1,1 0 0,-1 0 0,1 0 0,-1 0 1,0 0-1,0 0 0,0-1 0,0 1 0,0 0 1,0-1-1,-1 1 0,1 0 0,0-1 0,-1 0 0,1 1 1,-1-1-1,0 0 0,1 0 0,-1 0 0,0 0 1,0 0-1,0 0 0,0 0 0,0-1 0,1 1 1,-1-1-1,0 1 0,-4-1 0,-1 1-428,0-1-1,0 0 1,0 0 0,0-1-1,-1 0 1,1 0-1,1-1 1,-14-5 0,-20-13-3899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0 836 6833,'0'0'6773,"4"-18"-5944,29-125 1178,83-304 20,-102 395-1984,-12 41-52,0 1 0,0-1 0,1 1 0,1 0-1,0 0 1,0 0 0,1 1 0,0-1 0,0 1 0,9-11 0,-5 31-191,-4 5 246,-1 0 1,0 0-1,-1 1 0,-1-1 1,0 19-1,5 30 167,0-20-102,2 9 65,4 94-1,-13-147-184,0 0 0,0 0-1,0 0 1,0 0-1,0 0 1,0-1 0,0 1-1,0 0 1,0 0 0,1 0-1,-1 0 1,0-1-1,0 1 1,1 0 0,-1 0-1,1 0 1,-1-1-1,0 1 1,1 0 0,-1-1-1,1 1 1,0 0 0,0 0-1,0-1-26,0-1 1,0 1-1,-1 0 1,1-1-1,0 1 0,0-1 1,-1 1-1,1-1 0,0 0 1,-1 1-1,1-1 0,0 0 1,-1 1-1,1-1 0,-1 0 1,0 0-1,1 0 0,-1 1 1,1-1-1,-1 0 0,0 0 1,0 0-1,0 0 1,1 0-1,-1-1 0,113-354 155,-107 336-124,1 0-1,0 0 1,2 1 0,20-35-1,-29 53-2,0 1 0,0 0 1,0-1-1,1 1 0,-1 0 0,0-1 0,0 1 0,0 0 1,1-1-1,-1 1 0,0 0 0,1 0 0,-1-1 0,0 1 0,0 0 1,1 0-1,-1-1 0,0 1 0,1 0 0,-1 0 0,1 0 0,-1 0 1,0-1-1,1 1 0,-1 0 0,0 0 0,1 0 0,-1 0 0,1 0 1,-1 0-1,0 0 0,1 0 0,-1 0 0,1 0 0,-1 1 0,0-1 1,1 0-1,-1 0 0,0 0 0,1 0 0,-1 0 0,0 1 0,1-1 1,-1 0-1,0 0 0,1 1 0,-1-1 0,0 0 0,1 0 0,-1 1 1,0 0-1,10 18 26,-9-19-16,17 49 400,-2 1-1,-3 0 0,-1 1 1,5 58-1,-12-72 149,-3-23-5199,-2-86-3265,0 34 2395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3873,'0'0'3040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142 306 8106,'0'0'7727,"2"-28"-7461,0 1-185,19-177 791,-14 158 147,6 77 165,-2 41-596,3 118-1,-7-78-449,6 269 25,-36-381-448,-50-3 345,39 0 1082,-54 4 0,88-1-1112,0 0 0,-1-1-1,1 1 1,-1 0 0,1 0 0,-1 0-1,1 0 1,-1 0 0,1 0 0,-1 0-1,1 0 1,0 1 0,-1-1-1,1 0 1,-1 0 0,1 0 0,-1 0-1,1 1 1,0-1 0,-1 0 0,1 0-1,-1 1 1,1-1 0,0 0 0,-1 0-1,1 1 1,0-1 0,-1 1 0,1-1-1,0 0 1,0 1 0,-1-1-1,1 1 1,0-1 0,0 0 0,0 1-1,0-1 1,0 1 0,-1-1 0,1 1-1,0-1 1,0 1 0,0-1 0,0 0-1,0 1 1,0-1 0,1 1 0,-1-1-1,0 1 1,1 1-25,0-1 1,-1 0-1,1 0 0,0 0 1,0 0-1,0 0 0,1 0 1,-1 0-1,0 0 0,0 0 1,0-1-1,1 1 0,-1 0 1,0-1-1,1 1 1,-1-1-1,2 1 0,44 7 63,1-2 0,-1-3 0,94-4-1,-51-1-3137,-92 12-5637,-19 15 625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28 247 4865,'0'0'3089,"31"-27"-2508,100-89-45,-119 104-322,1 1 0,1 1 0,0 0 0,30-16 0,-36 24 0,0-1-1,-1 1 0,1 0 0,0 1 0,0 0 0,0 0 0,16 1 1,-23 0-169,-1 1 0,1-1 0,0 0 0,-1 1 0,1-1 0,-1 1 0,1-1 0,0 1 0,-1 0 0,0-1 0,1 1 0,-1 0 0,1-1 0,-1 1 0,0 0 0,1-1 0,-1 1 0,0 0 0,0 0 0,1-1 0,-1 1 0,0 0 0,0 0 0,0-1 0,0 1 0,0 0 0,0 0 0,0-1 0,-1 2 0,0 30 645,0-28-535,0 4-10,0 0-1,-1 0 1,0 0 0,0 0 0,-1-1 0,0 1 0,0-1 0,-1 0 0,0 1 0,0-2 0,-1 1-1,0 0 1,0-1 0,0 0 0,-1 0 0,0-1 0,0 0 0,0 0 0,-9 6 0,14-11-139,1 1 0,-1-1 1,1 1-1,-1-1 0,0 1 0,1-1 1,-1 1-1,0-1 0,1 0 1,-1 1-1,0-1 0,1 0 1,-1 0-1,0 1 0,0-1 1,0 0-1,1 0 0,-1 0 1,0 0-1,0 0 0,1 0 0,-1 0 1,0 0-1,0 0 0,1 0 1,-1-1-1,0 1 0,0 0 1,1 0-1,-1-1 0,0 1 1,1 0-1,-1-1 0,0 1 0,1-1 1,-1 1-1,0-1 0,1 1 1,-1-1-1,1 1 0,-1-1 1,1 0-1,0 1 0,-1-1 1,1 0-1,-1 1 0,1-1 1,0-1-1,-2-43-362,3 30 263,-2 9 26,1-1 0,1 0 0,-1 1 0,1-1-1,1 0 1,-1 1 0,1-1 0,0 1 0,0 0 0,1 0 0,3-7 0,-3 9 15,0 1-1,0 0 0,0 0 1,0 0-1,0 0 0,0 0 1,1 1-1,-1-1 1,1 1-1,0 0 0,0 0 1,0 0-1,0 1 0,0-1 1,0 1-1,0 0 0,0 0 1,8 0-1,-11 0 36,1 1 0,0 0 1,-1-1-1,1 1 0,-1 0 0,1 0 0,0 0 0,-1 0 1,1 0-1,-1 0 0,1 1 0,0-1 0,-1 0 0,1 1 0,-1 0 1,1-1-1,-1 1 0,1 0 0,-1 0 0,0-1 0,1 1 0,-1 0 1,0 0-1,0 1 0,2 0 0,-2 1 41,0 0 0,0 0 0,0 0-1,0 0 1,-1 0 0,1 0 0,-1 0 0,0 0 0,0 0 0,0 0-1,0 0 1,-1 5 0,-1-1 48,0 0-1,0 1 1,0-1-1,-1 0 0,0 0 1,-1 0-1,1-1 1,-1 1-1,-1-1 1,1 0-1,-1 0 1,0 0-1,0-1 0,-11 9 1,12-10-30,0-1 0,0 1 1,0-1-1,-1 0 0,1-1 1,-1 1-1,0-1 0,0 0 1,0 0-1,0 0 0,0-1 0,0 0 1,0 0-1,-1 0 0,1-1 1,0 1-1,0-1 0,-1 0 0,1-1 1,0 1-1,-1-1 0,-6-2 1,8 1-45,1-1 0,0 1 0,0 0 1,0-1-1,1 1 0,-1-1 1,1 0-1,-1 0 0,1 0 0,0 0 1,0 0-1,0-1 0,0 1 1,1-1-1,0 1 0,-1-1 1,1 1-1,0-1 0,1 0 0,-1 0 1,0-5-1,0-8-113,0 0 0,0 0 0,4-25 0,-3 39 88,1 1 0,0-1-1,-1 1 1,1-1 0,0 1-1,0 0 1,0 0 0,1-1-1,-1 1 1,0 0 0,1 0-1,0 0 1,-1 1 0,1-1-1,0 0 1,0 1 0,0-1-1,0 1 1,0-1 0,0 1 0,0 0-1,1 0 1,-1 0 0,0 0-1,1 0 1,-1 1 0,1-1-1,-1 1 1,1-1 0,2 1-1,-1 0 13,0-1 0,1 1 0,-1 0-1,0 0 1,0 1 0,0-1 0,0 1-1,0 0 1,0 0 0,0 0-1,0 1 1,0-1 0,0 1 0,0 0-1,-1 0 1,1 0 0,4 5 0,-3-2 51,-1 1 0,0-1 1,-1 1-1,1 0 1,-1 0-1,-1 0 0,1 1 1,-1-1-1,0 1 1,0-1-1,-1 1 0,0 0 1,0-1-1,-1 1 1,0 11-1,0-10 43,0 0-1,-1 0 1,0 0-1,-1-1 1,0 1 0,0 0-1,0-1 1,-1 1-1,0-1 1,-1 0 0,1 0-1,-8 10 1,4-9 7,0 0-1,-1-1 1,0 0 0,0 0 0,0-1-1,-1 0 1,-14 8 0,20-13-81,1 0 1,0 0-1,0 0 0,-1 0 1,1 0-1,-1 0 0,1 0 1,-1-1-1,1 1 1,-1-1-1,1 0 0,-1 0 1,0 0-1,1 0 0,-1 0 1,1-1-1,-1 1 0,1-1 1,-1 0-1,1 1 0,-1-1 1,1 0-1,0 0 1,-1-1-1,1 1 0,0 0 1,0-1-1,0 1 0,0-1 1,0 0-1,0 0 0,1 0 1,-1 0-1,0 0 0,-1-3 1,-2-7-41,0 1-1,1-2 1,1 1 0,0 0 0,0-1 0,1 1-1,1-1 1,0 0 0,1 1 0,1-18 0,-1 10-50,0 17 65,0-1 0,1 1 1,-1 0-1,1 0 1,-1 0-1,1 0 0,0 0 1,0 0-1,0 0 1,0 1-1,1-1 0,-1 0 1,1 0-1,-1 1 1,1-1-1,0 1 0,0 0 1,1-1-1,-1 1 1,0 0-1,1 0 0,-1 1 1,1-1-1,-1 0 1,1 1-1,0-1 0,0 1 1,0 0-1,-1 0 1,1 0-1,4 0 0,5-2-37,1 2 1,-1-1-1,1 2 0,0-1 0,0 2 0,17 2 0,-26-3 61,0 1-1,-1 0 1,1 0 0,0 0-1,-1 0 1,1 0 0,-1 1-1,1 0 1,-1 0 0,0 0-1,1 0 1,-1 0 0,0 0-1,-1 1 1,1 0 0,0-1-1,-1 1 1,1 0 0,-1 0-1,0 0 1,0 1 0,0-1-1,-1 0 1,1 1 0,-1 0-1,0-1 1,0 1-1,0 0 1,0-1 0,0 1-1,-1 0 1,0 0 0,0-1-1,0 6 1,0-1 53,-1 1 1,0 0-1,0-1 1,-1 1-1,0-1 1,-1 1-1,1-1 1,-2 0-1,1 0 0,-1 0 1,0 0-1,-1-1 1,0 0-1,-6 8 1,-1-3 85,0 0 0,-1-1 1,-25 18-1,31-25-67,0 0 1,0 0-1,0-1 0,0 0 0,-1 0 1,1-1-1,-1 0 0,0 0 0,0-1 1,-14 1-1,21-2-67,0 0 0,0 0 0,0 0 1,0-1-1,0 1 0,0 0 0,0-1 0,0 1 0,0 0 0,0-1 1,0 1-1,1-1 0,-1 0 0,0 1 0,0-1 0,0 0 1,1 1-1,-1-1 0,0 0 0,1 0 0,-1 0 0,1 1 0,-1-1 1,1 0-1,-1-2 0,-7-34-41,8 26-20,0 0-1,1-1 0,0 1 0,5-18 1,-3 21 20,0 0 0,1 1 0,-1-1 0,2 1 0,-1 0 0,1 0 0,0 0 0,1 1 0,-1 0 0,1 0 0,1 0 0,-1 1 0,1 0 0,0 0 0,0 1 0,0 0 0,12-5 0,-9 4-28,0 1-1,0 1 0,1 0 1,-1 0-1,1 1 1,0 0-1,0 1 0,0 0 1,-1 1-1,1 0 0,0 1 1,0 0-1,12 3 0,-21-4 58,0 1-1,0 0 1,-1 0-1,1 0 1,0 0-1,-1 1 0,1-1 1,-1 0-1,0 1 1,1-1-1,-1 1 1,0-1-1,0 1 1,0-1-1,0 1 0,0 0 1,0 0-1,0-1 1,-1 1-1,1 0 1,-1 0-1,1 0 1,-1 0-1,0 0 1,0 0-1,1 0 0,-1 0 1,-1 2-1,1 2 49,0 0 0,0 0-1,-1 0 1,0 0 0,0-1-1,-1 1 1,0 0-1,-4 9 1,-1-2 48,-1-1 1,-1 0-1,0-1 0,-1 0 1,0 0-1,0-1 0,-1 0 1,-1-1-1,1 0 0,-1-1 1,-19 9-1,19-10-32,-1-1 0,0-1-1,1 0 1,-1 0 0,-1-2 0,1 0-1,-1 0 1,1-1 0,-1 0 0,0-2-1,0 1 1,-20-4 0,30 2-51,1 0 0,-1 0 1,1-1-1,-1 1 0,1-1 1,0 0-1,0 0 1,0 0-1,0-1 0,0 1 1,1-1-1,-1 0 0,1 1 1,-1-1-1,1 0 0,0 0 1,0-1-1,0 1 0,1 0 1,-1-1-1,1 1 0,0-1 1,0 1-1,0-1 0,0 1 1,1-1-1,-1-4 0,-1-9-59,0 0 0,2 0-1,0 0 1,4-28-1,-4 39 21,1 1 0,1-1 0,-1 1-1,1 0 1,0-1 0,0 1-1,1 0 1,-1 0 0,1 0-1,0 1 1,1-1 0,-1 1-1,1-1 1,0 1 0,0 0-1,0 1 1,0-1 0,1 1-1,0-1 1,-1 1 0,1 1 0,0-1-1,1 1 1,-1 0 0,0 0-1,1 0 1,-1 1 0,1 0-1,-1 0 1,1 0 0,8 1-1,0-1 4,0 1-1,-1 0 0,1 2 0,0-1 1,-1 2-1,0-1 0,1 2 1,-1 0-1,-1 0 0,1 2 0,-1-1 1,16 11-1,-22-13 50,-1 1 0,0 0 0,0 0 0,0 0 0,-1 1 0,0-1 0,1 1 0,-1 0 0,-1 1 0,1-1 0,-1 1 0,0-1 0,0 1 0,-1 0 0,0 0 0,0 0 0,0 1 0,1 9 0,-3-11 56,0 1-1,0-1 1,-1 0 0,1 1 0,-1-1 0,0 0-1,-1 0 1,1 0 0,-1 0 0,0 0-1,0 0 1,-1 0 0,0-1 0,1 1-1,-1-1 1,-1 0 0,1 0 0,-1 0-1,1 0 1,-1-1 0,0 1 0,-8 4-1,5-3 4,-1 0-1,1-1 0,-1 0 0,0 0 1,0-1-1,0 0 0,-1 0 1,1-1-1,-1 0 0,0-1 0,1 0 1,-1 0-1,0 0 0,0-2 0,1 1 1,-13-2-1,18 0-150,1 1 0,-1 0 0,1-1 0,0 1 0,-1-1 0,1 1 1,0-1-1,0 0 0,0 0 0,0 0 0,0 0 0,1-1 0,-1 1 0,1 0 0,-1-1 0,1 1 0,0-1 0,0 0 0,0 1 0,-1-5 1,-9-57-2749,10 53 2171,-6-42-4089,1 5-2509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0 833 11458,'0'0'5616,"3"-33"-5317,-1-4-193,18-156 534,-4 53 246,-11 84-618,2 1 1,2-1-1,2 2 1,25-71-1,-21 100-272,-15 25 1,1-1 0,-1 1 1,0 0-1,0 0 0,1-1 1,-1 1-1,0 0 0,1 0 1,-1 0-1,0 0 0,1-1 1,-1 1-1,0 0 0,1 0 1,-1 0-1,0 0 0,1 0 1,-1 0-1,0 0 0,1 0 1,-1 0-1,0 0 0,1 0 1,-1 0-1,0 0 0,1 1 1,-1-1-1,0 0 0,1 0 1,-1 0-1,0 0 0,1 0 1,-1 1-1,0-1 0,0 0 1,1 1-1,2 3-3,-1 0 0,1 0 0,-1 1-1,0-1 1,-1 1 0,1-1 0,-1 1 0,1 6-1,35 217 796,-3-8-163,-25-196-715,-8-24 77,-1 1-1,0-1 0,0 0 1,0 0-1,1 1 1,-1-1-1,0 0 0,0 0 1,1 0-1,-1 0 1,0 1-1,0-1 0,1 0 1,-1 0-1,0 0 0,1 0 1,-1 0-1,0 0 1,0 0-1,1 0 0,-1 0 1,0 0-1,1 0 1,-1 0-1,0 0 0,1 0 1,-1 0-1,0 0 0,0 0 1,1 0-1,-1 0 1,0 0-1,1-1 0,-1 1 1,0 0-1,0 0 1,1 0-1,1-3-36,1 0 0,-1-1 1,0 1-1,0 0 0,0-1 0,-1 1 0,1-1 1,-1 1-1,2-6 0,155-472 152,-156 474-124,0 0 1,1 0-1,0 0 0,0 1 1,6-9-1,-9 14 14,1 0 0,-1 1 0,1-1 0,-1 1 0,1-1 0,-1 0 0,1 1 0,0-1 0,-1 1 0,1 0 0,0-1 0,-1 1 0,1-1 0,0 1 0,0 0 0,-1 0 0,1-1 0,0 1 0,0 0 0,0 0 0,-1 0 0,2 0 0,0 0-1,-1 1 1,1 0-1,-1-1 0,0 1 0,0 0 0,1 0 0,-1 0 1,0 0-1,0 0 0,0 0 0,0 0 0,0 0 0,0 0 1,0 0-1,-1 1 0,1-1 0,1 2 0,10 22 137,-2 0 0,0 1 0,12 51 0,-5-14 126,69 268 545,-58-216-1141,-28-115 261,0 0 1,0 1-1,0-1 1,0 1-1,0-1 0,0 0 1,0 1-1,0-1 1,0 0-1,0 1 0,0-1 1,1 0-1,-1 1 1,0-1-1,0 0 0,0 1 1,1-1-1,-1 0 1,0 1-1,0-1 0,1 0 1,-1 0-1,0 1 0,1-1 1,-1 0-1,0 0 1,1 0-1,-1 0 0,0 1 1,1-1-1,-1 0 1,0 0-1,1 0 0,-1 0 1,0 0-1,1 0 1,-1 0-1,1 0 0,-1 0 1,0 0-1,1 0 1,-1 0-1,0 0 0,1 0 1,-1 0-1,1 0 1,-1-1-1,0 1 0,1 0 1,-1-1-1,14-14-5145,-2-4-7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93 11226,'0'0'7499,"3"-11"-7348,-1 7-148,-1-1 1,1 1-1,0-1 0,0 1 1,0 0-1,1 0 0,-1 0 1,1 0-1,0 0 0,0 1 0,1-1 1,-1 1-1,1 0 0,-1 0 1,1 0-1,0 0 0,0 1 1,1-1-1,-1 1 0,0 0 1,1 1-1,-1-1 0,1 1 1,0 0-1,-1 0 0,1 0 1,0 0-1,0 1 0,-1 0 0,1 0 1,0 0-1,0 1 0,-1 0 1,9 2-1,-7-1 39,-1 1 0,0 0 1,0 0-1,0 0 0,0 1 0,0 0 0,-1 0 0,1 0 1,-1 0-1,0 1 0,-1 0 0,1 0 0,-1 0 0,0 0 1,0 0-1,0 1 0,-1-1 0,0 1 0,0 0 0,0-1 1,1 11-1,2 11 131,-1 0 0,-1 0 0,-2 38 0,0-45-128,-2 0 1,-1 0-1,0-1 0,-2 1 0,0 0 0,-1-1 0,-1 0 0,0 0 0,-2 0 0,0-1 0,-1 0 0,-1-1 1,-1 0-1,0-1 0,-1 0 0,-1 0 0,0-1 0,-1-1 0,-1-1 0,-28 22 0,38-32-133,0-1-1,0 1 1,0-1-1,0 1 1,0-1-1,-1-1 1,1 1-1,-1-1 1,1 0-1,-1 0 1,1-1-1,-1 0 1,1 0-1,-1 0 0,-11-2 1,17 2 76,0 0 0,0-1 1,0 1-1,-1 0 0,1 0 0,0 0 0,0-1 0,0 1 1,0 0-1,0 0 0,0-1 0,-1 1 0,1 0 1,0-1-1,0 1 0,0 0 0,0 0 0,0-1 0,0 1 1,0 0-1,0 0 0,0-1 0,0 1 0,0 0 1,0-1-1,1 1 0,-1 0 0,0 0 0,0-1 0,0 1 1,0 0-1,0 0 0,0-1 0,1 1 0,-1 0 1,0 0-1,0 0 0,0-1 0,1 1 0,-1 0 1,0 0-1,0 0 0,1 0 0,-1-1 0,0 1 0,0 0 1,1 0-1,-1 0 0,1 0 0,7-3-27,1 0 1,1 1-1,-1 0 0,0 0 1,0 1-1,1 0 0,-1 1 0,11 1 1,79 6 173,-58-1-20,69 20 1,-77-16-161,1-2 1,-1-1 0,50 3-1,-47-9-744,3 1-1478,0-1 0,0-2 0,64-10 0,-50-4-3275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0 8994,'0'0'7028,"0"0"-7023,-1 0-1,1 0 1,-1 0 0,1 0-1,-1 0 1,1 1-1,-1-1 1,1 0 0,-1 0-1,1 0 1,-1 0-1,1 1 1,0-1 0,-1 0-1,1 0 1,-1 1-1,1-1 1,0 0 0,-1 1-1,1-1 1,0 1-1,-1-1 1,1 0 0,0 1-1,0-1 1,-1 1-1,1-1 1,0 1 0,0-1-1,0 1 1,0-1 0,-1 1-1,5 16 363,0 0-1,-2 0 0,0-1 1,-1 1-1,-2 29 1,1-41-319,-1 1-1,1-1 1,-1 1 0,-1-1-1,1 1 1,-1-1 0,0 0 0,0 0-1,0 0 1,-1 0 0,0 0 0,0-1-1,0 1 1,0-1 0,-1 0-1,0 1 1,0-2 0,0 1 0,0 0-1,0-1 1,-7 4 0,9-6-49,1 0 1,-1 0-1,0 0 0,0 0 1,0 0-1,0 0 0,0 0 1,0-1-1,0 1 0,0-1 1,0 0-1,0 1 0,0-1 1,0 0-1,0 0 1,0 0-1,0-1 0,0 1 1,0 0-1,0-1 0,0 1 1,0-1-1,-3-1 0,3 0-4,1 1 0,-1-1-1,1 0 1,0 0-1,-1 0 1,1 0-1,0 0 1,0-1 0,1 1-1,-1 0 1,0 0-1,1 0 1,-1-1-1,1 1 1,0 0-1,-1-1 1,1 1 0,1-5-1,-1-4-59,0 0 1,1-1-1,0 1 0,1 0 0,1 0 1,0 0-1,5-13 0,-6 20 33,-1 0-1,2 0 0,-1 0 0,0 0 0,1 0 1,0 1-1,-1-1 0,1 1 0,1 0 1,-1 0-1,0 0 0,1 0 0,0 1 0,-1-1 1,1 1-1,0 0 0,0 0 0,1 0 1,-1 1-1,0 0 0,7-2 0,-6 2 4,0 0 0,0 0-1,0 1 1,0-1 0,0 1 0,0 1 0,-1-1-1,1 0 1,0 1 0,0 0 0,0 0-1,0 1 1,-1 0 0,1-1 0,0 1-1,-1 1 1,0-1 0,1 1 0,5 4 0,-6-3 46,0 1-1,-1-1 1,1 1 0,-1 0 0,0 0 0,0 1 0,0-1 0,-1 1 0,0-1 0,0 1 0,0 0 0,-1-1 0,0 1 0,0 0 0,0 12 0,0-4 66,0 0-1,-1 0 1,-1 0 0,0 0 0,-1 1-1,-1-1 1,0-1 0,-1 1 0,0 0-1,-1-1 1,-1 0 0,0 0 0,0-1-1,-2 1 1,1-1 0,-2-1-1,1 0 1,-1 0 0,-1 0 0,-21 17-1,22-21-49,-1 0 0,1 0 0,-2-1 0,1 0-1,-1 0 1,-12 4 0,21-9-30,-1 0 0,1 0 0,-1 0 0,1 0 0,-1 0 0,1-1 0,-1 1 0,0-1 0,1 0 0,-1 1 0,0-1 0,1 0 0,-1-1 0,0 1 0,1 0 0,-1-1 0,0 0 0,1 1 0,-1-1-1,1 0 1,-1 0 0,1-1 0,0 1 0,-1 0 0,1-1 0,0 1 0,0-1 0,0 0 0,0 0 0,0 0 0,0 0 0,1 0 0,-2-2 0,-2-8-45,2 0-1,0-1 0,0 1 1,1 0-1,0-1 1,1 0-1,1 1 0,0-1 1,1 1-1,0-1 1,1 0-1,0 1 0,1 0 1,1 0-1,0 0 1,9-21-1,-10 28 3,1 0-1,-1 0 1,1 0 0,0 0-1,0 1 1,0-1 0,1 1 0,-1 0-1,1 0 1,0 1 0,0 0-1,0 0 1,1 0 0,-1 0-1,1 1 1,0 0 0,0 0-1,-1 0 1,1 1 0,0 0-1,0 0 1,0 1 0,1-1-1,-1 1 1,9 2 0,-12-2 42,-1 0 1,0 1-1,1-1 1,-1 1-1,0 0 1,0-1-1,0 1 1,0 0-1,0 0 1,0 1-1,0-1 1,0 0-1,0 1 1,0-1-1,0 1 1,-1 0-1,1-1 0,-1 1 1,1 0-1,-1 0 1,0 0-1,0 0 1,0 0-1,0 0 1,0 0-1,0 1 1,-1-1-1,1 0 1,-1 0-1,1 4 1,1 9 193,0 0-1,-1 0 1,-2 26 0,0-17 44,0-13-151,0-1-1,0 0 1,-1 1-1,-1-1 1,0 0-1,0 0 1,-1-1-1,0 1 1,0-1-1,-11 16 1,13-21-80,0-1 0,-1 1 0,1-1 0,-1 1 0,0-1 0,0 0 0,0 0 0,0-1 0,-1 1 0,1 0 0,0-1 0,-1 0 0,0 0-1,0 0 1,0-1 0,0 1 0,0-1 0,0 0 0,0 0 0,0 0 0,0 0 0,0-1 0,-1 0 0,1 0 0,0 0 0,0 0 0,0-1 0,-1 1 0,-3-2 0,5 0-16,0 1-1,0-1 1,0 0 0,0 0-1,0 0 1,1-1-1,-1 1 1,1-1 0,0 1-1,-1-1 1,1 0 0,0 0-1,1 0 1,-1 0-1,0 0 1,1 0 0,0 0-1,-2-6 1,-1-4-34,1 1 1,0-1-1,-1-21 0,3 24-23,0 0-1,1 0 0,0 0 1,0 0-1,1 1 0,0-1 1,5-15-1,-5 22 41,1-1 0,0 1 0,0 0-1,0 0 1,0 0 0,1 0 0,-1 0 0,1 0-1,-1 1 1,1-1 0,0 1 0,0-1 0,0 1-1,1 0 1,-1 1 0,0-1 0,1 0 0,-1 1-1,1 0 1,-1 0 0,1 0 0,6-1 0,12-1-114,0 0 0,41 0 0,-53 3 119,0 0 0,0 1 0,0 0 0,0 1 0,0 0 0,0 1 0,0-1 0,11 7 1,-18-8 42,0 2 1,0-1 0,1 0-1,-2 1 1,1-1 0,0 1 0,0 0-1,-1 0 1,1 0 0,-1 0-1,0 1 1,0-1 0,0 0-1,-1 1 1,1 0 0,-1-1 0,0 1-1,0 0 1,0 0 0,0-1-1,-1 1 1,1 0 0,-1 0-1,0 0 1,0 0 0,-1 0 0,1 0-1,-1-1 1,-1 6 0,-1 3 94,0-1 0,-1 0 0,-1 0 0,0-1 1,0 1-1,-1-1 0,0 0 0,-9 11 0,11-16-75,0 0 1,-1 0-1,0-1 0,0 0 0,0 1 0,-10 5 0,13-9-51,1 0 0,0-1 0,0 1 0,0-1 0,-1 1 0,1-1 0,0 0 0,0 1 0,-1-1 0,1 0 0,0 0 0,-1 0 0,1 0 0,0 0 0,-1 0 0,1 0 0,0 0 0,0 0 0,-1-1 0,1 1-1,0-1 1,-1 1 0,1-1 0,0 1 0,0-1 0,0 0 0,0 1 0,0-1 0,0 0 0,0 0 0,0 0 0,0 0 0,0 0 0,0 0 0,0 0 0,1 0 0,-1 0 0,0 0 0,1-1 0,-1 1 0,1 0 0,-1-2 0,-4-12-46,0-1 0,1 1 1,1-1-1,0 0 0,1 0 0,1-20 1,0-2-242,8-58 1,-6 91 263,-1 0 0,1 0 0,0 1 0,1-1 0,-1 1 0,1-1 0,0 1 0,0 0 0,0 0 0,1-1 0,-1 2 0,1-1 0,0 0 0,0 0 0,1 1 1,-1 0-1,1 0 0,0 0 0,-1 0 0,1 0 0,0 1 0,8-4 0,-8 5 12,0-1 0,0 2 0,-1-1 1,1 0-1,0 1 0,0-1 0,0 1 1,0 0-1,0 1 0,0-1 0,0 1 0,0-1 1,-1 1-1,1 1 0,0-1 0,-1 0 0,1 1 1,0-1-1,-1 1 0,0 0 0,1 1 1,-1-1-1,0 0 0,0 1 0,0 0 0,-1-1 1,5 7-1,-1-1 57,-1 0 1,-1 0-1,1 1 0,-1-1 1,-1 1-1,1 0 0,-1 1 1,-1-1-1,0 0 0,0 1 1,0 14-1,-1 4 268,-1-1-1,-6 50 1,5-69-235,0 0 0,-1 0-1,0 0 1,-1 0 0,0 0 0,0-1 0,-6 10-1,8-15-69,0 0-1,-1 0 1,1 0-1,0 0 1,-1 0 0,1 0-1,-1 0 1,0-1-1,1 1 1,-1-1-1,0 1 1,0-1-1,0 0 1,0 0-1,0 0 1,0 0-1,0 0 1,-1 0-1,1-1 1,0 1-1,0-1 1,-1 1-1,1-1 1,0 0-1,-1 0 1,1 0 0,0 0-1,-1 0 1,1-1-1,-3 0 1,2 0-32,1 0 0,-1-1 0,1 1 0,-1-1 1,1 0-1,0 0 0,0 0 0,0 0 1,0 0-1,0 0 0,0 0 0,1-1 0,-1 1 1,1-1-1,-1 1 0,0-5 0,-18-49-60,18 48 57,-5-28-122,1 0-1,1-1 1,2 0-1,4-56 0,-1 54-143,0 38 285,0 0 0,0 1 0,0-1 0,0 1 0,0-1 0,1 1 0,-1-1 0,0 1 0,0-1 0,1 1 0,-1-1 0,0 1 0,1-1 0,-1 1 0,0-1 0,1 1 0,-1 0 0,1-1 0,-1 1 0,1 0 0,-1-1 0,1 1 0,-1 0 0,1 0 0,-1-1 0,1 1 0,-1 0 0,1 0 1,-1 0-1,1 0 0,-1 0 0,1 0 0,-1 0 0,1 0 0,0 0 0,-1 0 0,1 0 0,-1 0 0,1 0 0,-1 0 0,1 0 0,-1 1 0,1-1 0,-1 0 0,1 0 0,-1 1 0,1-1 0,-1 0 0,1 1 0,-1-1 0,1 0 0,-1 1 0,0-1 0,1 1 0,-1-1 0,0 0 0,1 1 0,-1 0 0,3 3 47,-1 0-1,0 1 1,0-1-1,-1 1 1,1-1-1,-1 1 1,0-1-1,0 1 1,-1 0-1,1 5 1,-2 58 626,0-36-365,0-16-182,0 0-1,-2 1 0,0-1 1,0-1-1,-2 1 0,0 0 0,-1-1 1,0 0-1,-1-1 0,-16 25 1,5-18 113,18-21-239,0-1 0,0 1 1,0-1-1,1 1 0,-1 0 0,0-1 1,0 1-1,0 0 0,0-1 1,0 1-1,0 0 0,0-1 1,0 1-1,-1 0 0,1-1 1,0 1-1,0 0 0,0-1 1,0 1-1,0 0 0,-1-1 1,1 1-1,0 0 0,0-1 1,0 1-1,-1 0 0,1 0 1,0-1-1,0 1 0,-1 0 1,1 0-1,0 0 0,-1-1 1,1 1-1,0 0 0,-1 0 0,1 0 1,0 0-1,-1 0 0,1 0 1,0-1-1,-1 1 0,1 0 1,-1 0-1,1 0 0,0 0 1,-1 0-1,1 0 0,0 1 1,-1-1-1,1 0 0,0 0 1,-1 0-1,1 0 0,0 0 1,-1 0-1,1 1 0,0-1 1,-1 0-1,1 0 0,0 0 1,0 1-1,-1-1 0,1 0 1,0 1-1,0-1 0,-1 0 1,1 1-1,-1-73-347,3-106-181,0 148 411,1 1-1,2 0 1,16-56 0,-21 84 119,0 0 0,1 1 1,-1-1-1,0 0 0,0 1 1,1-1-1,-1 0 0,0 1 1,1-1-1,-1 0 0,1 1 1,-1-1-1,1 1 0,-1-1 1,1 1-1,-1-1 1,1 1-1,-1-1 0,1 1 1,0-1-1,-1 1 0,1 0 1,0-1-1,-1 1 0,1 0 1,0 0-1,-1 0 0,1-1 1,0 1-1,0 0 0,-1 0 1,1 0-1,0 0 1,0 0-1,-1 0 0,1 1 1,0-1-1,0 0 0,-1 0 1,1 0-1,0 1 0,-1-1 1,1 0-1,0 1 0,-1-1 1,1 0-1,0 1 0,-1-1 1,1 1-1,-1-1 1,1 1-1,-1-1 0,1 1 1,-1 0-1,1 1 0,11 20 122,-2 0 0,0 1 0,-1 0 0,-2 1 0,0 0 1,-2 0-1,4 29 0,-6-5 664,-5 89 1,2-134-769,0-1-1,0 1 0,0 0 1,-1 0-1,1 0 1,-1-1-1,1 1 0,-1 0 1,0-1-1,0 1 1,0 0-1,0-1 0,-1 1 1,1-1-1,-1 0 1,1 1-1,-1-1 0,0 0 1,0 0-1,0 0 0,0 0 1,0 0-1,-1-1 1,1 1-1,0-1 0,-1 1 1,0-1-1,1 0 1,-1 0-1,1 0 0,-1 0 1,0-1-1,0 1 1,1-1-1,-1 1 0,0-1 1,0 0-1,0 0 1,1 0-1,-1-1 0,0 1 1,0-1-1,0 1 0,1-1 1,-5-2-1,-2 0-163,1-1 0,0 0 0,0 0 0,0-1 0,1 0 0,0-1 0,0 0 0,0 0 0,0 0 0,1-1 0,0 0 0,1 0 0,-1 0 0,-4-10 0,-30-50-3102,-44-106 0,37 60-2813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0 762 10042,'0'0'6264,"4"-31"-5664,-3 19-517,33-218 1189,-9 98-612,-4 22-108,37-118 1,-47 210-555,1 19-44,-10 2 45,1 0 0,-1 0 0,1 0 0,-1 0 0,0 1 0,0-1 0,0 0 0,2 6 1,168 460 904,-163-436-865,-1-4 3,1-1 0,17 36 0,-26-63-57,0 0-1,0-1 1,1 1-1,-1-1 1,0 1-1,0 0 1,1-1 0,-1 1-1,0-1 1,1 1-1,-1-1 1,0 1-1,1-1 1,-1 1-1,1-1 1,-1 0-1,0 1 1,1-1 0,-1 1-1,1-1 1,0 0-1,-1 0 1,1 1-1,-1-1 1,1 0-1,-1 0 1,1 0-1,0 1 1,-1-1 0,1 0-1,-1 0 1,1 0-1,0 0 1,-1 0-1,1 0 1,0 0-1,-1 0 1,1-1 0,-1 1-1,1 0 1,-1 0-1,1 0 1,0-1-1,-1 1 1,1 0-1,-1-1 1,1 1-1,-1 0 1,1-1 0,-1 1-1,1-1 1,-1 1-1,0-1 1,1 1-1,-1-1 1,0 1-1,1-1 1,-1 1-1,0-1 1,0 1 0,1-1-1,-1 0 1,0 1-1,0-2 1,17-40-368,-17 41 401,107-388-64,-105 383 46,15-43-108,-16 48 104,-1 0-1,0 0 0,1 1 1,-1-1-1,0 0 0,1 1 1,-1-1-1,1 0 1,-1 1-1,1-1 0,-1 1 1,1-1-1,0 0 0,-1 1 1,1 0-1,0-1 0,-1 1 1,1-1-1,0 1 1,-1 0-1,1-1 0,0 1 1,0 0-1,-1 0 0,1 0 1,0 0-1,0-1 1,0 1-1,-1 0 0,1 0 1,0 1-1,0-1 0,0 0 1,-1 0-1,1 0 0,0 0 1,0 1-1,-1-1 1,1 0-1,0 1 0,0-1 1,-1 1-1,1-1 0,-1 0 1,1 1-1,0 0 0,-1-1 1,1 1-1,-1-1 1,1 1-1,-1 0 0,1-1 1,-1 1-1,0 0 0,1-1 1,0 2-1,12 20 144,-1 1 1,0 0-1,14 43 0,-3-8 59,71 145-25,-47-120-3460,-33-60-1179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7 11226,'0'0'10800,"-6"0"-10531,0-1-482,14-1 3,34-1-165,-36 2 355,0 1 0,0 0-1,0 1 1,0-1 0,0 1-1,0 0 1,0 1-1,0-1 1,0 1 0,-1 0-1,1 1 1,-1-1 0,0 1-1,1 0 1,-1 0 0,6 6-1,-6-2 40,-1 0-1,0 0 0,-1 0 1,1 0-1,-1 1 0,0 0 1,-1-1-1,0 1 0,0 0 1,0 9-1,3 85 439,-6-89-377,2-4-11,-2 0 0,0 1 0,0-1 0,0 0 0,-1 0 0,0 0 0,-1 0 0,0-1 0,-1 1 0,-6 11 0,8-16-105,-1 0 0,1-1 1,-1 1-1,0-1 0,-1 0 0,1 1 0,0-1 1,-1-1-1,0 1 0,0 0 0,1-1 1,-1 0-1,-1 0 0,1 0 0,0-1 0,0 1 1,-1-1-1,1 0 0,-1 0 0,1 0 1,-1-1-1,-6 0 0,10 0-21,1-1 0,0 1 1,0-1-1,0 1 0,0-1 0,-1 0 0,1 1 1,0-1-1,0 1 0,0-1 0,0 1 1,0-1-1,1 0 0,-1 1 0,0-1 0,0 1 1,0-1-1,0 1 0,1-1 0,-1 1 0,0-1 1,0 1-1,1-1 0,-1 1 0,0-1 1,1 1-1,-1-1 0,1 1 0,-1 0 0,1-1 1,7-2-45,1 1 1,-1 1 0,1 0 0,0 0 0,-1 0-1,1 1 1,0 0 0,0 1 0,-1 0 0,1 0-1,-1 1 1,13 4 0,-7-1 92,-1 0-1,1 0 1,-1 2-1,0 0 1,-1 0-1,21 16 1,-24-15 79,-1 0 0,0 1 1,-1 0-1,0 0 0,-1 0 0,1 1 0,-2 0 1,1 0-1,-2 0 0,1 1 0,-1 0 0,-1 0 1,4 18-1,-6-21 49,1 0 1,-1 0 0,-1 0 0,1 0-1,-2 0 1,1 0 0,-1 0 0,0 0-1,0 0 1,-1 0 0,0 0 0,-1-1-1,0 1 1,0-1 0,-1 1-1,1-1 1,-1 0 0,-1 0 0,-9 11-1,2-7 4,0 0 0,-1-1 0,-1 0-1,0-1 1,0 0 0,-1-2 0,1 1-1,-2-2 1,1 0 0,-1-1-1,0 0 1,0-1 0,0-1 0,-22 1-1,-20-1-1446,0-2 0,-101-13 0,71 4-3046,54 7-1142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238 791 3633,'0'0'2702,"11"-26"-2406,-1-1-207,71-154 677,-76 172-631,-4 6-91,-1 1 1,1 0 0,0 0 0,0 0 0,0-1 0,0 1 0,1 0 0,-1 0 0,1 1 0,-1-1 0,1 0 0,0 0 0,-1 1 0,1-1-1,0 1 1,0 0 0,0-1 0,0 1 0,0 0 0,0 0 0,1 0 0,3 0 0,-5 14 684,-4 15-635,-1 1 0,-1-1-1,-1 1 1,-2-1 0,-1-1-1,-13 28 1,6-10-35,-13 49 0,19-65-42,0 7-61,10-35-240,3-35-257,16-35 755,33-78-1,-12 36-59,-26 72-138,17-55 69,46-96-1,-73 182-105,-3 5-10,0 0 0,0 0-1,0 0 1,0 1 0,1-1-1,-1 1 1,1-1-1,-1 1 1,1-1 0,0 1-1,0 0 1,0 0 0,0 0-1,1 0 1,-1 0 0,0 0-1,6-2 1,-7 5 19,0 1 0,0-1-1,-1 1 1,1-1 0,0 0 0,-1 1 0,1-1-1,0 1 1,-1 0 0,0-1 0,1 1 0,-1-1-1,0 1 1,0 0 0,0-1 0,0 1-1,0-1 1,0 1 0,-1 0 0,0 1 0,1 4 1,-2 53 118,-3-1 0,-3-1 0,-2 1 0,-28 88 0,25-105-124,5-20-37,2 1-1,0-1 1,1 1-1,-3 38 1,18-83-300,-4 11 352,46-84 95,83-167 176,-125 240-260,-4 7-8,0 0-1,1 0 0,1 1 1,0 0-1,1 0 0,1 1 1,0 0-1,13-12 0,-23 24-9,0 1 0,0 0-1,1 0 1,-1-1 0,0 1-1,1 0 1,-1 0 0,0-1-1,1 1 1,-1 0 0,0 0 0,1 0-1,-1 0 1,0-1 0,1 1-1,-1 0 1,1 0 0,-1 0-1,0 0 1,1 0 0,-1 0-1,1 0 1,-1 0 0,0 0-1,1 0 1,-1 0 0,0 1-1,1-1 1,-1 0 0,1 0-1,-1 0 1,0 0 0,1 1-1,-1-1 1,1 0 0,5 17-25,-4 27 262,-2-39-219,-4 74 487,-23 133 0,21-170-301,6-43-215,0 1-1,0 0 0,0 0 1,0 0-1,0 0 1,0 0-1,0 0 0,0 0 1,0 0-1,0 0 1,1 0-1,-1 0 0,0 0 1,0 0-1,0 0 0,0 0 1,0 0-1,0 0 1,0 0-1,0 0 0,1-1 1,-1 2-1,0-1 1,0 0-1,0 0 0,0 0 1,0 0-1,0 0 0,0 0 1,1 0-1,-1 0 1,0 0-1,0 0 0,0 0 1,0 0-1,0 0 1,0 0-1,0 0 0,0 0 1,0 0-1,0 0 0,1 0 1,-1 1-1,0-1 1,0 0-1,0 0 0,0 0 1,0 0-1,0 0 1,13-18-192,14-29 253,43-116-277,6-12 9,-67 163 251,-5 19 169,-3 26 219,-1-26-397,-2 30 141,-2-1 1,-2 0-1,-11 42 0,8-43 63,2 1 0,1 0 0,-1 43-1,7-78-233,0-1 0,0 0-1,1 0 1,-1 0 0,0 0-1,0 1 1,0-1 0,0 0-1,1 0 1,-1 0 0,0 0-1,0 0 1,0 0-1,1 1 1,-1-1 0,0 0-1,0 0 1,0 0 0,1 0-1,-1 0 1,0 0 0,0 0-1,1 0 1,-1 0 0,0 0-1,0 0 1,0 0 0,1 0-1,-1 0 1,0 0 0,0 0-1,1-1 1,-1 1 0,0 0-1,0 0 1,0 0-1,1 0 1,-1 0 0,0 0-1,0 0 1,0-1 0,0 1-1,0 0 1,1 0 0,-1 0-1,0-1 1,0 1 0,0 0-1,0 0 1,0 0 0,0-1-1,0 1 1,1 0 0,-1 0-1,0 0 1,0-1 0,17-20-98,-1 0 1,0-1-1,-2-1 1,-1 0-1,0-1 1,9-28 0,-10 23 50,2 1 0,1 0 0,1 1 0,23-31 0,-39 58 58,1-1 0,-1 0 0,0 1 0,1-1 0,-1 1 0,1-1 0,-1 0 0,1 1 0,-1-1 0,1 1 0,-1-1 0,1 1 0,-1 0 0,1-1 0,-1 1 0,1 0 0,0-1 0,-1 1 0,1 0 0,0-1 0,-1 1 0,1 0 0,0 0 0,-1 0 0,1 0 0,0 0 0,0 0 0,-1 0 0,1 0 0,0 0 0,-1 0-1,1 0 1,0 0 0,0 0 0,-1 1 0,1-1 0,0 0 0,-1 1 0,1-1 0,-1 0 0,2 1 0,12 29 80,-1 32 295,-2 1 0,5 107-1,3 25-82,-18-187-277,1 1 1,0-1-1,1 1 0,0-1 0,7 15 1,-9-22-40,-1 1 1,1-1 0,-1 1-1,1-1 1,0 0-1,0 0 1,0 0 0,0 1-1,0-1 1,0 0 0,0 0-1,0 0 1,1-1 0,-1 1-1,0 0 1,0 0 0,1-1-1,-1 1 1,0 0 0,1-1-1,-1 1 1,1-1-1,-1 0 1,1 0 0,-1 1-1,1-1 1,-1 0 0,1 0-1,-1 0 1,1-1 0,-1 1-1,1 0 1,-1 0 0,1-1-1,-1 1 1,0-1-1,1 1 1,-1-1 0,0 0-1,1 0 1,-1 1 0,0-1-1,0 0 1,0 0 0,2-1-1,5-7-71,1 0 0,-2 0 0,1 0 0,-1-1 0,0 0 0,-1-1-1,-1 1 1,8-18 0,33-103-686,-37 102 561,9-31-9,-11 31 362,2 0 0,1 1 1,21-41-1,-15 53 32,-16 16-142,0 0 0,1 0-1,-1 0 1,1 0 0,-1 0-1,1 0 1,-1 0 0,1 0-1,-1 0 1,1 0 0,-1 0-1,0 1 1,1-1 0,-1 0-1,1 0 1,-1 0 0,0 1-1,1-1 1,-1 0 0,0 1-1,1-1 1,-1 0 0,0 1-1,1-1 1,-1 0 0,0 1-1,0-1 1,1 1 0,12 41 920,-12-34-958,38 196 836,-32-184-1164,2-28-428,6-32-447,8-69 940,-17 73 327,1 0 1,1 0-1,3 1 0,0 0 0,3 1 0,21-41 0,-33 72-36,-1 1-1,1-1 0,0 0 0,-1 1 1,1 0-1,0-1 0,1 1 0,-1 0 1,0 0-1,0 0 0,1 0 0,0 1 1,-1-1-1,1 1 0,0-1 1,-1 1-1,6-1 0,-7 2-6,0 0 0,-1 0 0,1 0 0,0 0 1,0 0-1,0 0 0,0 1 0,0-1 0,0 0 0,0 1 0,0-1 0,0 0 0,-1 1 1,1-1-1,0 1 0,0 0 0,-1-1 0,1 1 0,0-1 0,-1 1 0,2 1 0,0 1 16,-1 0 0,1-1 0,-1 1-1,0 0 1,1 0 0,-1 0-1,-1 1 1,1-1 0,0 4-1,10 89 353,-5 1-1,-7 100 1,-1-72 171,-11 176-937,17-359-27,16-96 0,1 3-207,-8 9 512,-11 128 234,2 21 223,2 24-31,-1 108 84,-15 183-1,8-296-287,-8 61 306,9-79-386,0 0 0,-1-1 0,0 1 0,0-1 0,-1 0 0,0 0-1,0 0 1,-5 7 0,6-11-477,2-10-589,0-20 739,-1-68-729,4-1 1,21-124-1,-19 203 1003,0 14 63,4 32 252,-2 61 197,-6 122-1,-3-99-208,-26 290 1865,23-359-1775,0-231-4379,5 159 3614,1-17-72,-2 0-1,-2 0 1,-12-63 0,11 106 1424,0 10-575,-4 17 37,-57 191 1488,-99 221 0,158-422-1755,3-8-62,1-1-1,-1 1 0,0-1 0,-1 0 1,1 0-1,-1 0 0,-7 7 1,2-9-163,4-21-908,-11-222-1061,-19-156-18,33 379 2123,2 13 11,0 0 1,-1-1 0,1 1 0,-1-1 0,0 1-1,0 0 1,0-1 0,0 1 0,-1 0-1,1 0 1,-1 0 0,-3-5 0,5 8-55,0 0 1,-1-1-1,1 1 0,0 0 1,0 0-1,0 0 1,0 0-1,0 0 1,-1 0-1,1 0 0,0 0 1,0 0-1,0 0 1,0 0-1,-1 0 0,1 0 1,0 0-1,0 0 1,0 0-1,-1 0 1,1 0-1,0 0 0,0 0 1,0 0-1,0 0 1,-1 0-1,1 0 1,0 0-1,0 0 0,0 0 1,0 0-1,0 0 1,-1 1-1,1-1 1,0 0-1,0 0 0,0 0 1,0 0-1,0 0 1,0 0-1,-1 1 1,1-1-1,0 0 0,0 0 1,0 0-1,0 0 1,0 1-1,0-1 0,0 0 1,0 0-1,0 0 1,0 0-1,0 1 1,0-1-1,0 0 0,0 0 1,0 0-1,0 0 1,0 1-1,0-1 1,0 0-1,0 0 0,0 0 1,0 1-1,-5 26 274,0 1-1,2 0 1,0 45-1,0-13-170,-11 140 334,-4 90-419,18-665-1626,0 369 1605,-3-46-62,3 51 71,0 0 1,0 0-1,0 1 0,0-1 1,-1 0-1,1 0 1,0 0-1,0 0 1,0 0-1,-1 0 0,1 0 1,-1 0-1,1 1 1,-1-1-1,1 0 1,-1 0-1,1 1 0,-1-1 1,1 0-1,-1 1 1,0-1-1,0 0 0,1 1 1,-1-1-1,0 1 1,0-1-1,0 1 1,1 0-1,-1-1 0,0 1 1,0 0-1,0-1 1,0 1-1,0 0 0,0 0 1,0 0-1,0 0 1,0 0-1,1 0 1,-1 0-1,0 0 0,-2 1 1,2-1 21,0 1-1,0 0 1,0 0 0,0 0 0,0-1 0,0 1 0,0 0-1,0 0 1,0 0 0,0 1 0,0-1 0,1 0 0,-1 0-1,0 0 1,1 0 0,-1 1 0,1-1 0,-1 3 0,-30 87 433,-24 117 1,1 2 506,40-159-612,7-24-77,0 0-1,-2-1 1,-22 46 0,30-72-302,1 1 1,0 0 0,-1 0-1,1 0 1,0 0 0,-1-1-1,1 1 1,-1 0 0,1 0-1,-1-1 1,1 1-1,-1 0 1,0-1 0,1 1-1,-1-1 1,0 1 0,1-1-1,-1 1 1,0-1 0,0 1-1,0-1 1,1 0 0,-1 1-1,0-1 1,0 0 0,0 0-1,0 0 1,0 0-1,-1-1-50,1 0-1,0 0 1,0 0-1,0 0 1,0 0-1,0-1 1,0 1-1,0 0 1,0-1-1,1 1 0,-1 0 1,0-1-1,1 1 1,-1-1-1,0-2 1,-36-129-517,-15-47 29,42 152 394,0 0-37,-25-50-1,33 73 198,-1 0-1,1 0 1,-1 0-1,-1 1 1,1-1-1,-1 1 1,1 0-1,-1 0 1,-1 0-1,1 0 1,0 1 0,-1 0-1,0 0 1,0 0-1,1 0 1,-9-2-1,12 5 15,-1-1 0,0 1 0,0 0 0,0 0 0,1 0 0,-1 0 0,0 0 0,0 0 1,0 0-1,1 1 0,-1-1 0,0 1 0,0-1 0,1 1 0,-1 0 0,0-1 0,1 1 0,-1 0 0,1 0 0,-3 2 0,-23 29 137,-4 20 71,1 1-1,-43 112 0,-11 24 1754,83-187-1958,0 0-1,1-1 1,-1 1-1,0-1 1,0 1-1,0-1 0,-1 1 1,1-1-1,0 0 1,0 1-1,-1-1 1,1 0-1,-3 1 0,4-2-32,0 0 1,-1 0-1,1 0 0,-1 0 0,1 0 0,-1 0 0,1 0 0,-1 0 0,1 0 0,-1 0 0,1 0 0,-1 0 0,1 0 0,0 0 0,-1 0 0,1-1 0,-1 1 0,1 0 1,-1 0-1,1-1 0,0 1 0,-1 0 0,1-1 0,0 1 0,-1 0 0,1-1 0,0 1 0,0 0 0,-1-1 0,1 0 0,-3-4-82,1-1 0,0 1-1,0 0 1,1-1 0,-1 0 0,0-8-1,-72-382-797,56 329 775,-3 0 0,-3 2 0,-57-112 0,77 169 165,-19-28 81,22 34-86,0 1 0,0-1 0,-1 1 0,1 0 0,0-1 0,-1 1 0,1 0 0,-1 0 0,1 0 0,-1 0 0,0 0-1,1 1 1,-1-1 0,0 0 0,0 1 0,0-1 0,1 1 0,-4-1 0,3 2-27,1 0 0,-1 0 0,0 0 1,1 0-1,-1 0 0,1 1 0,-1-1 0,1 0 1,-1 1-1,1-1 0,0 1 0,0-1 0,0 1 0,0-1 1,0 1-1,0 0 0,0 0 0,1 0 0,-1-1 0,0 1 1,1 0-1,-1 2 0,-14 54 45,13-48-42,-17 79 69,3-11 94,-33 94 0,37-146-205,7-22-76,4-13-188,-5-126-559,4 33 825,-80-508-1375,76 570 1502,1 1-1,2-62 1,3 106-14,1-1 1,0 1 0,1-1-1,-1 1 1,1-1 0,-1 0-1,1 1 1,1-1 0,3 6 0,7 14 178,99 262 1007,-51-123-1129,-59-158-172,4 11 21,1 0 1,0-1-1,13 18 0,-19-30-48,2 0 0,-1 0 0,0 0 0,1-1 0,-1 1 0,1-1 0,0 1 0,0-1-1,5 3 1,-7-5-8,1 1-1,-1 0 1,1-1-1,-1 0 0,1 1 1,-1-1-1,1 0 1,-1 0-1,1 0 0,-1 0 1,1 0-1,-1 0 1,1-1-1,-1 1 0,1 0 1,-1-1-1,0 1 1,1-1-1,-1 1 0,1-1 1,-1 0-1,0 1 0,2-3 1,1 0-18,-1 0 1,1 0-1,-1-1 1,0 0-1,-1 1 1,1-1-1,0 0 1,-1 0-1,0-1 1,0 1-1,1-5 1,16-55-47,-15 46 81,21-110 110,-6 0 1,5-165-1,-7 51 303,-16 222-340,-1 17-29,0 0-1,0 0 1,0 0-1,0 0 1,1 0 0,-1 0-1,1 0 1,0 0-1,-1 1 1,1-1-1,1 0 1,-1 0 0,0 1-1,3-5 1,-4 7-3,0 0 0,1 0 0,-1 0 0,0 0 0,0-1 0,0 1 0,0 0 0,0 0 0,1 0 0,-1 0 0,0 0 0,0 0 0,0 0 0,0 0 0,0 0 0,1 0 0,-1 0 0,0 0 0,0 0 0,0 0 0,0 0 0,1 0 0,-1 0 0,0 0 0,0 0 1,0 0-1,0 0 0,1 0 0,-1 0 0,0 0 0,0 0 0,0 0 0,0 0 0,0 1 0,1-1 0,-1 0 0,0 0 0,0 0 0,0 0 0,0 0 0,0 0 0,0 1 0,0-1 0,1 0 0,-1 0 0,0 0 0,0 0 0,0 0 0,0 1 0,0-1 0,0 0 0,0 0 0,0 0 0,0 0 0,0 1 0,0-1 0,0 0 0,0 0 0,0 0 0,0 0 0,0 1 0,0-1 1,7 30 291,0 0 1,-2 0 0,2 34 0,-1-7-138,5 62 117,-7-63-42,2 1 1,21 83-1,-26-135-230,1-1-1,0 1 1,0-1-1,0 1 1,1-1-1,-1 0 1,1 0-1,0 0 1,7 6 0,-9-9-22,0 0 1,0 0 0,0 0 0,1 0 0,-1 0 0,0 0 0,1-1 0,-1 1 0,1 0 0,-1-1 0,0 1 0,1-1-1,0 0 1,-1 1 0,1-1 0,-1 0 0,1 0 0,-1 0 0,1 0 0,0 0 0,-1 0 0,1 0 0,-1-1 0,1 1-1,-1-1 1,1 1 0,-1-1 0,1 1 0,-1-1 0,1 0 0,-1 0 0,0 1 0,1-1 0,-1 0 0,1-2 0,8-7-100,0-1 1,-1 0 0,-1-1 0,0 0 0,0 0 0,-1-1 0,-1 0 0,5-13 0,6-19-80,13-58-1,-6-12 303,-6-1 0,-4-1-1,-3-195 1,-11 310 638,0 19 24,0-13-777,-1 9 60,1 0 0,1 1-1,0-1 1,1 0-1,7 23 1,-9-33-89,1-1 0,0 0 0,0 1 0,0-1 0,1 0 0,-1 0 0,1 0 1,-1 0-1,1 0 0,-1 0 0,1 0 0,0 0 0,0-1 0,0 1 0,0-1 0,0 1 0,1-1 0,-1 0 1,0 0-1,0 0 0,1 0 0,-1 0 0,1-1 0,-1 1 0,1-1 0,-1 1 0,1-1 0,-1 0 0,1 0 0,-1 0 1,1 0-1,-1-1 0,1 1 0,-1-1 0,1 1 0,-1-1 0,1 0 0,-1 0 0,3-1 0,-1-1-51,1 0 0,-1 1-1,0-1 1,0-1 0,0 1-1,0-1 1,0 1 0,-1-1-1,0 0 1,0 0 0,0-1-1,0 1 1,0-1 0,-1 1-1,3-9 1,4-9-147,11-45 0,-8-16 95,-7 42 155,-5 40-9,0 0 1,0 0-1,0 0 0,0 0 1,0 0-1,0 0 1,1 0-1,-1 0 0,1 0 1,-1 0-1,0 0 0,1 0 1,0 0-1,-1 0 0,1 0 1,0 0-1,-1 0 1,2-1-1,-1 2 0,0 0 1,-1 0-1,1 0 1,-1 0-1,1 0 1,0 0-1,-1 0 1,1 0-1,-1 0 1,1 0-1,0 0 0,-1 0 1,1 0-1,-1 0 1,1 1-1,0-1 1,-1 0-1,1 0 1,-1 1-1,1-1 1,-1 0-1,1 1 1,0 0-1,2 2 38,1 0 0,-1 0 0,0 1 0,0 0 0,0 0 1,0-1-1,2 7 0,44 100 815,36 119 0,-9-18-775,-73-206-99,27 58 38,-28-60-70,0 0 1,1 0 0,-1 0 0,0 0-1,1 0 1,0-1 0,0 1 0,0-1 0,0 0-1,0 0 1,0 0 0,0 0 0,1-1-1,-1 1 1,7 1 0,-8-3 6,-1 0 0,1 1 1,-1-1-1,1 0 0,-1 0 0,1-1 1,0 1-1,-1 0 0,1 0 0,-1-1 0,1 1 1,-1-1-1,1 1 0,-1-1 0,1 0 1,-1 0-1,0 0 0,1 1 0,-1-1 1,0 0-1,0-1 0,0 1 0,0 0 1,1 0-1,-2 0 0,1-1 0,0 1 0,0 0 1,1-3-1,18-50-429,-16 39 392,41-163-1217,-30 108 906,27-73-1,-40 138 371,0 0-1,0 0 1,0 0-1,1 0 1,0 0-1,0 0 0,0 1 1,1-1-1,4-3 1,-8 7 15,1 0 0,0 1 0,0-1 0,0 1 0,-1-1 0,1 1 0,0-1 0,0 1 0,0 0 0,0-1 1,0 1-1,0 0 0,0 0 0,0 0 0,0 0 0,0 0 0,0 0 0,0 0 0,0 0 0,0 0 0,0 0 1,1 1-1,0 0 22,0 0 0,-1 0 1,1 0-1,0 1 0,0-1 1,-1 1-1,1-1 0,-1 1 1,1-1-1,-1 1 0,0 0 1,1 0-1,-1 0 0,1 2 1,13 31 519,-1 0 0,-1 1 0,13 66 1,13 37 375,-27-102-797,-7-20-109,0-1 0,2-1 1,9 19-1,-7-27-2137,-5-19 1170,-3-24 571,-1 32 271,0-244-1094,0 247 1181,0 1-1,0 0 1,1 0 0,-1 0-1,0 0 1,1 0 0,-1 0-1,0 0 1,1 0 0,-1 1 0,0-1-1,0 0 1,1 0 0,-1 0-1,0 0 1,1 0 0,-1 0-1,0 1 1,0-1 0,1 0-1,-1 0 1,0 0 0,0 1-1,0-1 1,1 0 0,-1 0-1,0 0 1,0 1 0,0-1-1,0 0 1,1 1 0,-1-1-1,0 0 1,0 0 0,0 1-1,0-1 1,0 0 0,0 1-1,17 24-798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53 170 2561,'0'0'8112,"0"32"-7431,0-21-645,-7 493 999,-36 14 698,42-507-1521,0 7-809,13-45-320,132-510 968,-87 291-67,-51 222 6,-3 8-27,1-1 1,1 1-1,0 0 1,1 1-1,10-19 0,-16 34 32,4-4-149,-2 16 131,-4 167 736,-33 232 1,28-354-958,0 102 0,16-192-1164,-1 12 1246,121-472 58,-69 238 36,-55 238 66,6-29-11,2 0 1,28-65 0,-24 85-154,-6 23-10,-1 18 186,-3 7 213,-2 0-1,0 0 1,-2 0 0,2 33-1,-3 104 360,-3-100-443,1-25-30,9 193 506,-9-224-624,0 1 1,1-1-1,0 0 0,-1 0 1,1 1-1,1-1 0,-1 0 1,0 0-1,4 4 0,-5-6-27,1 0-1,0 0 0,-1-1 0,1 1 0,0 0 1,0 0-1,0-1 0,-1 1 0,1 0 1,0-1-1,0 1 0,0-1 0,0 1 0,0-1 1,0 0-1,0 1 0,1-1 0,-1 0 1,0 0-1,1 0 0,1 0-15,0-1 1,0 0-1,-1 0 0,1 0 1,0 0-1,-1-1 1,1 1-1,-1-1 0,1 1 1,-1-1-1,0 0 0,1 0 1,-1 0-1,0 0 1,0 0-1,-1-1 0,1 1 1,0-1-1,-1 1 1,2-4-1,28-56 25,-2-1 0,36-114-1,-18 42 109,-37 104-79,-8 23-14,0 0 0,1 0 0,0 0 0,0 0 1,0 1-1,1-1 0,0 1 0,1 0 0,0 0 0,0 0 0,10-10 1,-14 17 5,0-1 0,0 1 0,0-1 0,-1 1 1,1-1-1,0 1 0,0 0 0,0 0 1,0-1-1,0 1 0,0 0 0,0 0 1,0 0-1,0 0 0,0 0 0,0 0 1,0 1-1,0-1 0,0 0 0,0 0 0,0 1 1,0-1-1,0 0 0,-1 1 0,1-1 1,0 1-1,0-1 0,0 1 0,-1 0 1,1-1-1,0 1 0,0 0 0,-1-1 0,1 1 1,-1 0-1,1 0 0,0 1 0,17 38 421,-15-33-345,58 179 1245,10 29-454,-67-205-851,0 0 0,1 0-1,0-1 1,10 15 0,-14-22-34,0-1 1,-1 0-1,1 0 1,0 0 0,0 1-1,0-1 1,0 0 0,0 0-1,0 0 1,1-1-1,-1 1 1,0 0 0,0 0-1,1 0 1,-1-1 0,0 1-1,1-1 1,-1 1-1,1-1 1,-1 0 0,1 1-1,-1-1 1,1 0 0,-1 0-1,0 0 1,1 0 0,-1 0-1,1-1 1,-1 1-1,1 0 1,-1-1 0,1 1-1,-1 0 1,0-1 0,1 0-1,-1 1 1,0-1-1,1 0 1,-1 0 0,0 0-1,0 0 1,0 0 0,0 0-1,0 0 1,1-1-1,6-10-13,-1 0-1,-1 0 0,0 0 0,-1-1 0,0 0 0,-1 0 0,3-15 0,-4 16 33,59-246 21,4-17 156,-58 255-171,-4 21 57,0 14 121,24 208 1145,-7-43-452,-21-178-882,0 0 1,0 0-1,1 0 0,-1 0 0,0 0 0,1 0 0,0 0 0,-1 0 1,1 0-1,0 0 0,0 0 0,0 0 0,0-1 0,1 1 0,0 2 1,-1-4-19,0 0 0,-1 0 0,1 0 0,-1 0 0,1 0 0,0 0 0,-1 0 0,1-1 0,-1 1 1,1 0-1,-1 0 0,1 0 0,0-1 0,-1 1 0,1 0 0,-1 0 0,1-1 0,-1 1 0,1 0 1,-1-1-1,0 1 0,1-1 0,-1 1 0,1-1 0,-1 1 0,0 0 0,1-1 0,-1 0 0,0 1 1,0-1-1,1 0 0,3-7-79,0 0-1,-1 0 1,0 0 0,0 0 0,2-15 0,3-52 108,-2-125 1,-6 170 1,0 29-6,-1 0-1,1 1 1,0-1-1,0 0 1,0 0-1,-1 0 1,1 0-1,0 1 0,0-1 1,0 0-1,0 0 1,1 0-1,-1 0 1,0 0-1,0 1 1,0-1-1,1 0 1,-1 0-1,0 0 1,1 1-1,-1-1 1,0 0-1,1 0 0,-1 1 1,2-2-1,2 9-57,9 26 210,-1 1 1,-2 1-1,11 60 0,-1-6-13,-2-15-58,52 191 175,-68-258-276,1 0 1,0-1-1,0 1 0,0-1 1,1 1-1,4 5 0,-7-11-12,-1 0 0,1 0-1,0 0 1,-1 0 0,1 0 0,0-1-1,0 1 1,-1 0 0,1-1 0,0 1-1,0 0 1,0-1 0,0 1 0,0-1-1,0 1 1,0-1 0,0 0 0,0 1-1,0-1 1,1 0 0,-1 0 0,0 0-1,0 0 1,0 0 0,0 0 0,0 0-1,0 0 1,0 0 0,0 0-1,1-1 1,-1 1 0,0 0 0,0-1-1,0 1 1,0-1 0,0 1 0,0-1-1,-1 0 1,1 1 0,0-1 0,0 0-1,0 1 1,0-1 0,-1 0 0,1 0-1,0 0 1,-1 0 0,1 0 0,0-1-1,8-14-38,0 1-1,-1-1 1,-1 0-1,0-1 0,-1 1 1,6-32-1,14-111 103,-19 142-80,-1 14-32,1 14 49,17 72 326,-3 2 0,-4 0 0,7 105 0,-15-61 13,-10 169 0,-6-226-159,6-67-153,0 1 1,-1-1-1,0 1 1,0-1-1,0 0 1,0 0 0,-1 0-1,0 0 1,0 0-1,-6 7 1,9-12-19,0 0-1,-1 0 1,1 0 0,-1 0 0,1 0-1,0 0 1,-1 0 0,1 0 0,-1 0-1,1 0 1,-1 0 0,1 0 0,0-1-1,-1 1 1,1 0 0,-1 0 0,1 0-1,0 0 1,-1-1 0,1 1 0,0 0-1,-1 0 1,1-1 0,0 1-1,0 0 1,-1-1 0,1 1 0,0 0-1,0-1 1,-1 1 0,1 0 0,0-1-1,0 1 1,0-1 0,0 1 0,-1 0-1,1-1 1,0 1 0,0-1 0,0 1-1,0 0 1,0-1 0,0 0 0,-8-24-579,-38-221-1026,-16-62-146,59 296 1757,3 10 22,0 0-1,0 0 1,0-1 0,-1 1 0,1 0 0,-1 0 0,0 0 0,1 0 0,-1 0 0,0 0 0,0 0 0,0 0-1,0 0 1,-1 1 0,1-1 0,0 0 0,-1 1 0,1-1 0,-1 1 0,0-1 0,-2 0 0,4 2 4,-1 0 0,1 0 0,0 0 1,-1 1-1,1-1 0,-1 0 1,1 0-1,0 1 0,-1-1 0,1 0 1,0 1-1,-1-1 0,1 1 1,0-1-1,-1 0 0,1 1 0,0-1 1,0 1-1,-1-1 0,1 1 0,0-1 1,0 1-1,0-1 0,0 1 1,0-1-1,0 1 0,0-1 0,0 1 1,0-1-1,0 1 0,0-1 1,0 1-1,0-1 0,0 1 0,0-1 1,0 0-1,1 2 0,-14 312 620,-3 51-140,8-278 135,-4 0 0,-29 102 1,39-182-595,0 1 1,0-1 0,-1 0-1,0 0 1,0 0 0,-9 12-1,12-18-47,-1 0-1,0 0 0,1 0 1,-1-1-1,0 1 0,0 0 1,0-1-1,1 1 1,-1-1-1,0 1 0,0-1 1,0 1-1,0-1 0,0 1 1,0-1-1,0 0 0,0 0 1,0 0-1,0 1 0,-1-1 1,1 0-1,-1-1 0,0 1-47,0-1 0,0 0 0,-1 0 0,1 0 0,0 0 0,0 0 0,1-1-1,-1 1 1,0-1 0,0 1 0,1-1 0,-1 1 0,1-1 0,-3-3 0,-13-19-208,2-1 0,1-1 1,-14-32-1,-6-12 245,-11-14 81,-4 1 1,-113-142-1,162 224-24,-1 0 0,0-1 0,0 1 0,0 0 0,0 0 0,0 0 0,0 0 0,0 1 1,-1-1-1,1 0 0,0 0 0,0 1 0,-1-1 0,1 1 0,-3-2 0,4 3-5,-1-1-1,1 0 0,-1 0 1,1 0-1,-1 0 1,1 1-1,0-1 0,-1 0 1,1 0-1,-1 1 1,1-1-1,-1 0 1,1 1-1,0-1 0,-1 0 1,1 1-1,0-1 1,-1 1-1,1-1 0,0 0 1,0 1-1,-1-1 1,1 1-1,0-1 1,0 1-1,0-1 0,0 1 1,-1 0-1,-2 49 681,3-40-796,0 508 666,12-575-2036,4-78 1305,-7-1-1,-8-164 1,-2 291 160,-5-45-138,6 52 152,-1 1 1,1-1-1,-1 0 1,1 1-1,-1-1 1,0 0 0,1 1-1,-1-1 1,0 1-1,0-1 1,0 1-1,0 0 1,-1-1-1,1 1 1,0 0-1,0 0 1,-1 0 0,1 0-1,-1 0 1,1 0-1,-1 0 1,1 0-1,-1 0 1,0 1-1,1-1 1,-3 0 0,2 2 13,1-1 1,-1 0 0,0 0 0,0 1 0,1-1 0,-1 1 0,0 0 0,1 0 0,-1-1 0,1 1 0,-1 0 0,1 0 0,-1 0 0,1 0 0,0 1 0,-1-1 0,1 0 0,0 1 0,0-1 0,0 0 0,0 1 0,0 0 0,0-1 0,1 1 0,-1-1 0,-1 4 0,-18 56 261,15-45-250,-28 101 195,-43 126 1043,75-239-1232,0-1-1,-1 0 1,1 1-1,-1-1 0,0 0 1,0 0-1,0 0 0,-5 5 1,7-8-54,-1 0 1,1 1 0,0-1-1,-1 0 1,1 0 0,0 0-1,-1 0 1,1 0 0,0 1-1,-1-1 1,1 0 0,-1 0-1,1 0 1,0 0 0,-1 0 0,1 0-1,-1 0 1,1 0 0,0 0-1,-1-1 1,1 1 0,0 0-1,-1 0 1,1 0 0,0 0-1,-1 0 1,1-1 0,0 1-1,-1 0 1,1 0 0,0-1-1,-1 1 1,1 0 0,0 0-1,0-1 1,-1 1 0,1 0-1,0-1 1,0 1 0,0 0-1,0-1 1,-1 0 0,-2-8-197,-1-1 0,2 1 1,-1-1-1,0-15 0,0 8 200,-20-117-472,-57-260-524,80 393 1016,0 0 0,0 1 1,0-1-1,0 0 0,0 1 1,0-1-1,-1 0 1,1 1-1,0-1 0,0 1 1,-1-1-1,1 0 1,0 1-1,-1-1 0,1 1 1,0-1-1,-1 1 0,1-1 1,-1 1-1,1-1 1,-1 1-1,1 0 0,-1-1 1,1 1-1,-1-1 0,0 1 1,1 0-1,-1 0 1,0-1-1,-1 2 19,1 0-1,0-1 1,0 1-1,0 0 1,0 0-1,0 0 1,0 0-1,0 0 1,0 0 0,1 0-1,-1 0 1,0 0-1,1 0 1,-1 1-1,0-1 1,0 2-1,-53 127 258,-15 29 147,57-137-116,0 0 0,-1-1 0,-1-1 0,-33 36 0,46-55-307,1 0 0,-1 0 0,0 0 0,0 0 0,0 0 0,0 0 0,0 0 0,0 0 0,0 0 0,0 0 0,0 0 0,0-1 0,0 1 0,0 0 0,-1-1 0,1 1 0,0-1 0,0 0 0,-1 1 0,1-1 0,0 0 0,-1 0 0,1 0 0,0 1 0,-1-1 0,1-1 0,0 1 0,-1 0 0,1 0 0,0-1 0,-1 1 0,1 0 0,0-1 0,0 1 0,-1-1 0,1 0 0,0 1 0,0-1 0,0 0 0,0 0 0,0 0 0,0 1 0,0-1 0,0 0 0,0 0 0,-1-2 0,-2-5-91,0 1 0,1 0 0,-1-1-1,2 0 1,-1 0 0,-1-9 0,-23-108-386,-16-67-88,34 160 489,-2 1 0,-1 0 0,-27-52 0,2 34 144,36 48-73,0 0 1,0 0-1,-1 0 0,1 0 1,0 0-1,0 0 0,-1 0 1,1 1-1,0-1 1,-1 0-1,1 1 0,-1-1 1,1 1-1,-1-1 0,-1 1 1,2 0-3,0 0 1,0 1 0,0-1 0,0 0 0,0 1-1,1-1 1,-1 1 0,0-1 0,0 1 0,0 0-1,1-1 1,-1 1 0,0 0 0,1-1 0,-1 1 0,1 0-1,-1 0 1,1 0 0,-1-1 0,1 1 0,-1 0-1,1 0 1,0 0 0,-1 0 0,1 0 0,0 0-1,0 1 1,-5 22 32,2 0 0,1 0-1,1 0 1,3 41 0,-1-5 31,-1-49-62,0 32 25,7 50 0,-6-82-39,0-1-1,1 0 1,1 0 0,0 1-1,0-2 1,1 1 0,0 0-1,0-1 1,1 0 0,11 15-1,-15-23-18,0 1 0,0-1 0,0 1-1,0-1 1,0 0 0,0 0 0,1 0-1,-1 1 1,0-1 0,1-1 0,-1 1-1,1 0 1,-1 0 0,1 0 0,0-1 0,-1 1-1,1-1 1,0 1 0,-1-1 0,1 0-1,0 0 1,0 0 0,-1 0 0,1 0-1,0 0 1,-1 0 0,1 0 0,0-1 0,0 1-1,-1-1 1,1 1 0,-1-1 0,1 1-1,0-1 1,-1 0 0,1 0 0,-1 0-1,0 0 1,2-1 0,2-3-62,-1 1-1,0-1 1,0 0-1,0 0 1,-1 0-1,0-1 1,0 1-1,0-1 1,3-10 0,5-20-132,-2 0 1,-1 0-1,4-66 1,-6-114-1078,-6 205 1246,0-6 136,0 0 1,-1 0-1,-1 0 1,-1 0-1,0 1 1,-1-1-1,-1 1 1,-8-18-1,12 50 1249,1 9-1097,0 51 88,13 111 0,-5-133-1068,3 93 0,-11-130-2032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777 33 5129,'0'0'6519,"0"-11"3317,-2 7-9825,-14 0 145,1 0-1,-1 0 1,0 2-1,0 0 1,0 1-1,-1 0 1,-26 4-1,-1-2 183,22 0-262,1 1 0,-1 1 0,1 1 1,-1 1-1,1 1 0,1 0 0,-1 2 0,1 1 0,-22 12 1,14-5 26,1 1 1,0 2 0,1 0 0,2 2-1,-38 39 1,47-42-83,0 2 0,2 0-1,0 0 1,1 2 0,1-1 0,1 1-1,1 1 1,0 0 0,2 0 0,-5 29-1,2 9 27,3 1 0,1 106-1,6-158-55,0-1-1,1 0 1,0 0-1,0 0 1,1 0-1,1 0 1,-1 0-1,2 0 1,-1-1-1,1 1 1,0-1-1,1 0 1,0 0-1,7 9 1,-4-9-3,-1 0 0,1-1 0,1 0 0,0 0 0,0-1 0,0 0 0,0-1 0,1 1 1,0-2-1,0 0 0,19 5 0,22 2 265,1-3 1,0-2-1,0-2 0,98-7 1,-47 2-22,-102 1 955,38 6 13,-22-2-2371,30 0-9415,-22-4 4227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475 10 5313,'0'0'11804,"0"-1"-11685,0 1 0,0 0-1,0-1 1,0 1 0,0-1 0,0 1-1,0 0 1,0-1 0,0 1 0,-1 0-1,1-1 1,0 1 0,0 0 0,0-1 0,-1 1-1,1 0 1,0 0 0,0-1 0,-1 1-1,1 0 1,0 0 0,0-1 0,-1 1-1,1 0 1,0 0 0,-1 0 0,1 0-1,0-1 1,-1 1 0,1 0 0,0 0 0,-1 0-1,1 0 1,-1 0 0,-6 1 152,0 0 0,0 1 0,0-1 0,1 2 0,-1-1 0,0 1 0,1 0 0,0 0 0,0 0 0,0 1 0,-8 7 1,-1 0-185,1 1 1,1 0 0,-19 22-1,6 2-56,1 1-1,1 1 1,3 1-1,1 1 1,-22 61-1,9-1 85,-24 123 1,37-115-109,-10 165 1,21 111-61,11-344 47,1-1-1,1 1 0,3-1 1,1 0-1,16 47 0,82 176 70,-73-190 61,-26-63-2984,-3-20 134,-3-31-3579,-1 37 4707,0-32-6448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0 967 8410,'0'0'6831,"8"-24"-6371,124-417 2348,-127 423-2714,44-143 631,-40 136-682,2 1 1,0 1 0,1 0 0,21-30 0,-32 51-56,0 0 0,0 1 0,1-1 0,-1 0 0,1 0 0,0 1 0,-1-1 1,1 1-1,0-1 0,0 1 0,0 0 0,0 0 0,0 0 0,0 0 0,0 0 0,0 0 0,4 0 0,-5 1 18,1 0 0,-1 0 0,0 0 0,1 0 0,-1 1 0,1-1-1,-1 1 1,1-1 0,-1 1 0,0 0 0,0-1 0,1 1 0,-1 0-1,0 0 1,0 0 0,0 0 0,0 0 0,0 0 0,0 0 0,1 2-1,5 7 131,-1 0 0,-1 1 0,0-1-1,0 1 1,3 14 0,-5-15 5,30 101 436,-6 2 1,13 121-1,-37-216-557,25-155-2216,-6 19 1961,-11 44-50,4 1 0,3 0 0,44-112 0,-58 177 233,-1 1 0,1 0 0,0 0 0,11-12 1,-14 17 41,0 0 0,1 1 0,-1-1 0,1 1 1,0 0-1,-1-1 0,1 1 0,0 0 0,0 0 1,0 0-1,0 0 0,0 0 0,0 1 1,0-1-1,0 0 0,0 1 0,0 0 0,0-1 1,1 1-1,-1 0 0,4 0 0,-4 1 28,-1 0 0,1 0 0,-1 0 1,1-1-1,-1 1 0,0 1 0,1-1 0,-1 0 0,0 0 0,0 0 0,0 1 0,0-1 0,0 0 0,0 1 0,0-1 0,0 1 1,0-1-1,-1 1 0,1 0 0,-1-1 0,1 1 0,-1 0 0,0-1 0,1 1 0,-1 2 0,3 8 148,17 57 554,-3 2 0,-3-1-1,7 121 1,-16 215 1408,-6-233-1311,1-171-1334,0-8-757,-7-177-7574,7 110 2696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173 264 6385,'0'0'11916,"0"5"-11044,0 17-225,0-17-121,7-11 185,12-34-183,-1-2 0,15-55 0,6-14-332,-39 112-189,0-1 0,0 0-1,0 0 1,1 0 0,-1 1 0,0-1 0,0 0 0,0 0 0,0 0-1,1 0 1,-1 0 0,0 1 0,0-1 0,0 0 0,1 0-1,-1 0 1,0 0 0,0 0 0,0 0 0,1 0 0,-1 0 0,0 0-1,0 0 1,1 0 0,-1 0 0,0 0 0,0 0 0,0 0 0,1 0-1,-1 0 1,0 0 0,0 0 0,1 0 0,-1 0 0,0 0-1,0 0 1,0 0 0,1 0 0,-1 0 0,0-1 0,0 1 0,0 0-1,1 0 1,-1 0 0,0 0 0,0-1 0,0 1 0,0 0 0,0 0-1,1-1 1,3 34 222,-3-21-146,22 219 513,-10 306 1,-40-537-1127,-68-25 339,71 17 188,0 1-1,0 2 1,-48-6 0,-1 11 879,72 0-634,17 0-313,95 6 726,-2 5 0,164 37 0,-84-12-364,-167-36-676,-16-8-1819,-18-22-2806,5 17 4538,-14-35-5694,-4 2-3744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11002,'0'0'11443,"12"28"-10726,-5-13-615,19 40 300,2-1 1,37 53 0,4-6 78,-3 3 0,-5 2 0,-5 3 1,46 127-1,-70-139-205,-5 1 1,-3 1 0,-5 1 0,7 127-1,-22-154-105,-3-1 0,-3 1 0,-3 0 0,-4-1-1,-3 0 1,-35 118 0,37-158-61,-2-2 1,-1 1-1,-2-1 0,-1-1 0,-1-1 1,-1 0-1,-2-1 0,0-1 1,-38 35-1,-63 38 266,13-12 233,106-86-589,1 0 0,0 0-1,-1 0 1,1 0-1,-1 0 1,1 0-1,-1 0 1,1 0-1,-1 0 1,0-1 0,1 1-1,-1-1 1,0 1-1,1-1 1,-1 0-1,-3 1 1,3-2-220,1 1 0,-1 0 0,1-1 1,-1 1-1,1-1 0,-1 1 0,1-1 0,-1 0 1,1 0-1,0 1 0,-1-1 0,1 0 0,0 0 1,0-1-1,-2-1 0,-1-2-1162,0-1 1,1 1-1,0-1 0,0 0 1,0 0-1,1 0 0,-4-13 1,4-5-5833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1328 1 6737,'0'0'6967,"7"10"-6053,3 26-408,-1 2 0,-1-1 0,3 64 0,-5-43-231,34 557 1362,-34 12-384,-7-574-1172,-2 1 0,-2-1 0,-3 0 0,-1-1 1,-24 70-1,20-82-37,-3-2-1,-1 0 1,-2-1 0,-1-1 0,-2 0 0,-2-2 0,-38 43-1,11-22 7,-2-2 0,-2-2 0,-3-3 0,-127 81 0,139-102-2,-1-2 0,-2-2 0,0-3 0,-1-1 0,0-3 0,-2-2 0,-99 14 0,127-25 149,-4-1 119,1 1 1,-1 2-1,1 0 0,-32 12 1,45-11-108,-23 6 704,36-12-595,-12-5-14381,6-7 9905,-5 0-1654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325 8 4729,'0'0'7896,"0"-1"-7761,0 1 0,0-1 0,0 1 0,-1 0 0,1-1 0,0 1 0,0-1 0,-1 1 0,1 0 0,0-1 0,-1 1 0,1 0 0,0-1 0,-1 1 0,1 0 0,-1 0 0,1-1 0,-1 1 0,1 0 0,0 0 0,-1 0 0,1-1 0,-1 1-1,1 0 1,-1 0 0,1 0 0,-1 0 0,1 0 0,-1 0 0,1 0 0,-1 0 0,1 0 0,-1 0 0,0 1 0,-4 1-60,0 1 1,0 0-1,0 0 1,0 1-1,0 0 0,1-1 1,0 1-1,0 1 1,0-1-1,0 1 1,0 0-1,-4 8 0,-8 8-15,-16 23 74,1 1 0,2 1-1,3 2 1,1 0 0,3 2 0,-27 84-1,45-118-101,0 0 1,0-1-1,2 1 0,0 0 0,0 25 0,2-36-45,0-1 0,0 0 0,1 0 0,-1 0 0,1 1 1,0-1-1,0 0 0,1 0 0,-1 0 0,1 0 1,0 0-1,0-1 0,0 1 0,0 0 0,1-1 0,0 0 1,-1 1-1,1-1 0,0 0 0,0-1 0,1 1 0,-1 0 1,1-1-1,-1 0 0,6 3 0,9 1-25,0 0 0,1-1 0,0-1 0,0-1 0,29 2 0,101-5 48,-69-2 67,208 2 963,-287 0-379,11 0-10552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939 75 6145,'0'0'8948,"0"-6"-7846,0-29 1834,-2 33-2864,-1 0 1,1 1-1,-1-1 0,1 1 1,-1-1-1,0 1 0,0 0 1,0 0-1,0 0 1,0 0-1,0 1 0,0-1 1,-3 1-1,2-1-8,-24-5 13,0 2-1,-1 1 0,1 1 1,-1 1-1,0 1 0,1 2 1,-1 1-1,1 1 0,-1 2 1,1 0-1,1 2 1,0 1-1,0 2 0,0 0 1,-33 21-1,28-11 19,1 1 0,0 1 0,2 2 0,1 1 0,1 1 0,1 2 0,2 0 0,-24 38 0,30-39 5,1 2 0,1 0 0,1 0-1,2 2 1,1 0 0,2 0 0,1 1 0,1 0 0,-4 48 0,8-42-51,3 1-1,3 46 1,-1-73-50,1 0 0,1 0 0,0-1 0,0 1 0,1-1 0,1 0 0,0 0 0,1 0 0,0-1-1,10 15 1,-4-10-21,1-1-1,1 0 1,0-1-1,1 0 0,1-1 1,0-1-1,0-1 1,21 11-1,-10-8-11,0-2-1,1-1 1,1-1-1,52 11 1,6-8-8,2-4 0,148-4 0,-186-5 58,106-3 1994,-157 2-1938,0-1-36,0 2-187,6-26-14088,1 14 5274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620 13 8690,'0'0'8828,"-20"-3"-8221,6 1-487,8 0-89,1 1 0,0 0 0,-1 0 0,1 0 0,0 0 0,-1 1 0,1 0-1,-1 0 1,1 1 0,-1-1 0,1 1 0,-1 0 0,1 1 0,0-1 0,0 1 0,-1 0 0,1 0 0,1 1-1,-1 0 1,0 0 0,1 0 0,-8 6 0,-9 17 56,1 0 0,1 2 0,-18 34 0,29-47-67,-49 94 206,4 3 0,6 2-1,-40 146 1,56-145 92,5 1 1,5 1-1,6 1 0,4 1 1,6 0-1,10 121 0,-2-213-334,2 0-1,0 0 0,2 0 0,1-1 0,1 0 0,1-1 1,1 0-1,1 0 0,2-1 0,0-1 0,1 0 1,2-1-1,0 0 0,1-2 0,2 0 0,0-1 0,0-1 1,2-1-1,0-1 0,45 24 0,-66-39-212,26 10-701,-15-10-7189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1017 9618,'0'0'6172,"3"-36"-5611,-2 6-436,22-229 697,78-373 687,-99 613-1418,-2 16-70,0 0 0,0 0 1,1 1-1,-1-1 0,1 0 1,0 0-1,0 0 0,0 1 1,0-1-1,0 0 0,0 1 0,3-4 1,-4 6-17,0 0 0,0 0 0,0 0 0,0 0-1,0-1 1,0 1 0,1 0 0,-1 0 0,0 0 0,0 0 0,0 0 0,0 0 0,1 0 0,-1 0 0,0-1 0,0 1 0,0 0 0,1 0 0,-1 0 0,0 0 0,0 0 0,0 0 0,0 0-1,1 0 1,-1 0 0,0 0 0,0 0 0,0 0 0,1 0 0,-1 1 0,0-1 0,0 0 0,0 0 0,0 0 0,1 0 0,-1 0 0,0 0 0,0 0 0,0 0 0,0 1 0,1-1 0,-1 0-1,0 0 1,0 0 0,0 0 0,0 0 0,0 1 0,0-1 0,0 0 0,8 15 121,9 34 181,-2 1-1,-2 0 1,7 60 0,10 163 571,-26-222-656,-2-26-112,10 172 897,-8-176-965,0-17-256,1-15-512,38-243-789,-16 70 812,-17 128 513,-7 29 133,2 0 0,2 0 1,13-39-1,-20 65 46,1-1 0,-1 1 1,0 0-1,1 0 0,-1 0 0,1 0 1,-1 0-1,1 0 0,-1 0 0,1 0 1,0 0-1,-1 0 0,1 0 0,0 1 0,0-1 1,0 0-1,0 0 0,-1 1 0,1-1 1,0 1-1,0-1 0,0 1 0,0-1 1,1 1-1,-1-1 0,0 1 0,2 0 1,-2 0 18,1 1 1,0-1 0,-1 1 0,1 0 0,-1 0 0,1 0 0,-1 0-1,0 0 1,1 0 0,-1 0 0,0 1 0,0-1 0,0 0-1,0 1 1,0-1 0,1 2 0,7 13 235,-1 0 1,10 29-1,-15-38-171,19 52 340,-3 2 1,-2 1-1,11 82 1,-21-71-3531,-4 2-3543,-3-54-834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315 316 1792,'0'0'11607,"-6"-31"-10803,-20-97-239,25 123-525,0-1 0,0 0-1,0 1 1,1-1-1,0 0 1,0 0 0,0 0-1,1 1 1,0-1-1,0 0 1,1 1 0,-1-1-1,1 1 1,0 0-1,1-1 1,-1 1 0,1 0-1,0 0 1,0 0-1,1 1 1,-1-1-1,1 1 1,0 0 0,0 0-1,1 0 1,4-3-1,-6 5 1,1 0 0,-1 0-1,1 1 1,0-1-1,0 1 1,-1 0-1,1 0 1,0 0 0,0 0-1,0 1 1,0 0-1,0 0 1,0 0-1,0 0 1,0 0 0,0 1-1,0 0 1,0 0-1,-1 0 1,1 0-1,0 0 1,0 1 0,-1 0-1,1 0 1,-1 0-1,0 0 1,1 0-1,-1 1 1,0-1 0,0 1-1,3 4 1,2 4 107,0 0 1,-2 0-1,1 0 0,-1 1 1,-1 0-1,0 0 1,-1 1-1,0-1 1,-1 1-1,3 19 0,-1 15 365,-1 74-1,-5-92-459,0 0 0,-2-1 0,-1 1 0,-2-1 0,-1 0 0,0 0 0,-3 0 0,0-1 0,-1-1 0,-2 0 0,-1 0-1,-1-2 1,0 0 0,-2 0 0,-1-1 0,-1-2 0,-23 21 0,32-34-121,0 0 0,0-1 1,-1-1-1,1 1 0,-2-2 0,1 0 0,-1 0 1,1-1-1,-1 0 0,0-1 0,-1-1 0,1 0 1,0 0-1,-18-1 0,25-1 26,0 0 1,-1-1-1,1 0 1,0 1-1,-1-2 1,1 1-1,0-1 0,0 0 1,0 0-1,0 0 1,1 0-1,-1-1 1,1 0-1,-1 0 0,1 0 1,0-1-1,0 1 1,0-1-1,1 0 1,-1 0-1,1-1 1,0 1-1,0-1 0,1 1 1,-1-1-1,1 0 1,0 0-1,0 0 1,1 0-1,-1 0 0,1 0 1,0-1-1,0 1 1,1-9-1,-1 11 29,1 1 0,0 0 0,0 0 0,0-1 0,0 1 0,0 0 0,0-1 0,0 1 0,1 0 0,-1 0 0,1-1-1,0 1 1,-1 0 0,1 0 0,0 0 0,0 0 0,1 0 0,-1 0 0,0 0 0,1 0 0,-1 0 0,1 1 0,-1-1 0,1 1 0,0-1 0,0 1 0,0 0 0,0-1-1,0 1 1,0 0 0,0 0 0,0 0 0,0 1 0,4-2 0,7 0 45,-1 1 0,0 0 0,1 1-1,-1 1 1,19 2 0,-22-2 0,49 9 381,-1 2-1,0 2 1,88 36-1,47 13-42,-159-55-545,0-1 1,0-1-1,68 2 0,-95-8 43,0 0 0,1-1 0,-1 0-1,0 0 1,0 0 0,0 0 0,-1-1-1,1 0 1,0 0 0,0-1-1,-1 0 1,0 0 0,1 0 0,-1 0-1,0-1 1,-1 0 0,8-7-1,-2-2-945,0 0-1,-1-1 0,0 0 0,-1 0 0,10-26 1,15-40-8713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16 888,'0'0'16216,"-8"-3"-15047,-22-9-209,30 12-943,0 0 0,0 0-1,0 0 1,-1 0 0,1 0-1,0 0 1,0 0-1,0 0 1,0 0 0,-1 0-1,1 0 1,0 0 0,0 0-1,0 0 1,0 0-1,-1 0 1,1 0 0,0 0-1,0 0 1,0 0 0,0 1-1,-1-1 1,1 0 0,0 0-1,0 0 1,0 0-1,0 0 1,0 0 0,0 1-1,-1-1 1,1 0 0,0 0-1,0 0 1,0 0-1,0 1 1,0-1 0,0 0-1,0 0 1,0 0 0,0 0-1,0 1 1,0-1-1,0 0 1,0 0 0,0 0-1,0 1 1,0-1 0,0 0-1,0 0 1,0 0-1,0 0 1,0 1 0,0-1-1,0 0 1,0 0 0,0 0-1,1 0 1,-1 1 0,0-1-1,0 0 1,0 0-1,0 0 1,0 0 0,1 0-1,5 15 222,46 93 961,29 59-174,83 241 0,-115-250-751,-7 2-1,-8 2 1,-6 1 0,11 280-1,-38 18 213,-1-438-462,-1-1 0,-1 1 1,-5 21-1,5-36-94,0 0 0,0 0 0,-1 0 1,0-1-1,0 1 0,-1-1 0,0 0 0,0 0 1,0 0-1,-11 11 0,9-15-189,1 1 1,-1-1-1,0-1 1,0 1-1,0-1 0,0 0 1,-1-1-1,1 1 1,-1-1-1,1-1 0,0 1 1,-1-1-1,-9-1 1,-22 4-1502,-59 11-4905,57-8 687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3111 1 6993,'0'0'7601,"-9"13"-5349,-72 98-405,-101 104-1,149-181-1747,-1-2-1,-1-1 1,-2-2 0,-1-1 0,-1-2-1,-1-2 1,-44 19 0,39-26 15,0-1 1,-2-3 0,0-1 0,0-3 0,-1-1 0,-60 0 0,-293-17 538,-245-52-109,598 56-508,-1-3-1,1-1 1,1-3-1,0-2 1,1-1-1,0-3 0,1-2 1,1-2-1,2-1 1,0-3-1,-57-45 1,33 15-31,40 31 46,-1 2 0,-1 1-1,-1 2 1,-53-29-1,68 45 197,-1 1-1,1 1 1,-1 0-1,0 1 0,0 0 1,0 1-1,-24 4 0,-9-2 61,38-6-7968,7-6 4166,10-19 768,-3 16-629,2-15-2784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379 0 8242,'0'0'6228,"-20"2"-5509,0-1-541,12-2-125,0 1 1,0 1-1,0-1 0,0 1 1,0 1-1,0-1 0,0 1 1,1 1-1,-1-1 1,1 2-1,0-1 0,-1 1 1,1 0-1,-6 5 0,-5 5 148,0 1 0,1 1 0,0 0-1,1 2 1,1-1 0,1 2-1,1 0 1,1 1 0,0 0 0,1 1-1,1 0 1,2 1 0,0 0-1,1 0 1,1 0 0,1 1 0,1 0-1,1 0 1,0 29 0,3-46-201,1 0 1,0 1 0,0-1-1,0 0 1,1 0-1,0 0 1,0 0 0,1-1-1,-1 1 1,1-1 0,1 1-1,-1-1 1,1 0 0,0 0-1,0 0 1,0-1-1,0 1 1,1-1 0,0 0-1,0-1 1,8 6 0,11 5 52,1-2 1,0 0 0,42 13 0,-35-14 55,1-2 1,1-2-1,0 0 1,0-3-1,66 2 1,-76-7-839,0-1 1,39-8 0,-53 11-4765,-10 1 4662,1 15-4694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1089 4625,'0'0'3515,"8"-26"-3317,54-170 118,-47 145-278,-9 26-4,2 0-1,20-42 1,-11 45-59,-16 21 34,-1 1 1,1 0-1,-1-1 0,1 1 0,-1 0 0,1-1 0,-1 1 0,1 0 0,-1 0 1,1 0-1,-1-1 0,1 1 0,-1 0 0,1 0 0,0 0 0,-1 0 0,1 0 0,-1 0 1,1 0-1,-1 0 0,1 0 0,0 0 0,-1 0 0,1 0 0,-1 1 0,1-1 1,-1 0-1,1 0 0,-1 1 0,1-1 0,-1 0 0,1 1 0,-1-1 0,1 0 0,-1 1 1,1-1-1,-1 1 0,0-1 0,1 0 0,-1 1 0,0-1 0,1 1 0,-1-1 1,0 1-1,0-1 0,0 1 0,1 1 0,6 19 328,0 1 0,-1 0 1,-2 0-1,0 1 0,1 39 0,0-4-72,6 38 15,-2-1 222,37 161 1,-34-235-664,-11-20 146,-1-1-1,0 0 0,1 1 1,-1-1-1,1 0 1,-1 0-1,1 0 1,-1 0-1,0 1 1,1-1-1,-1 0 1,1 0-1,-1 0 1,1 0-1,-1 0 1,1 0-1,-1 0 1,1 0-1,-1 0 1,1 0-1,-1 0 1,0-1-1,1 1 1,-1 0-1,1 0 1,-1 0-1,1-1 1,-1 1-1,0 0 1,1 0-1,-1-1 1,0 1-1,1 0 1,-1-1-1,0 1 0,1 0 1,-1-1-1,0 1 1,0-1-1,1 1 1,-1 0-1,0-1 1,0 1-1,0-1 1,1 1-1,-1-1 1,0 1-1,0 0 1,0-1-1,0 1 1,0-1-1,0 1 1,0-1-1,0 1 1,0-1-1,5-25-19,0-1 1,-2 1-1,-1-1 0,-1 1 0,-3-28 0,1 3 68,3-41-52,-5 0 0,-4 1 0,-22-106 0,11 126 15,8 33 3,-7-44 1,21 159 725,87 394-107,-48-267-510,-34-160-106,0 5 146,27 81-1,-36-128-153,4 5-356,-2-26-519,-2-70 707,-4-1 0,-18-97 0,-68-231 357,16 89-91,67 292-113,3 0-1,0-73 1,19 130 528,37 75 338,-30-54-588,35 53 0,-56-92-280,1 0-1,-1 0 1,0 0 0,1-1 0,-1 1 0,1 0 0,0 0 0,0-1 0,0 1 0,-1-1 0,1 0 0,0 0 0,1 1 0,-1-1 0,0 0 0,0-1 0,0 1 0,1 0 0,-1-1 0,3 1 0,-3-1-15,-1-1 0,1 0 1,-1 1-1,1-1 0,-1 0 1,1 0-1,-1 0 1,1 0-1,-1 0 0,0 0 1,0 0-1,1 0 0,-1-1 1,0 1-1,0 0 1,0-1-1,0 1 0,-1-1 1,1 1-1,0-1 0,-1 1 1,1-1-1,-1 0 0,1 1 1,-1-1-1,0 0 1,1-2-1,4-26 30,-1-1 0,0-48 0,-5 56 28,2 1 1,1-1 0,0 1 0,2-1 0,1 1-1,9-30 1,-13 49-43,1 0-1,-1 0 1,1 0 0,-1 0-1,1 1 1,0-1-1,0 0 1,0 1-1,0-1 1,1 1-1,-1 0 1,1 0 0,4-4-1,-5 5-2,0 1 0,0-1 0,0 0 0,0 1 0,0-1 0,0 1 0,0 0 0,0-1 0,1 1-1,-1 0 1,0 0 0,0 1 0,0-1 0,0 0 0,0 1 0,4 0 0,0 2 28,1 1 1,-1-1-1,0 1 1,0 0-1,0 1 1,0 0-1,-1-1 1,0 2-1,0-1 1,0 1-1,4 6 0,113 176 683,2 1-442,-123-187-246,37 44 6,-35-44-33,0 1 1,0-1-1,0 0 1,0 0 0,0-1-1,0 1 1,0 0-1,1-1 1,-1 0 0,0 0-1,1 0 1,-1 0-1,6 0 1,-7-1-3,-1-1 0,0 1-1,0 0 1,1-1 0,-1 1 0,0 0 0,0-1 0,0 0 0,1 1-1,-1-1 1,0 0 0,0 0 0,0 1 0,0-1 0,0 0 0,-1 0-1,1 0 1,0 0 0,0 0 0,-1 0 0,1 0 0,0-1 0,-1 1-1,1 0 1,-1 0 0,1 0 0,-1-1 0,0 1 0,0 0 0,1-2-1,6-49-213,-6 41 193,11-140-28,13-110 245,-25 260-168,0 1-1,0-1 1,0 0-1,0 1 1,0-1-1,0 0 1,0 1-1,0-1 1,0 1-1,0-1 1,0 0-1,1 1 1,-1-1-1,0 1 1,0-1-1,1 1 1,-1-1-1,0 1 1,1-1-1,-1 1 1,0-1-1,1 1 1,-1-1-1,1 1 1,-1 0-1,1-1 1,-1 1-1,1-1 1,0 1-1,0 1 5,0-1 0,0 1-1,0 0 1,0 0-1,0 0 1,-1 0 0,1 0-1,0 0 1,0 0-1,-1 0 1,1 0 0,-1 1-1,1-1 1,-1 0-1,1 0 1,-1 2 0,51 172 791,-34-109-362,39 102 0,-30-129-377,-26-39-69,0 1 0,1 0-1,-1-1 1,0 1 0,1-1 0,-1 1-1,1 0 1,-1-1 0,1 1 0,-1-1-1,1 0 1,-1 1 0,1-1 0,-1 1-1,1-1 1,0 0 0,-1 1 0,1-1-1,0 0 1,-1 0 0,1 0 0,0 1-1,-1-1 1,1 0 0,0 0 0,0 0 0,-1 0-1,1 0 1,0 0 0,-1 0 0,1 0-1,0-1 1,0 1 0,-1 0 0,1 0-1,0-1 1,-1 1 0,1 0 0,-1-1-1,1 1 1,0 0 0,-1-1 0,1 1-1,-1-1 1,1 1 0,-1-1 0,1 1 0,-1-1-1,0 0 1,1 1 0,-1-1 0,1 1-1,-1-1 1,0 0 0,0 1 0,1-1-1,-1 0 1,0 1 0,0-1 0,0-1-1,9-38-46,-2 0 0,-2-1 0,-1 1-1,-2-1 1,-4-42 0,2 30 25,0 52 34,0 1 0,0-1-1,0 1 1,0 0 0,0-1 0,0 1 0,0 0-1,0-1 1,0 1 0,1-1 0,-1 1 0,0 0-1,0-1 1,0 1 0,1 0 0,-1 0-1,0-1 1,0 1 0,1 0 0,-1 0 0,0-1-1,1 1 1,-1 0 0,0 0 0,1-1 0,-1 1-1,0 0 1,1 0 0,-1 0 0,0 0 0,1 0-1,-1 0 1,0 0 0,1 0 0,-1 0 0,1 0-1,-1 0 1,0 0 0,1 0 0,-1 0-1,1 0 1,-1 0 0,0 0 0,1 0 0,-1 0-1,1 1 1,19 9 15,-5 8 161,-1 1-1,0 0 0,-2 0 0,14 29 0,-7-14-50,32 59-3,-5 1 1,36 105 0,-78-179-76,-4-18-58,0 1-1,1-1 0,-1 0 1,0 0-1,1 0 1,0 0-1,-1 0 1,1 0-1,0 0 1,0 0-1,0-1 0,2 4 1,3-29-1891,-3-2 1750,-1-13 100,3 1 0,0-1 0,3 1 0,16-49 0,-23 84 54,0 1 0,0 0 0,-1 0 0,2 0 0,-1 0 0,0 0 0,0 0 0,1 0 0,-1 0 0,1 0 0,-1 0 0,1 1 0,0-1 0,-1 1 0,1-1 0,0 1 0,0 0 0,0 0 0,0 0 0,1 0 0,-1 0 0,0 0 0,0 0 0,1 1 0,-1-1 0,0 1 0,3-1 0,-2 2 11,1 0 0,-1-1 0,0 1-1,1 0 1,-1 1 0,0-1 0,0 1 0,0-1 0,0 1-1,0 0 1,0 0 0,0 0 0,-1 0 0,1 1 0,-1-1 0,1 1-1,-1 0 1,3 5 0,17 26 333,-1 1 0,-2 1 0,26 69-1,29 124 265,-64-197-509,6 50 151,-14-66-215,0 1 0,2-1-1,0 0 1,7 18 0,-10-31-777,-1-7-500,2-54-102,-1 24 979,-1 0 0,-5-41 1,5 72 332,0-1 1,-1 1-1,0 0 1,1-1 0,-1 1-1,0 0 1,-1 0-1,1 0 1,-1 0 0,1 0-1,-1 0 1,0 0-1,0 1 1,0-1 0,0 1-1,0-1 1,-1 1-1,1 0 1,-1 0 0,0 0-1,0 0 1,-4-2 0,6 4 65,0 0 0,0 0 0,0 1 0,0-1 0,-1 0 0,1 1 0,0-1 0,0 1 0,0-1 0,0 1 0,0 0 0,0-1 0,0 1 0,0 0 0,0 0 0,1-1 0,-1 1 0,0 0 0,0 0 0,1 0 0,-1 0 0,0 0 0,1 0 0,-1 0 0,1 0 0,0 1 0,-1-1 0,1 0 0,0 0 0,-1 0 0,1 0 0,0 1 0,0-1 0,0 1 0,-5 50 515,4-49-525,19 525 2367,2-115-2109,-20-400-350,-1 32-94,1-43 134,0-1-1,0 1 1,-1-1-1,1 0 1,0 1-1,-1-1 1,1 1-1,-1-1 1,1 1-1,-1-1 1,0 0-1,1 1 1,-1-1-1,0 0 1,0 0-1,0 0 1,0 0-1,0 0 1,0 0-1,-1 0 1,1 0-1,-2 1 1,2-1-9,0-1 1,0 0-1,1 0 1,-1 0-1,0 0 1,1 0-1,-1 0 1,0 0-1,0 0 1,1 0 0,-1 0-1,0 0 1,1 0-1,-1-1 1,0 1-1,0 0 1,1-1-1,-1 1 1,1 0-1,-1-1 1,0 1-1,1-1 1,-1 1-1,1-1 1,-1 1-1,1-1 1,-1 1-1,0-2 1,-12-22-524,-2-21-115,-17-78 1,9 31 225,21 83 399,-64-206-1347,53 180 1061,-1 0 0,-2 2 0,-40-63 0,51 89 334,-1 0 0,0 0 0,-1 0 0,1 1 0,-15-10 0,19 14 38,1 1 0,-1 0 0,0-1 0,1 1 0,-1 0 0,0 0 0,0 0 0,0 1 1,0-1-1,0 0 0,0 1 0,0-1 0,0 1 0,0 0 0,0-1 0,0 1 0,0 0 0,0 0 0,0 1 0,0-1 0,-1 0 0,1 1 0,0-1 0,0 1 0,0 0 0,1-1 1,-1 1-1,0 0 0,0 0 0,-2 2 0,-2 6 149,1 0 0,1 0 0,-1 0 1,1 1-1,1 0 0,0 0 0,1 0 1,-1 0-1,0 13 0,1-12-36,-9 66 1751,-4 138 1,14-99-2945,1-141 794,-1-1 1,-2 1-1,-1 0 1,-1 0-1,0 1 0,-2-1 1,-11-24-1,11 34 269,0 0 1,0 1-1,-1 0 1,-1 0-1,-1 1 0,0 0 1,0 1-1,-1 0 1,-1 1-1,0 0 0,0 1 1,-23-15-1,29 22 80,0 0 0,0 0 0,0 0 0,-1 1 0,1 0 0,-1 0 0,0 1 1,-10-2-1,16 3-67,0 0 1,0 1 0,0-1 0,0 0 0,0 1 0,0-1 0,1 1 0,-1-1-1,0 1 1,0-1 0,0 1 0,0 0 0,0-1 0,1 1 0,-1 0 0,0 0 0,1-1-1,-1 1 1,0 0 0,1 0 0,-1 0 0,1 0 0,-1 0 0,1 0 0,0 0-1,-1 0 1,1 0 0,0 0 0,0 0 0,0 0 0,0 0 0,0 0 0,0 2-1,-1 45 220,1-37-200,0 25 57,1 0-1,2 0 0,1 0 1,13 45-1,-14-71-54,1 19 146,-8-33-452,-24-36 98,-1 1-1,-2 2 1,-1 1 0,-2 1-1,-2 2 1,-1 2-1,-1 1 1,-2 2-1,-72-39 1,99 61 178,0 0 0,-1 1 0,0 1 0,0 0 0,0 1-1,-24-3 1,36 6-7,0 0 1,0 0-1,-1 0 0,1 0 0,0 0 0,0 0 0,0 1 0,0-1 0,-1 1 0,1-1 0,0 1 0,0 0 0,0 0 0,0 0 0,0 0 0,0 0 1,1 0-1,-1 0 0,0 1 0,1-1 0,-1 1 0,0-1 0,1 1 0,0 0 0,-1 0 0,1-1 0,0 1 0,0 0 0,0 0 0,0 0 1,0 0-1,0 3 0,-1 6 29,0-1-1,1 1 1,0 0 0,0 0 0,3 14 0,-2-3-7,-1 18 82,0-24 53,0 1 0,2-1-1,-1 1 1,2-1 0,0 0 0,9 30-1,-11-46-180,0 0 0,0 0-1,0 0 1,0 0 0,0 0-1,0 0 1,1 0 0,-1 0-1,0 0 1,0 0 0,0 0-1,0 0 1,0 0 0,0 0-1,0 0 1,1 0 0,-1 0-1,0 0 1,0 0 0,0 0-1,0 0 1,0 0 0,0 0-1,0 0 1,1 0 0,-1 0-1,0 0 1,0 0 0,0 0-1,0 0 1,0 0 0,0 0-1,0 0 1,0 0 0,0 0-1,1 0 1,-1 0 0,0 0-1,0 1 1,0-1 0,0 0-1,0 0 1,0 0-1,0 0 1,0 0 0,0 0-1,0 0 1,0 0 0,0 1-1,0-1 1,0 0 0,0 0-1,0 0 1,0 0 0,0 0-1,0 0 1,0 0 0,0 1-1,0-1 1,0 0 0,0 0-1,0 0 1,2-14-409,-4-26 86,-4 8 250,-1 1-1,-1-1 1,-2 2 0,-1-1 0,-1 1 0,-2 1 0,-1 0 0,-1 1 0,-2 0 0,-1 2 0,-34-39 0,48 59 92,0 0 0,0 1 0,-1-1-1,0 1 1,0 0 0,0 1 0,0-1 0,-1 1-1,1 1 1,-1-1 0,0 1 0,-1 0-1,1 1 1,0-1 0,-1 1 0,1 1 0,-1 0-1,1 0 1,-1 0 0,-14 2 0,19-1 24,0 1 1,0 0-1,0 0 1,0 0-1,0 0 1,0 0-1,1 1 1,-1-1-1,0 1 1,1 0-1,-1 0 1,1 0-1,0 0 1,0 0-1,-1 1 1,1-1-1,1 0 1,-1 1-1,0 0 1,1-1-1,-1 1 1,1 0-1,0 0 1,0 0-1,0 0 1,0 0-1,1 0 1,-1 4-1,-2 14 61,0-1-1,2 0 1,1 28-1,1-24-1,-1-8 1,1 1 0,0-1 0,2 0-1,0 0 1,1 0 0,0-1 0,1 1 0,11 22 0,-13-32-100,0 0-1,0 0 0,1-1 1,-1 0-1,1 1 1,1-1-1,-1-1 0,1 1 1,-1-1-1,1 1 0,0-1 1,1-1-1,-1 1 1,1-1-1,0 0 0,-1 0 1,1-1-1,1 1 1,-1-1-1,0-1 0,0 1 1,1-1-1,-1 0 0,9 0 1,-13-1-34,0 0 1,1-1-1,-1 1 1,0 0-1,0-1 0,1 1 1,-1-1-1,0 0 1,0 0-1,0 0 1,0 0-1,0 0 0,0 0 1,0 0-1,0-1 1,0 1-1,-1-1 1,1 1-1,0-1 0,-1 0 1,0 1-1,1-1 1,-1 0-1,0 0 1,0 0-1,0 0 1,0 0-1,0-1 0,0 1 1,-1 0-1,1-3 1,2-8-80,-2 0 0,1-1 0,-1 1-1,-2-19 1,1 13 51,-1 5 53,0 1-1,-1 0 1,0 1 0,-1-1-1,-1 0 1,1 1-1,-2-1 1,0 1 0,-1 0-1,0 1 1,0-1-1,-1 1 1,-1 1 0,0-1-1,0 1 1,-1 1-1,-1-1 1,1 2 0,-1-1-1,-1 1 1,1 1-1,-2 0 1,-15-8 0,45 15-1234,61 6-86,-35 0-389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1303 280 1568,'0'0'5695,"8"26"-4852,-6-22-801,9 29 391,-1 0 1,-2 1-1,-1 0 0,4 66 0,-9-56 306,0 8-558,-2-53-184,0 1-1,0 0 1,0 0 0,0 0 0,0 0 0,-1 0 0,1 0 0,0 0 0,0-1 0,0 1 0,0 0 0,0 0-1,0 0 1,0 0 0,0 0 0,0 0 0,0 0 0,0 0 0,0 0 0,-1-1 0,1 1 0,0 0 0,0 0-1,0 0 1,0 0 0,0 0 0,0 0 0,0 0 0,-1 0 0,1 0 0,0 0 0,0 0 0,0 0 0,0 0-1,0 0 1,0 0 0,0 0 0,-1 0 0,1 0 0,0 0 0,0 0 0,0 0 0,0 0 0,0 0-1,0 0 1,0 0 0,-1 0 0,1 1 0,0-1 0,0 0 0,0 0 0,0 0 0,0 0 0,0 0 0,0 0-1,0 0 1,-1 1 0,-11-34-290,-11-53 343,3-1 0,-10-103-1,27 132 61,2 46 554,-4 50-31,-9 53-152,-4-1 0,-40 119 0,57-204-443,-1-1 0,0 1 0,0-1 0,0 0 1,-1 0-1,0 0 0,-4 6 0,6-9-55,0 0 0,1-1 0,-1 1 1,1-1-1,-1 1 0,0-1 0,0 1 0,1-1 1,-1 1-1,0-1 0,0 0 0,1 0 0,-1 1 1,0-1-1,0 0 0,0 0 0,0 0 0,1 0 1,-1 0-1,-2 0 0,2 0-40,0-1-1,-1 1 1,1-1 0,0 0-1,0 0 1,0 0 0,0 1-1,0-1 1,0 0 0,0 0-1,0 0 1,0-1 0,0 1-1,0 0 1,1 0 0,-1 0-1,-1-3 1,-14-33-186,2 0 0,-19-76 0,8 22 21,-32-102-429,56 190 697,0 21 41,-1-1-1,0 1 1,-8 27 0,-1 1-96,11-44 9,-8 48 132,-3-1 0,-1 0 0,-27 67-1,38-113-125,0 0 0,0-1 0,-1 1-1,1 0 1,0-1 0,-1 0 0,0 1-1,1-1 1,-1 0 0,0 1 0,0-1-1,0 0 1,-1-1 0,1 1 0,0 0-1,-1-1 1,-3 2 0,5-2-45,-1-1-1,1 0 1,-1 0-1,1 0 1,-1 0 0,1-1-1,-1 1 1,1 0-1,-1-1 1,1 1 0,-1 0-1,1-1 1,0 0-1,-1 1 1,1-1 0,0 0-1,-1 0 1,1 0 0,0 0-1,0 0 1,0 0-1,0 0 1,-1-1 0,-7-11-343,0 1 1,1-1-1,1 0 1,-12-28-1,17 35 371,-69-168-1365,-43-93-196,86 223 1549,27 43 41,1 1-1,-1-1 1,1 0 0,-1 0 0,0 1-1,1-1 1,-1 1 0,0-1 0,0 1-1,1-1 1,-1 1 0,0-1-1,0 1 1,0-1 0,0 1 0,1 0-1,-1 0 1,-2-1 0,3 2 16,-1-1-1,0 1 1,1-1 0,-1 1 0,0-1 0,1 1-1,-1-1 1,1 1 0,-1 0 0,1-1-1,0 1 1,-1 0 0,1 0 0,-1-1 0,1 1-1,0 0 1,0 0 0,-1-1 0,1 1-1,0 0 1,0 0 0,0 0 0,0-1 0,0 1-1,0 0 1,0 1 0,-6 77 475,5-40 13,-3-1-1,-1 1 1,-1-1-1,-21 66 1,26-101-534,0 0 1,0 0 0,0 0 0,-1 0-1,1 0 1,-1 0 0,1 0 0,-1-1-1,0 1 1,0-1 0,-1 1 0,1-1-1,0 0 1,-1 0 0,1 0 0,-1 0-1,0 0 1,0 0 0,0-1 0,0 0-1,0 1 1,0-1 0,0 0 0,0 0-1,0-1 1,0 1 0,-1-1 0,1 0-1,0 1 1,0-1 0,-1-1 0,1 1-1,0 0 1,0-1 0,-1 0 0,1 1-1,0-1 1,-5-3 0,-5-2-241,-1-1 1,1-1-1,1 0 1,-1 0 0,1-1-1,-14-15 1,-32-23-428,22 24-368,-66-33 1,43 33-470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91 7194,'0'0'7953,"-7"0"-6813,-11 0-438,4 0 3012,15-1-3697,-1 0 1,1 0-1,-1 0 1,1 1-1,-1-1 0,1 0 1,-1 0-1,1 0 1,0 1-1,-1-1 0,1 0 1,0 1-1,0-1 1,-1 0-1,1 1 0,0-1 1,0 1-1,0 0 1,0-1-1,0 1 0,0 0 1,2-1-1,59-10-52,0 3 1,1 2-1,107 5 0,-103 1-37,-11 3 22,0 3 0,73 16 0,-69-10 38,100 6 0,40-15 2006,-200-11-7024,0-62-3535,0 35 2321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706 26 4257,'0'0'9026,"1"-1"-8551,-1 1 0,1-1 1,-1 0-1,1 0 0,-1 0 0,1 0 1,-1 0-1,0 0 0,0 0 1,1 0-1,-1 0 0,0 0 0,0-1 1,0 1-1,0-1 0,-10-1-427,1 1 0,0 1 0,0 0 0,-1 0 0,1 1 0,-1 0 0,-10 1 0,-11 0 14,11-2-42,0 1 1,1 1 0,-1 1-1,0 0 1,1 2 0,-1 0 0,1 1-1,0 1 1,1 1 0,-29 14 0,22-5 23,1 0 1,0 2 0,2 1 0,0 0 0,1 2 0,1 0 0,0 2 0,2 0 0,1 1-1,1 0 1,-16 33 0,17-24-28,0 0 0,2 0 0,2 1-1,1 1 1,1 0 0,2 1 0,2-1-1,-2 65 1,8-90-34,-1 1-1,1 0 1,1-1-1,0 1 1,1-1-1,0 0 1,0 1-1,1-1 1,0-1-1,1 1 1,11 17 0,-6-14-2,0 0 1,1-1-1,0-1 1,1 0-1,0 0 1,1-1-1,17 10 1,0-3 7,0-1 0,1-2 1,1-1-1,0-2 0,0-1 1,63 11-1,-65-18 451,1-1 0,31-1-1,-36-1 2388,-12 12-3052,10-6 152,1-1 1,-1-1 0,1-1-1,0-2 1,-1 0 0,31-3-1,-3 1 46,-50 1 1332,-20 0-8344,9 0 328,-3 0-3240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693 1 5697,'0'0'7942,"-17"0"-7362,-55 0-143,64 1-255,1 0-1,0 0 1,0 0-1,-1 1 1,1 0-1,0 0 0,0 1 1,0 0-1,1 0 1,-1 1-1,1 0 0,0 0 1,-6 5-1,-3 4 404,0 1 0,-24 31 0,30-35-544,-27 40 105,2 2 1,3 1-1,2 1 1,-33 87-1,24-44-45,-41 173 0,2 106 313,71-343-358,-9 60 144,5 1 0,3 0 0,8 116 1,0-196-217,0 0 0,2 0 0,-1 0 0,2-1 1,9 27-1,-12-39-3,0 0 1,0 0 0,-1 0-1,1 0 1,0 0 0,0 0-1,0 0 1,0 0-1,0 0 1,0-1 0,1 1-1,-1 0 1,0-1-1,0 1 1,1-1 0,-1 1-1,0-1 1,0 1-1,1-1 1,-1 0 0,0 0-1,1 0 1,-1 0 0,0 0-1,1 0 1,-1 0-1,0 0 1,1 0 0,-1-1-1,0 1 1,2-1-1,48-16-723,-38 12 186,2-1-662,-1 1 1,0-2 0,0 0-1,-1-1 1,1 0-1,16-15 1,-9 8-4451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1034 9914,'0'0'5435,"1"-30"-4809,17-205 613,-5 110-968,6-1-1,5 2 1,49-146-1,-70 260-269,23-55 37,-24 61-48,0 0 0,0 0 0,0 0 0,1 0 0,-1 1 0,1-1-1,0 1 1,0 0 0,0 0 0,0 0 0,1 0 0,6-4 0,-9 8 6,0-1 0,0 0-1,1 0 1,-1 0 0,0 1 0,1-1 0,-1 0 0,0 1-1,0 0 1,0-1 0,0 1 0,1-1 0,-1 1-1,0 0 1,0 0 0,0 0 0,0 0 0,0 0 0,-1 0-1,1 0 1,0 0 0,0 0 0,-1 0 0,1 0 0,-1 0-1,1 0 1,-1 1 0,1 1 0,20 43 295,-19-42-248,25 70 650,30 141 0,-5 81 22,-35-219-669,-14-79-918,3-13 503,4-21 153,21-259 434,-8 53-395,-22 229 141,0 4-19,-1 1-1,1-1 0,1 1 1,0-1-1,0 1 0,1 0 1,-1 0-1,2 0 0,-1 0 1,8-10-1,-11 17 44,1 1 0,-1-1 0,1 1 0,0-1 0,-1 1 0,1 0 0,0-1 0,-1 1 0,1 0 0,0 0 0,-1-1 0,1 1 0,0 0 0,0 0 0,-1 0 0,1 0 0,0 0 0,0 0-1,-1 0 1,1 0 0,0 0 0,0 1 0,-1-1 0,1 0 0,0 0 0,-1 1 0,1-1 0,0 0 0,-1 1 0,1-1 0,-1 0 0,1 1 0,0-1 0,-1 1 0,1-1 0,-1 1 0,1 0 0,-1-1 0,1 1 0,-1-1 0,0 1 0,1 1 0,15 30 56,12 46 557,-4 0 1,17 107-1,7 167 591,-48-350-1617,1 23 1493,-3-15-2954,-22-21-14413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110 109 11899,'0'0'5223,"10"-13"-5539,-5 6 289,-1 0 4,0 0 1,1 1-1,-1 0 1,2 0-1,-1 1 0,0-1 1,1 1-1,0 0 0,0 1 1,1-1-1,-1 1 0,1 1 1,0-1-1,0 1 0,0 0 1,9-2-1,-7 4 15,-1-1 1,1 1-1,0 1 0,0 0 0,0 0 0,8 2 1,-13-1 42,-1 0 1,1 0 0,-1 0-1,1 0 1,-1 1-1,1-1 1,-1 1 0,0 0-1,0 0 1,0 0 0,0 1-1,0-1 1,-1 1-1,1-1 1,-1 1 0,1 0-1,1 4 1,5 8 165,-1 1-1,-1 0 1,0 0-1,-1 1 1,-1 0-1,-1 0 1,0 0 0,-1 1-1,-1-1 1,-1 36-1,-1-32-127,-1 1-1,-1 0 0,-1-1 0,-1 1 1,-1-1-1,-1 0 0,-1 0 0,-14 29 1,18-44-68,0 0 0,0 0 0,0-1 0,-1 1 0,0-1 1,0 0-1,0 0 0,0 0 0,-1-1 0,0 1 1,0-1-1,0 0 0,-1-1 0,1 1 0,-1-1 0,0 0 1,0-1-1,0 1 0,0-1 0,0 0 0,0-1 1,-1 1-1,1-1 0,-1 0 0,-8-1 0,25 0-79,1 1 1,-1 0-1,1 1 0,-1 0 0,1 0 1,-1 1-1,0 1 0,0 0 0,0 0 0,-1 1 1,1 0-1,-1 0 0,-1 1 0,17 14 0,-13-8 141,0 0 1,-1 1-1,0 0 0,-1 1 0,-1 0 0,0 0 0,-1 1 0,-1 0 0,0 1 0,-1 0 1,-1 0-1,0 0 0,-1 0 0,-1 1 0,0 0 0,-2-1 0,0 1 0,0 0 0,-2 0 1,0 0-1,-4 22 0,2-26-35,0-1 0,0 1 1,-1-1-1,0 0 0,-1 0 0,-1 0 1,0 0-1,0-1 0,-2 0 1,1 0-1,-1-1 0,-12 13 1,12-16-105,0-1 0,-1 1 1,0-1-1,0 0 0,0-1 1,-1 0-1,0-1 1,0 0-1,0 0 0,0-1 1,0-1-1,-1 1 1,1-2-1,-1 1 0,0-1 1,-15-1-1,19-1-116,-1 0 0,1 0 0,0 0-1,0-1 1,0 0 0,0 0 0,0-1 0,1 1 0,-1-2-1,1 1 1,-1-1 0,1 0 0,0 0 0,1-1 0,-1 1-1,1-1 1,-8-10 0,-4-6-1191,2-1 0,0-1 0,-16-35 0,-11-35-4533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7842,'0'0'9826,"17"6"-9694,23 10 194,-1 1 0,-1 3 0,-1 1 1,64 48-1,-62-36-110,-2 3 0,-1 0-1,-1 3 1,-2 1 0,-3 1 0,0 2 0,-3 1 0,22 49 0,-7-2 113,-4 2 0,-4 2 0,23 109 0,-34-95 190,18 211 0,-30 110 449,-14-357-686,-3-1 0,-4 0 1,-2-1-1,-27 87 0,37-152-250,1 0 19,-1 0-1,0 1 1,0-1-1,0 0 0,-1 0 1,0 0-1,0-1 0,0 1 1,-8 8-1,7-13-233,0 0 0,0 0 1,-1 0-1,1 0 0,0-1 0,-1 0 0,1 0 0,-1 0 1,1 0-1,-6-2 0,-9 2-1547,-62 0-7829,43 0-503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1387 85 5337,'0'0'5803,"-12"0"-5282,-76 0 1986,-313-12 2474,70-22-3640,267 30-792,-91 5 0,51 1-432,-84-16 695,188 14-807,-14-3-4847,5-4 2831,1 0-1051,-4 0-1839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300 9 3449,'0'0'7065,"4"-9"2375,-12 10-9363,-1 1 0,1 0 1,0 0-1,0 0 0,0 1 0,0 0 1,1 1-1,-1 0 0,1 0 1,0 0-1,0 1 0,-7 7 1,-14 11 55,-34 37 1,27-27 60,25-25-78,0 2-1,1-1 1,0 1 0,0 0-1,-10 17 1,17-22-141,1 1 0,0-1-1,0 0 1,1 0 0,0 0 0,0 1 0,0-1-1,0 0 1,2 6 0,-1 9-40,-1-3 60,0-3-25,0-1 1,1 1-1,4 22 0,-4-30 19,1 0 0,1-1-1,-1 1 1,1-1 0,-1 1 0,2-1-1,-1 0 1,0 0 0,1 0 0,0-1-1,7 7 1,2 1-21,2 0 0,-1-1-1,2-1 1,-1 0 0,1-1 0,1-1 0,0 0 0,0-1-1,0-1 1,1-1 0,34 6 0,8-3 25,1-4 1,78-3-1,-70-1 285,-70 2-856,1 1-1,0-1 1,-1 1 0,0-1 0,1 0-1,-1 1 1,0-1 0,0 0-1,0 1 1,-1-1 0,1 0 0,-2 2-1,-10 13-7264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1527 3881,'0'0'9324,"-2"-17"-8938,2 0-238,1 0 0,1-1 0,0 1 0,1 0 0,1 0 0,1 0 0,0 1 0,1-1 0,1 1 0,1 1 0,0-1 0,1 1 0,20-26 0,137-196 1487,262-287-1,-365 451-1549,4 3-1,3 3 1,79-59-1,-122 106-91,0 2-1,2 1 0,0 1 1,0 2-1,2 0 0,0 2 1,0 2-1,1 1 0,0 1 1,0 2-1,1 1 0,55-1 1,-43 5 52,0 2 0,0 1 0,0 3 0,-1 2 0,0 2 0,0 1 0,70 28 0,2 10 95,-3 5 1,165 105-1,-217-117-78,-3 2-1,-1 3 1,-2 3 0,-3 1-1,86 108 1,-46-27 86,-5 4 0,134 282 0,70 320 516,-269-667-495,-3 1 0,-3 1 0,13 139 1,-16 224 585,-17-349-630,-5 0 1,-2-1-1,-5 0 0,-3-2 0,-4 1 0,-39 90 0,56-159-94,-1-1 0,0 0 0,-1 0 0,-1-1 0,0 0 0,-1-1 0,0 0 0,-1 0 0,0-1 0,-1-1 1,0 0-1,-1 0 0,0-1 0,0-1 0,-1 0 0,0-1 0,-28 10 0,-13 0 89,0-3 0,-1-1 0,-92 7 0,108-16-93,-129 12 107,0-8 0,-190-16 1,297 1-138,1-3 1,0-2-1,1-4 1,0-1-1,1-4 1,2-2-1,-90-49 1,-5-17-1,-194-148 0,233 144 29,5-6 0,4-4-1,5-4 1,-156-221-1,232 294-41,2 0 0,1-1-1,2-1 1,1-1 0,2-1-1,2 0 1,1-1 0,2 0-1,-9-75 1,10-8-77,12-233 0,-1 315 90,8-63-4,45-192 0,-25 152-1,77-355-396,-102 489-330,1-1 0,-1 0 0,2 1 0,-1 1 0,1-1 0,1 1 0,-1 0 0,1 0 0,1 1 0,-1 0 0,1 1 0,1 0 0,-1 0 0,1 1 0,16-7 0,-8 3-740,32-20-4854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1499 5945,'0'0'2740,"28"-59"-1828,1-3-675,170-336 806,-133 278-878,180-313 157,-178 325-458,152-183 0,-194 264-175,-26 27 308,0 0 1,0 1-1,0-1 0,0 0 1,0 0-1,0 1 0,0-1 0,0 0 1,0 0-1,0 1 0,0-1 1,0 0-1,0 0 0,0 1 1,0-1-1,0 0 0,0 0 1,0 0-1,0 1 0,0-1 1,1 0-1,-1 0 0,0 1 0,0-1 1,0 0-1,0 0 0,0 0 1,1 1-1,-1-1 0,0 0 1,0 0-1,0 0 0,1 0 1,-1 0-1,0 1 0,0-1 1,1 0-1,-1 0 0,0 0 1,0 0-1,0 0 0,1 0 0,-1 0 1,0 0-1,0 0 0,1 0 1,-1 0-1,0 0 0,0 0 1,1 0-1,-1 0 0,0 0 1,0 0-1,1 0 0,-1 0 1,0 0-1,0-1 0,1 1 0,-1 0 1,0 0-1,0 0 0,0 0 1,1 0-1,-1-1 0,0 1 1,0 0-1,0 0 0,1-1 1,-4 14 106,1 0 0,-2-1 0,1 0 0,-2 1 1,0-1-1,0-1 0,-1 1 0,0-1 0,-10 13 1,-2 6-23,-655 1229 902,655-1225-932,10-20-36,0 0 0,1 0-1,0 0 1,2 1-1,-1-1 1,2 2-1,0-1 1,1 0 0,-2 20-1,62-70-1621,-9-9 1424,-2-2-1,-2-2 0,67-94 0,104-192 14,-107 161-234,-11 18 133,-14 18 165,7 4 0,108-124 0,-167 227 26,-31 30 73,1 0-1,-1-1 0,1 1 1,-1 0-1,1 0 0,-1-1 1,1 1-1,-1 0 0,1 0 1,-1 0-1,1-1 0,-1 1 1,1 0-1,-1 0 0,1 0 1,0 0-1,-1 0 0,1 0 1,-1 0-1,1 0 0,-1 0 1,1 1-1,-1-1 0,1 0 1,-1 0-1,1 0 0,0 1 1,-1-1-1,0 0 0,1 1 1,-1-1-1,1 0 0,-1 1 1,1-1-1,-1 0 0,0 1 1,1-1-1,-1 1 0,1 0 1,0 7 25,0 1 1,-1-1-1,0 0 1,-1 0-1,1 1 1,-1-1 0,-1 0-1,0 0 1,0 0-1,0 0 1,-1 0 0,-1-1-1,1 1 1,-5 7-1,-2 9 4,-442 908 93,75-178 1067,390-756-1920,13-19 365,54-89 109,-5-3 0,110-222-1,-134 236 90,58-109-100,263-457 683,-396 750 1286,-49 88-1410,-103 174 1,45-95-290,-2 8-23,-144 326 258,268-555-393,16-28-563,33-48-274,82-130 256,145-278-1,-55 86-343,-139 248 870,213-319 282,-270 416 6,-9 11-27,0 1 1,1 0-1,0 0 0,1 1 0,-1 0 1,2 0-1,-1 1 0,16-10 1,-20 18 68,-8 22 127,-8 33-115,-2-1-1,-3 0 1,-2-2-1,-26 54 1,-119 210 374,89-178-430,-427 771-111,188-348 117,202-338 1024,111-223-1110,0 0-1,0 0 1,1 0 0,-1 0-1,0 0 1,1 0 0,-1 0-1,0 0 1,0 0-1,1 0 1,-1 0 0,0 0-1,1 0 1,-1 1 0,0-1-1,0 0 1,1 0-1,-1 0 1,0 0 0,0 1-1,0-1 1,1 0 0,-1 0-1,0 0 1,0 1-1,0-1 1,1 0 0,-1 0-1,0 1 1,0-1 0,0 0-1,0 1 1,0-1 0,0 0-1,0 0 1,0 1-1,0-1 1,0 0 0,0 1-1,0-1 1,0 0 0,0 0-1,0 1 1,0-1-1,0 0 1,0 1 0,0-1-1,0 0 1,0 0 0,0 1-1,0-1 1,-1 0 0,1 0-1,0 1 1,0-1-1,0 0 1,-1 0 0,1 1-1,0-1 1,0 0 0,0 0-1,-1 0 1,1 0-1,0 1 1,0-1 0,-1 0-1,28-25-973,69-112 405,-5-3 0,115-244 0,-134 246 164,1-3 45,242-443 480,-218 422 824,173-220 0,-223 336-1315,-40 59 74,-14 34 164,-14 17 67,-2 0 1,-3-2-1,-65 114 0,80-156 58,-520 893 202,229-409 2274,216-332-1455,142-222-2432,294-440 99,-28-50 267,-159 263 815,-119 202 224,32-57 612,6 4 0,110-132 0,-185 251-501,3-1-52,-9 30 642,-11 28-471,-1-2 0,-3 1-1,-2-1 1,-1-1 0,-30 53-1,-8 24-173,-169 393 90,-126 305 127,342-799-245,-6 9-15,2-1-1,2 2 1,0 0 0,2 0-1,2 0 1,-5 47-1,13-73-362,9-12-132,20-24 347,-1 0 0,-1-2 0,-2-1 0,-1-1 0,-2-1 1,33-65-1,-13 24 113,248-434 238,186-294 566,-407 707-735,-70 97-22,0-1 1,0 0 0,0 0 0,0 0 0,0 1-1,0-1 1,1 1 0,-1-1 0,1 1-1,-1-1 1,1 1 0,-1 0 0,1 0 0,0 0-1,0 0 1,-1 0 0,1 0 0,0 0 0,0 1-1,0-1 1,3 0 0,-3 5 20,-1 0 0,0 0 0,0-1 0,-1 1 1,1 0-1,-1 0 0,0 0 0,0 0 0,0 0 0,-1 0 0,1 0 0,-3 8 1,-10 54 54,-3-1 0,-3 0-1,-2-1 1,-4-1 0,-38 71 0,14-28-54,-525 1066 698,553-1131-664,9-22-58,1 0-1,1 1 0,1 0 1,1 0-1,1 1 0,0 0 1,2 1-1,-6 42 0,23-72-1138,65-89 667,-4-3-1,-5-2 1,67-139 0,-102 181 266,125-238-214,80-139 1520,-228 425-594,-5 17-97,-8 36 155,-21 69-176,-196 456-265,131-360-83,49-110-25,-24 54 131,-72 253 0,136-402-165,0-1 0,0 1 0,0-1-1,1 1 1,-1-1 0,0 0 0,0 1-1,1-1 1,-1 1 0,0-1 0,1 1-1,-1-1 1,0 0 0,1 1 0,-1-1-1,1 0 1,-1 1 0,1-1 0,-1 0-1,1 0 1,-1 1 0,1-1 0,-1 0-1,1 0 1,-1 0 0,1 0-1,-1 0 1,1 0 0,-1 0 0,1 0-1,-1 0 1,1 0 0,-1 0 0,1 0-1,-1 0 1,1 0 0,-1 0 0,1 0-1,-1-1 1,1 1 0,-1 0 0,1 0-1,-1-1 1,1 1 0,-1 0 0,1-1-1,0 0 1,28-10-389,-2-14 194,-1-1 1,-2-2-1,0 0 1,28-46-1,-27 39 173,155-238-340,-114 165 257,5 3 0,143-164 0,-210 266 151,87-80 825,-86 80-814,-1 0 0,1 0 0,0 0 0,0 0 0,0 1 0,0 0-1,1 0 1,-1 0 0,0 0 0,1 1 0,-1 0 0,1 0 0,0 1 0,-1-1 0,1 1 0,-1 1 0,1-1 0,10 3-1,-12-1-15,0 1 0,0 0-1,-1 0 1,1 0 0,-1 1-1,0-1 1,0 1-1,0 0 1,0-1 0,-1 1-1,0 0 1,0 1-1,0-1 1,0 0 0,0 1-1,-1-1 1,0 1-1,0-1 1,0 1 0,-1 0-1,1-1 1,-1 1 0,0 0-1,-1-1 1,-1 10-1,3 1 44,3 101 228,-5 0 1,-5 0-1,-6-1 1,-42 188-1,49-282-233,-4 16 107,0 1-1,3 0 1,-3 68-1,39-153-1707,114-185 1138,211-303 474,-348 525-76,0 0 0,0 1 0,1 0 0,0 0 0,0 0 0,1 1 0,1 1 0,-1-1 0,1 2 0,0-1 0,16-7 0,-24 14 16,0 0-1,-1 0 0,1 0 0,-1 0 1,1 0-1,-1 0 0,1 0 1,-1 1-1,1-1 0,-1 0 1,1 1-1,-1-1 0,1 1 0,-1 0 1,0 0-1,1-1 0,-1 1 1,0 0-1,0 0 0,1 0 1,-1 0-1,0 0 0,0 0 0,0 1 1,0-1-1,-1 0 0,1 0 1,0 1-1,0-1 0,-1 0 1,1 1-1,-1-1 0,1 1 0,-1-1 1,1 1-1,-1-1 0,0 1 1,0-1-1,0 1 0,0 0 1,0-1-1,-1 3 0,4 86 499,-4-71-393,-1 33 49,-2 0 1,-2 0-1,-3 0 0,-23 76 1,-83 193 971,81-236-557,12-15-47,17-45-637,14-33-1265,413-668-1347,-393 631 2542,-22 30 142,1 1 0,0 1 0,1-1 1,1 1-1,0 1 0,1 0 0,0 0 1,1 1-1,0 1 0,21-14 0,-33 24 37,0-1-1,1 1 0,-1 0 1,0 0-1,1 0 0,-1 0 1,0 0-1,1 0 1,-1 0-1,0-1 0,1 1 1,-1 0-1,1 0 1,-1 0-1,0 1 0,1-1 1,-1 0-1,0 0 1,1 0-1,-1 0 0,0 0 1,1 0-1,-1 0 1,0 1-1,1-1 0,-1 0 1,0 0-1,1 1 0,-1-1 1,0 0-1,0 0 1,1 1-1,-1-1 0,0 0 1,0 0-1,1 1 1,-1-1-1,0 0 0,0 1 1,0-1-1,0 1 1,0-1-1,0 0 0,0 1 1,1-1-1,-1 0 1,0 1-1,0-1 0,0 0 1,0 1-1,-1-1 0,1 1 1,0-1-1,0 0 1,0 1-1,0-1 0,0 1 1,3 34 221,-1 0 1,-2 0 0,-2 0-1,0 0 1,-3 0-1,-1 0 1,-1-1-1,-14 38 1,-120 278 856,33-91 562,78-187-1835,30-72 168,0 0 0,0-1 0,0 1 0,0 0 0,0 0 0,0 0 0,0 0 0,-1-1 0,1 1 0,0 0 0,0 0 0,0 0 0,0 0 0,0 0 0,0 0 0,-1-1 0,1 1 0,0 0 0,0 0 0,0 0 0,0 0 0,0 0 0,-1 0 0,1 0 0,0 0 0,0 0 0,0 0 0,0 0 0,-1 0 0,1 0 0,0 0 0,0 0 0,0 0 0,0 0 0,-1 0 0,1 0 0,0 0 0,0 0 0,0 0 0,0 0 0,-1 0 0,1 0 0,0 0 0,0 1 0,0-1 0,0 0 0,0 0 0,-1 0 0,1 0 0,0 0 0,0 0 0,0 0 0,0 1 0,0-1 0,0 0 0,0 0 0,0 0 0,0 0 0,-1 1 0,1-1 0,0 0 0,0 0 0,0 1 0,1-42-2218,10-24-858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269 892 4425,'0'0'7248,"-1"-3"-7135,0 0 0,-1 0-1,1 0 1,1 0 0,-1-1 0,0 1-1,1 0 1,-1-1 0,1 1 0,0-1-1,0 1 1,1-6 0,13-16 362,0 0 0,2 1-1,0 1 1,1 1 0,2 1 0,40-37 0,-42 40-240,55-51 102,3 2 0,3 4 0,2 3 0,4 4-1,137-70 1,-153 94-315,2 2-1,0 4 1,2 2-1,1 4 0,1 3 1,0 3-1,150-8 1,-163 21 41,-1 2 1,0 3 0,0 3 0,96 23 0,-113-17 65,-1 2 0,0 2 1,-1 1-1,-1 2 0,-1 2 1,70 52-1,-56-34-12,-2 2 1,-2 2-1,-2 2 0,-1 2 0,-3 3 1,-2 1-1,-3 2 0,-2 1 0,-2 2 1,-3 2-1,-2 0 0,-3 2 0,-3 1 1,27 113-1,-27-43 140,-5 1-1,-7 1 1,-8 223 0,-5-320-184,-2-1 0,-2 1 0,-1-1-1,-2 0 1,-1 0 0,-2-1 0,-30 62 0,17-50 10,-3-1 0,-2-1 1,-2-2-1,-66 71 0,9-30-8,-4-3 1,-3-4-1,-207 123 0,251-168-95,-1-4 0,-1-1 0,-1-3-1,-1-2 1,-2-3 0,-79 16 0,108-29-15,0-2 1,-1-1 0,1-2-1,0-1 1,-1-1-1,1-1 1,0-2 0,0-1-1,0-1 1,1-1-1,0-2 1,0-1 0,1-1-1,-51-28 1,-44-38 19,4-5 1,-160-143-1,212 162-5,2-3 0,3-3 0,3-3 0,3-2 0,-45-82 0,-195-319 130,277 444-127,2 0-1,1-2 0,1 1 0,2-2 0,2 1 1,1-2-1,-8-59 0,8-7-45,5-135 0,4 149 69,1 54-29,0 1 0,3-1 1,0 1-1,2 0 1,2 0-1,0 0 0,3 1 1,0 1-1,2 0 0,28-48 1,-30 60 6,1 1 1,0 1 0,1 0-1,1 1 1,1 0-1,0 1 1,1 1 0,0 0-1,1 2 1,0 0-1,1 0 1,0 2 0,1 0-1,-1 1 1,2 1-1,-1 1 1,1 0 0,24-3-1,24 3-21,86 2 0,-78-25-489,44 18-629,-94 11 1097,-1-2 1,0 0-1,28-7 0,14 1-628,-20 6-5445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1248 6057,'0'0'3332,"16"-49"-3056,56-161-76,-54 162-135,2 1 0,2 1 0,46-73 1,-26 52 18,-115 183 3077,-196 334-2928,198-314 106,65-121-430,10-13-44,11-16-182,-12 11 253,445-524-304,-35-45-128,-273 373-205,-124 174 608,-15 22 88,0 1-1,1-1 0,-1 1 0,1-1 0,-1 1 0,1-1 0,0 1 0,0 0 0,0 0 1,0 0-1,0 0 0,1 0 0,-1 0 0,1 1 0,-1-1 0,1 1 0,0 0 0,2-2 0,-3 16 137,-9 18 11,-1 0 0,-1-1 0,-1 0 0,-2 0 0,-22 39 0,23-46-108,-572 1265 1211,531-1134-974,81-180-2322,64-100 1755,-6-3-1,133-262 1,-159 276 47,1-2 46,196-342-531,-262 524 176,-17 1 624,-2-1-1,-4 0 0,-3-2 1,-59 94-1,24-40 44,-175 320 1350,-316 432 0,665-1053-3666,388-643 1915,-241 392 208,-192 324 103,-24 39-26,90-121 1,-115 177-75,-7 19 33,-6 5 73,-1 0-1,0 0 1,-1 0-1,0 0 0,0 0 1,0 0-1,-1 0 0,-1 0 1,-2 12-1,-27 89 235,-19 33 51,-103 206-1,-104 131 251,115-220-280,-5 12 842,125-221-1297,22-50 171,0 0 0,0 0 0,0 0 0,0 0 0,1 0-1,-1 0 1,0 0 0,0 0 0,0 0 0,1 0 0,-1 0 0,0 0 0,0 0-1,0 1 1,0-1 0,0 0 0,1 0 0,-1 0 0,0 0 0,0 0-1,0 0 1,0 0 0,0 1 0,0-1 0,0 0 0,1 0 0,-1 0 0,0 0-1,0 1 1,0-1 0,0 0 0,0 0 0,0 0 0,0 0 0,0 1 0,0-1-1,0 0 1,0 0 0,0 0 0,0 0 0,0 1 0,0-1 0,0 0 0,0 0-1,0 0 1,0 0 0,0 1 0,0-1 0,0 0 0,-1 0 0,1 0-1,0 0 1,0 1 0,0-1 0,0 0 0,0 0 0,0 0 0,0 0 0,-1 0-1,27-29-564,-25 27 518,176-253-433,172-335 1,-251 416 239,-5 6-80,-15 26-80,109-151 0,-177 278 337,0 1-1,2 1 1,-1 0 0,17-14 0,-23 26 4,-4 13 50,-3 23 63,-2 1 1,-1-1 0,-2-1-1,-1 1 1,-15 38 0,-78 183 431,65-170-260,-467 903 1555,389-784-1406,407-781-3281,179-302 2730,-466 869 173,1-4-15,1 0-1,0 1 1,1 0-1,0 0 1,0 1-1,2 0 1,-1 1-1,1 0 1,17-11-1,-27 20 16,-1 1 0,0 0 0,1-1 0,-1 1-1,0 0 1,1 0 0,-1-1 0,1 1 0,-1 0 0,0 0-1,1 0 1,-1 0 0,1-1 0,-1 1 0,1 0-1,-1 0 1,0 0 0,1 0 0,-1 0 0,1 0 0,-1 0-1,1 0 1,-1 0 0,1 1 0,-1-1 0,0 0-1,1 0 1,-1 0 0,1 0 0,-1 1 0,0-1 0,1 0-1,-1 0 1,1 1 0,-1-1 0,0 0 0,1 1 0,-1-1-1,0 0 1,0 1 0,1-1 0,-1 0 0,0 1-1,0-1 1,0 1 0,1-1 0,-1 1 0,0-1 0,0 0-1,0 1 1,0-1 0,0 1 0,0-1 0,0 1 0,0-1-1,0 1 1,0-1 0,0 0 0,0 1 0,0-1-1,0 1 1,0-1 0,-1 1 0,1-1 0,0 0 0,0 1-1,-1 0 1,3 32 17,-2 1 1,-2 0-1,-1 0 0,-1-1 0,-18 65 1,-67 170 190,57-182-194,-84 227 981,-14-4 1,-294 506 0,379-718-1009,685-1306-1698,-550 1029 1541,151-281-158,-179 355 365,4 3-1,94-109 1,-153 203-28,65-67 66,-69 73-85,1 0 1,0 0-1,0 0 1,1 0 0,-1 1-1,0 0 1,1 0-1,-1 0 1,1 0 0,0 1-1,0-1 1,-1 1-1,1 1 1,0-1 0,0 1-1,5-1 1,-9 2 15,0-1 0,0 0 0,0 0 0,0 1 0,-1-1 0,1 0 0,0 1 0,0-1 0,-1 0 0,1 1 0,0-1 0,-1 1 0,1 0 1,-1-1-1,1 1 0,0-1 0,-1 1 0,1 0 0,-1 0 0,0-1 0,1 1 0,-1 0 0,0 0 0,1-1 0,-1 1 0,0 0 0,0 0 0,1 0 0,-1-1 0,0 1 0,0 0 1,0 0-1,0 0 0,0 0 0,0 0 0,-1-1 0,1 1 0,0 0 0,0 0 0,-1 1 0,1 33 47,-1 0 0,-2 0 0,-1 0 0,-2 0-1,-1-1 1,-19 54 0,-94 211 319,83-213-253,-223 464 1575,-2 3 1022,225-458-2753,37-95 34,0 0 0,1 0 0,-1 0 0,0 0-1,0 0 1,0 0 0,0 0 0,0-1 0,0 1 0,0 0 0,0 0 0,0 0 0,1 0 0,-1 0 0,0 0-1,0 0 1,0 0 0,0 0 0,0 0 0,0 0 0,0 0 0,1 0 0,-1 0 0,0 0 0,0 0 0,0 0-1,0 0 1,0 0 0,0 0 0,0 0 0,0 0 0,1 0 0,-1 0 0,0 0 0,0 1 0,0-1 0,0 0-1,0 0 1,0 0 0,0 0 0,0 0 0,0 0 0,0 0 0,1 0 0,-1 0 0,0 0 0,0 1 0,15-24-606,95-174-516,87-190 936,262-453-755,-445 818 911,-11 15-2,1 1 0,-1 0-1,1 0 1,0 0 0,1 0 0,-1 1 0,1 0 0,0 0 0,1 0 0,-1 0-1,1 1 1,0 0 0,0 0 0,7-3 0,-13 7 35,1 0 1,-1 0-1,1 0 0,-1 0 0,1 0 1,-1 0-1,1 0 0,0 0 0,-1 0 1,1 0-1,-1 0 0,0 0 1,1 1-1,-1-1 0,1 0 0,-1 0 1,1 1-1,-1-1 0,1 0 1,-1 0-1,0 1 0,1-1 0,-1 0 1,1 1-1,-1-1 0,0 1 1,0-1-1,1 0 0,-1 1 0,0-1 1,0 1-1,1-1 0,-1 1 1,0-1-1,0 1 0,0-1 0,0 1 1,0-1-1,0 1 0,0-1 1,0 1-1,0-1 0,0 1 0,0-1 1,0 1-1,0-1 0,0 1 0,0-1 1,0 1-1,-1-1 0,1 1 1,0-1-1,-1 1 0,3 38 31,-3 0 0,-1 0 0,-2 0 0,-2-1 0,-1 1 0,-15 43 0,-89 237 425,102-295-398,-139 330 1038,-23 59 139,191-460-1892,2 2 0,37-57 0,1-4 589,23-65-133,-51 98-229,3 2 0,3 2 0,78-108 1,-110 218-112,-9 12 631,-1-1 0,-3 1 0,-19 76 0,-62 163 765,-8 41 793,88-298-1453,0-1 14,1 0 0,2 1-1,-1 37 1,42-99-1215,9-39 541,65-129 0,-43 72 292,-8 17-188,-6 6-160,5 2-1,133-169 0,-131 215 224,-59 51 297,0 0 0,0 0 1,0 0-1,0 0 0,0 0 0,0 0 1,0 0-1,1 1 0,-1-1 0,0 1 0,1-1 1,-1 1-1,0-1 0,1 1 0,-1 0 0,1-1 1,-1 1-1,0 0 0,1 0 0,-1 0 0,1 0 1,-1 0-1,1 1 0,-1-1 0,0 0 1,1 1-1,-1-1 0,0 1 0,1-1 0,-1 1 1,0-1-1,0 1 0,1 0 0,-1 0 0,0 0 1,0 0-1,0 0 0,0 0 0,0 0 1,0 0-1,0 0 0,0 0 0,-1 0 0,1 1 1,0-1-1,-1 0 0,1 1 0,-1-1 0,1 0 1,-1 1-1,0-1 0,1 2 0,5 53 234,-2 0 0,-3 0 0,-2 0 0,-11 73 0,5-69 214,-3 1 1,-3-2-1,-2 1 1,-2-2-1,-3 0 0,-3-1 1,-47 86-1,86-222-1979,32-38 1157,6 2 0,106-169-1,-134 241 230,-9 13 101,2 0 1,0 1-1,2 1 1,1 1-1,46-44 1,-66 69 46,0 0 0,0 0 1,1 1-1,-1-1 1,1 0-1,0 1 0,-1 0 1,1-1-1,0 1 0,0 0 1,-1 1-1,1-1 1,0 0-1,4 0 0,-6 2 38,0-1-1,1 0 1,-1 0-1,0 1 0,0-1 1,0 1-1,0-1 1,0 1-1,0-1 0,0 1 1,0 0-1,0 0 1,0-1-1,0 1 0,-1 0 1,1 0-1,0 0 1,0 0-1,-1 0 0,1 0 1,0 0-1,-1 0 1,0 0-1,1 2 1,2 8 245,0 1 1,-1-1 0,-1 1 0,0 0-1,-1 20 1,0-29-268,-1 47 192,-2 0-1,-3 0 1,-1-1 0,-3 1-1,-1-2 1,-3 0-1,-2 0 1,-2-1 0,-2-1-1,-2-1 1,-29 43-1,32-57-297,-17 22-388,0-21-3392,6-12-3023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178 166 6241,'0'0'12914,"1"-5"-9860,5-8-2893,7-1-102,0 2 0,1 0 0,0 0 0,1 1 0,1 1-1,30-15 1,-37 20-68,7-3 33,1 1 0,0 0 0,0 1 1,0 1-1,1 1 0,-1 1 0,31-3 0,131 6 176,-88 2-184,-76-1-3,0 1 0,0 1 0,-1 0 0,1 1-1,-1 0 1,0 1 0,0 1 0,0 0 0,-1 1 0,0 1-1,-1 0 1,17 13 0,1 3 39,-2 1 0,0 2 0,40 49 0,-56-60 43,-1 1-1,-1 0 1,0 0 0,-1 1-1,-1 0 1,-1 1-1,0 0 1,-1 0 0,4 29-1,-3 6 238,-2 0 0,-2 63 0,-4-104-270,0 0 0,-1 0 1,0 0-1,-1 0 0,-1 0 1,0-1-1,0 0 0,-12 20 0,-6 9 173,-32 41 0,26-40-184,13-23-32,0 0-1,0-1 0,-2-1 0,0 0 0,-1-1 0,-1-1 1,0-1-1,-36 20 0,-16 3 63,-96 35 1,113-51-79,26-11-44,-1-1 0,0-2 0,0-1 1,-1-1-1,0-2 0,0-1 1,0-1-1,-30-3 0,54 1 20,-1 0 0,1 0 1,-1-1-1,1 0 0,-1 0 0,1-1 0,0 0 1,0 0-1,0 0 0,1 0 0,-1-1 0,1 0 1,0-1-1,0 1 0,0-1 0,1 0 0,-1 0 1,1 0-1,0 0 0,-5-12 0,-7-11-26,2-1 0,1 0 0,-10-35 0,9 24 81,-52-160-5,57 165-36,2 0-1,2-1 0,-3-67 1,6 41-62,0 35 21,2 0 0,0 0 0,5-30-1,-2 47 38,0 1-1,1 0 0,0 0 0,1 1 1,-1-1-1,8-8 0,10-20 0,-15 24-21,1 0 0,1 1 0,0 0 0,0 0 0,1 1 0,1 1 0,0-1 0,0 2 0,1 0 0,0 0 0,1 1 0,0 0 0,19-7 0,55-49 168,-78 43-6076,3-4-1070,-11 16 1937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134 101 3409,'-2'0'10164,"-11"9"-8959,5 6-1159,-1 1-1,2 0 1,0 0 0,1 0 0,-7 29-1,-13 92-503,23-121 467,-36 250-90,85-461-1339,-9 49 1592,8 1-92,-44 141-80,-1 3 0,1 0-1,-1 0 1,0 0 0,1 0-1,-1-1 1,1 1-1,-1 0 1,1 0 0,-1 0-1,1 0 1,0 0-1,-1 1 1,1-1 0,0 0-1,0 0 1,0 0-1,0 1 1,0-1 0,0 0-1,0 1 1,1-2 0,-1 29 541,0 46-566,-4 0-1,-3 0 1,-23 107 0,20-144-93,4-20-11,1 0 0,1 1 0,-3 29 0,6-114-30,3 0 0,13-71 0,-4 72 171,1-9 111,2 1 0,42-118 0,-50 181 69,-3 18-60,-3 21 126,-1-27-248,-4 143 354,-28 177 1,-49 143-640,44-270-64,37-192 341,-4 21-69,6-29-261,11-53-113,-3 19 391,194-826 32,-201 850 27,-1 5-6,1 0 1,0 0-1,0 0 1,1 0-1,10-19 1,-14 31-3,0 0 1,0 0 0,0-1-1,0 1 1,0 0 0,0 0-1,0 0 1,0 0 0,0 0-1,0 0 1,0 0-1,0-1 1,0 1 0,0 0-1,0 0 1,0 0 0,0 0-1,0 0 1,1 0 0,-1 0-1,0-1 1,0 1 0,0 0-1,0 0 1,0 0-1,0 0 1,0 0 0,0 0-1,0 0 1,1 0 0,-1 0-1,0 0 1,0 0 0,0 0-1,0 0 1,0 0 0,0 0-1,0 0 1,1 0-1,-1 0 1,0 0 0,0 0-1,0 0 1,0 0 0,0 0-1,0 0 1,0 0 0,1 0-1,-1 0 1,0 0-1,0 0 1,0 0 0,0 0-1,0 0 1,0 0 0,0 0-1,0 0 1,1 0 0,-1 0-1,0 0 1,0 1 0,0-1-1,0 0 1,0 0-1,2 17 336,-2 11-165,-20 436 278,-4-262-1602,62-407 267,11-83 1097,-46 256-194,-4 25-12,1 0 0,1 0 0,0 0-1,0 0 1,0 0 0,0 0-1,1 0 1,1 1 0,5-13 0,-7 25 132,-8 611 206,7-616-354,0-1 0,0 1 0,-1-1 0,1 1 0,0-1 0,0 1-1,0-1 1,0 1 0,0 0 0,0-1 0,0 1 0,0-1 0,0 1-1,0-1 1,0 1 0,0 0 0,1-1 0,-1 1 0,0-1 0,0 1-1,1-1 1,-1 1 0,0-1 0,1 1 0,-1-1 0,0 1 0,1-1-1,-1 0 1,0 1 0,1-1 0,-1 0 0,1 1 0,-1-1 0,1 0 0,-1 1-1,1-1 1,-1 0 0,1 0 0,0 0 0,-1 1 0,1-1 0,-1 0-1,1 0 1,-1 0 0,1 0 0,0 0 0,-1 0 0,1 0 0,0 0-1,1-1-33,0 0-1,0-1 1,0 1-1,0 0 1,0-1-1,0 1 1,-1-1-1,1 0 1,-1 1-1,1-1 1,-1 0-1,3-4 1,8-16 9,-1-1 0,-1 0-1,-1 0 1,8-35 0,15-104 195,5-14 331,-25 155-430,-5 21 115,-1 15 231,11 84-307,-3 1 1,0 122-1,-15-213-131,2 32 24,-1-40-9,0 0 1,0 0-1,0 0 1,0 0-1,0 1 1,0-1-1,1 0 1,-1 0-1,0 0 1,1 0-1,-1 1 1,1-1-1,-1 0 1,1 0-1,0 0 1,-1 0-1,1 0 0,0 0 1,0-1-1,-1 1 1,1 0-1,0 0 1,2 1-1,-3-3-20,1 1-1,-1 0 1,1 0-1,-1 0 0,1-1 1,0 1-1,-1 0 1,1-1-1,-1 1 0,1 0 1,-1-1-1,1 1 1,-1-1-1,0 1 0,1-1 1,-1 1-1,1-1 1,-1 1-1,0-1 0,0 1 1,1-1-1,-1 1 1,0-1-1,0 0 0,0 1 1,1-1-1,-1 0 1,7-24-113,-6 20 51,44-289 77,-26 137 595,-18 150-520,-2 6-42,1-1 0,0 1-1,0-1 1,0 1 0,1-1 0,-1 1 0,0-1 0,1 1 0,-1-1 0,0 1 0,1-1 0,0 1-1,-1-1 1,1 1 0,0 0 0,0-1 0,0 1 0,0 0 0,0 0 0,2-2 0,-3 3 3,0 0 0,1 0 0,-1 0 1,0 0-1,1 1 0,-1-1 0,0 0 1,1 0-1,-1 0 0,0 1 0,0-1 1,1 0-1,-1 0 0,0 1 1,0-1-1,0 0 0,1 1 0,-1-1 1,0 0-1,0 1 0,0-1 0,0 0 1,0 1-1,0-1 0,1 0 0,-1 1 1,0-1-1,0 0 0,0 1 0,0-1 1,0 0-1,0 1 0,-1-1 1,1 1-1,0-1 0,20 169 842,19 201-915,-21-199-357,-14-158-53,0-17-177,3-24-167,-7 26 829,11-76-141,-3 0 1,-3-102 0,1-24 583,-6 191-388,0 11-57,0 0 0,-1 1 1,1-1-1,0 0 0,0 0 0,0 0 0,0 1 0,0-1 0,1 0 0,-1 0 1,1 1-1,-1-1 0,1 0 0,-1 0 0,1 1 0,0-1 0,1-2 0,-1 11 284,3 98-65,0-68-250,-2-1-1,-2 1 0,-2-1 0,-1 0 0,-14 68 1,11-85-47,3-7 14,0 0 0,-1 0-1,-1 0 1,0 0 0,0-1 0,-1 0 0,-14 20-1,20-31 50,0 1-1,-1-1 0,1 1 0,0-1 0,-1 1 1,1-1-1,0 1 0,-1-1 0,1 1 0,-1-1 1,1 1-1,0-1 0,-1 0 0,1 1 0,-1-1 1,1 0-1,-1 1 0,1-1 0,-1 0 0,0 0 1,1 0-1,-1 0 0,1 1 0,-1-1 0,1 0 1,-1 0-1,0 0 0,1 0 0,-1 0 0,1 0 0,-1 0 1,0 0-1,1-1 0,-1 1 0,1 0 0,-1 0 1,1 0-1,-1-1 0,1 1 0,-1 0 0,1 0 1,-1-1-1,1 1 0,-1-1 0,1 1 0,-1 0 1,1-1-1,0 1 0,-1-1 0,1 1 0,0-1 1,-1 1-1,1-1 0,0 1 0,0-1 0,-1 1 1,1-1-1,0 0 0,0 1 0,0-1 0,0 1 0,0-2 1,-6-41-252,6 40 234,-3-310-517,7 241 517,3 1 0,22-96 0,-20 135 6,1 1 0,21-44 0,-29 192 1539,-2-95-1399,0 39 160,-12 104-1,5-61-836,7-89-460,-1-58 433,15-264 601,-14 303-33,0-1 0,1 1 0,-1 0 0,1 0 0,-1 0 0,1 0 0,1 0 0,-1 0 0,0 0 0,1 0 0,0 0 0,0 1 0,0-1 0,0 1 0,6-7 0,-7 10 12,-1 0-1,1 0 1,-1 0-1,1 1 0,0-1 1,-1 0-1,1 0 1,-1 0-1,1 0 0,-1 1 1,1-1-1,-1 0 1,1 1-1,-1-1 0,1 0 1,-1 1-1,1-1 1,-1 1-1,1-1 1,-1 0-1,0 1 0,1-1 1,-1 1-1,0 0 1,1-1-1,-1 1 0,0-1 1,0 1-1,1-1 1,-1 1-1,0-1 1,0 1-1,0 0 0,0-1 1,0 1-1,0 0 1,0-1-1,0 1 0,0-1 1,0 2-1,4 28 199,0 44-338,-3 0 0,-3 0 0,-4-1 0,-2 1 0,-4-2 0,-42 140-1,49-197-11,-6 21-119,-2 0 0,-2-1 0,-20 36 0,31-63 186,0 0-1,-1-1 1,0 0-1,0 0 0,-1 0 1,0-1-1,0 0 1,0 0-1,-1 0 1,0-1-1,0 0 1,0 0-1,-1-1 1,1 0-1,-1 0 0,0-1 1,0 0-1,-1-1 1,-13 4-1,18-6 56,0 1 1,0-1-1,0 0 0,0-1 0,1 1 0,-1 0 1,0-1-1,0 0 0,0 0 0,1 0 0,-1-1 1,1 1-1,-1-1 0,1 1 0,-1-1 0,1 0 1,0-1-1,-4-3 0,2 1 9,1 0 0,-1 0 1,1-1-1,1 0 0,-1 0 0,1 0 1,0 0-1,0 0 0,-2-12 0,-2-11 20,2 0 0,1 0 0,-1-56 0,5 75-10,-2-58 14,3-1 0,3 0 0,4 1 0,2 0 0,30-106 0,-27 134 262,-7 33 934,-16 74 425,-112 353-293,27-112-463,82-260-701,8-33-358,0 0 1,2 0-1,0 1 1,-2 21-1,5-498-1321,0 460 1516,1 0-1,-1 0 1,0 0 0,0 0-1,0 0 1,-1 0 0,1 0-1,0-1 1,0 1 0,0 0-1,-1 0 1,1 0 0,-1 0-1,1 0 1,-1 0-1,1 0 1,-1 0 0,1 1-1,-2-3 1,1 3-4,1 0 0,-1 0 0,1 0-1,-1 0 1,0 0 0,1 0 0,-1 0 0,0 0 0,1 0-1,-1 0 1,1 0 0,-1 0 0,0 0 0,1 1 0,-1-1 0,1 0-1,-1 0 1,1 1 0,-1-1 0,1 0 0,-1 1 0,1-1-1,-1 0 1,0 1 0,-29 36-332,4 11-1305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0:24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532 366 1280,'0'0'2486,"0"1"-2935,0 4 306,0-4 138,2 1 8,1 0 1,0 1-1,1-1 1,-1 0-1,0-1 1,0 1 0,1-1-1,-1 1 1,1-1-1,-1 0 1,1 0-1,0-1 1,-1 1 0,1-1-1,0 0 1,-1 0-1,6 0 1,14-1 8136,19-18-7654,171-78 450,230-70 0,-378 151-741,1 3 0,115-8 0,24-4 56,-78 9-73,179-1 0,-279 23-156,0 2 0,-1 0-1,0 2 1,0 1 0,-1 1-1,-1 1 1,44 31 0,-67-43-21,43 30 34,-2 2-1,-1 2 1,-2 1 0,-2 2-1,37 48 1,26 26 28,-90-100-73,-1 0 1,0 0-1,-1 1 1,0 0-1,-1 1 1,0-1-1,-1 1 1,-1 1-1,0-1 1,4 22-1,13 165 105,-20-160-89,1 0 0,2 0 0,2-1 0,17 59 0,-10-49-3,-3 1 0,-1 0 0,-3 0 0,-2 1 0,-3 88 0,6 55 1,-4-159 12,-2 0 0,-1 0-1,-2 0 1,-2 0 0,-6 37-1,4-52 1,-1-1 1,-1 1-1,-1-2 0,0 1 0,-2-1 0,0 0 1,-1-1-1,-1-1 0,-24 30 0,-12 9 23,-100 91 0,122-126-27,-1-1 1,-1-1-1,0-2 0,-1-1 1,-1-1-1,-54 19 0,-6-7 170,-1-4 0,-1-4 0,-166 12 0,-292-18-86,445-13-170,39-5 86,-1-4 0,2-2 0,-1-3 1,2-3-1,-97-39 0,-88-22 263,217 69-298,1-2 0,-1-2 0,2-1 0,0-1 0,1-1 1,0-2-1,2-1 0,0-1 0,1-1 0,1-1 0,-28-33 0,23 22-15,2-2 0,2-2-1,1 0 1,2-1 0,1-2-1,2 0 1,-26-79-1,39 80 1,3 0-1,1 0 0,2 0 0,1 0 0,3 0 0,9-53 0,3 22 24,3 2 0,53-132 0,-17 55-26,124-310 33,-170 440-47,1 1 1,0 0-1,1 1 1,0 0-1,15-14 1,23-31 82,-14 6-7,-11 16-30,1 0 0,2 2 0,45-48 0,-58 75-12,0 0 1,1 0-1,0 1 0,-1 1 0,2 1 0,-1-1 0,0 2 0,1 0 0,0 1 0,0 1 0,0 0 1,-1 1-1,1 0 0,23 4 0,84-7 204,-117 2 24,46 0-785,-50 2 370,0 0-1,1 0 1,-1 0-1,0 0 1,0 1-1,1-1 1,-1 0-1,0 1 1,0-1-1,-1 1 1,1-1-1,0 1 1,0 0-1,-1-1 0,1 1 1,-1 0-1,1-1 1,-1 1-1,0 0 1,0-1-1,0 1 1,0 0-1,0 0 1,0-1-1,-1 4 1,1 23-4208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0:24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444 448 2865,'0'0'3518,"25"-29"-3232,74-88-74,-74 88 367,-25 37-271,-6 19-288,0 0-1,-2 0 0,0 0 0,-2-1 0,-1 0 0,-2-1 1,-27 44-1,-19 43-279,-48 117 0,-66 157-267,147-318 459,4 0-1,2 1 1,-18 120-1,37-188 63,0 1-1,1 0 0,0-1 0,-1 1 0,1 0 0,0 0 0,0-1 0,0 1 0,0 0 1,0 0-1,0-1 0,0 1 0,0 0 0,1 0 0,-1-1 0,1 1 0,0 0 0,-1-1 1,1 1-1,0 0 0,0-1 0,0 1 0,0-1 0,0 0 0,0 1 0,0-1 1,1 0-1,-1 0 0,2 2 0,0-3-22,0 1 1,0-1-1,0 0 1,0 0-1,0-1 1,0 1 0,0-1-1,0 1 1,-1-1-1,1 0 1,0 0-1,0 0 1,-1 0-1,1-1 1,3-2-1,92-72-645,66-105 743,-7-7 0,191-301 0,166-203 1075,-561 781-73,-543 749-2183,105-142 2079,485-696-990,0 0 1,0 0-1,0 0 1,0 0-1,0 0 1,0 0-1,0 0 1,0 0-1,0-1 1,-1 1 0,1 0-1,0 0 1,0 0-1,0 0 1,0 0-1,0 0 1,0 0-1,-1 0 1,1 0-1,0 0 1,0 0 0,0 0-1,0 0 1,0 0-1,0 0 1,-1 0-1,1 0 1,0 0-1,0 0 1,0 0-1,0 0 1,11-30-263,28-47 168,270-415-165,147-212-425,-413 653 664,-43 51 40,0 0 0,0 1 0,0-1 0,0 0 0,0 1 1,0-1-1,1 0 0,-1 0 0,0 1 0,0-1 0,0 0 0,1 1 0,-1-1 0,0 0 0,1 0 0,-1 1 0,0-1 0,0 0 0,1 0 0,-1 0 0,0 0 0,1 1 1,-1-1-1,0 0 0,1 0 0,-1 0 0,0 0 0,1 0 0,-1 0 0,1 0 0,-1 0 0,0 0 0,1 0 0,-1 0 0,0 0 0,1 0 0,-1 0 0,0 0 0,1-1 1,-1 1-1,0 0 0,1 0 0,-1 0 0,0 0 0,1-1 0,-1 1 0,0 0 0,0 0 0,1-1 0,-1 1 0,0 0 0,0 0 0,1-1 0,-1 1 0,0 0 0,0-1 0,0 0 1,-8 31-29,-77 105-111,-106 127 1,93-131 128,74-98 45,-393 501 1415,570-730-2048,140-236 1,-125 175 38,-68 102 300,-65 96 137,-32 52 85,-14 22 21,-287 372 59,76-104 392,-115 118 930,314-386-1327,25-35-346,-1 11 222,14-51 43,3 0 1,2 1-1,2 2 1,4 0-1,1 1 1,48-71-1,2-12-89,-6 1-31,-16 24 13,5 2 1,5 4-1,93-119 1,-142 215 290,-12 23-41,-12 26 75,-28 38-114,-2-1 1,-4-2-1,-3-2 1,-86 103-1,17-20 55,-16 23 47,54-77 336,4 2 1,4 4-1,-59 124 1,167-251-1245,54-66 602,-3-4-1,139-186 1,-21 25 125,-171 208-36,142-143 2,-165 174 33,1 1-1,0 0 0,1 1 0,0 1 0,0 1 0,2 0 0,-1 1 0,1 1 0,34-9 1,-50 16 14,1 0 1,-1 1 0,0-1 0,0 1 0,1 0 0,-1-1 0,0 2 0,1-1-1,-1 0 1,0 1 0,0-1 0,0 1 0,1 0 0,-1 0 0,0 0-1,0 1 1,0-1 0,0 1 0,-1 0 0,1-1 0,0 1 0,-1 0 0,1 1-1,-1-1 1,0 0 0,1 1 0,-1-1 0,0 1 0,-1 0 0,1 0 0,0-1-1,-1 1 1,0 0 0,0 0 0,1 1 0,-2-1 0,1 0 0,0 0-1,0 5 1,2 17 79,-1 0 0,-1 1-1,-1-1 1,-4 35-1,1-5-70,1-12 18,-1 0 0,-2 0 0,-2 0 0,-2-1 0,-24 68 0,-97 192 463,39-101 141,7-15 82,77-150-757,19-45-755,83-122 539,-5-5 0,89-180-1,-97 168 141,215-324 220,-307 509 988,-273 378-945,48-82-84,193-267-24,-28 44 219,-70 147 1,165-271-1505,24-32 1081,180-254-921,347-604 1,-552 863 1060,30-49 56,63-144 1,-140 276 147,-2 0 0,-52 66 0,9-14-156,-927 1399 1376,1020-1530-1987,237-376-269,-118 140 118,182-490 0,-318 742 803,-1-1 0,-1 1 0,-1-2 0,-1 1 0,1-35 0,-9 58 25,1 0 0,-1 0 0,0 0 0,1 1 0,-1 0 0,1 0 0,-1 0 0,1 0 0,0 0 0,0 1 0,0-1 0,0 1 0,1 0 0,-1 0 0,-2 4 0,-123 157 17,-196 331-1,92-127 126,148-247 8,29-44 293,2 2 1,-47 99 0,93-155-229,19-22-175,18-23-176,-1-2 1,-1-1 0,-2-1-1,0-1 1,27-40 0,-17 24 66,831-1083-1162,-811 1050 1037,-23 32 100,-8 13 33,-1-1 0,-2-1 0,-1-1 0,-1-1 0,-2-1 0,17-49 0,-36 85 39,0-1 1,0 1-1,-1-1 1,1 1-1,0-1 1,-1 1-1,1 0 1,-1 0-1,1 0 1,0 0-1,-1 0 0,1 0 1,0 0-1,-1 0 1,1 1-1,-1-1 1,1 1-1,0-1 1,0 1-1,-1-1 1,1 1-1,0-1 1,0 1-1,0 0 0,-1 0 1,1 0-1,0 0 1,0 0-1,0 0 1,1 0-1,-1 0 1,0 0-1,-1 2 1,-76 60 235,3 3 1,3 4-1,-69 85 1,-188 262 299,209-260-404,-156 225 142,256-344-485,30-54-84,0 1 1,1 0-1,1 1 0,0 0 0,1 1 0,21-17 0,25-27 206,59-90 39,116-189 0,3-6-517,-193 289-131,-44 54 634,0-1 0,0 1 0,0-1 0,0 0 0,0 1 0,0-1 0,0 1 0,0-1 0,0 0 0,0 1 0,0-1 0,0 1 0,0-1 0,0 0 0,0 1 0,0-1 0,1 0 0,-1 1 0,0-1 0,0 1 0,0-1 0,1 0 0,-1 1 0,0-1 0,0 0 0,1 0 0,-1 1 0,0-1 0,1 0 0,-1 0 0,0 1 0,1-1 0,-1 0 0,0 0 0,1 0 0,-1 1 0,0-1 0,1 0 0,-1 0 0,1 0 0,-1 0-1,0 0 1,1 0 0,-1 0 0,1 0 0,-1 0 0,0 0 0,1 0 0,-1 0 0,1 0 0,-1 0 0,0-1 0,1 1 0,-1 0 0,0 0 0,1 0 0,-1-1 0,0 1 0,1 0 0,-4 22-3,-2 1 1,-1-1-1,-1 0 1,0 0-1,-2 0 1,0-1-1,-2-1 0,-24 38 1,11-16 16,-307 522 949,-125 229 1105,450-783-1994,0 1 0,1 0 0,0 0 0,1 0 1,0 0-1,1 1 0,0-1 0,0 1 0,2 0 0,-1 20 0,2-32-71,0 0-1,0 1 0,0-1 1,0 0-1,0 1 1,0-1-1,0 0 1,0 1-1,0-1 0,0 0 1,0 1-1,1-1 1,-1 0-1,0 1 0,0-1 1,0 0-1,1 1 1,-1-1-1,0 0 1,0 0-1,1 0 0,-1 1 1,0-1-1,0 0 1,1 0-1,-1 0 1,0 1-1,1-1 0,-1 0 1,0 0-1,1 0 1,-1 0-1,0 0 0,1 0 1,-1 0-1,0 0 1,1 0-1,-1 0 1,0 0-1,1 0 0,-1 0 1,1 0-1,-1 0 1,0 0-1,1 0 1,-1 0-1,0-1 0,0 1 1,1 0-1,-1 0 1,0 0-1,1-1 0,-1 1 1,0 0-1,0 0 1,1-1-1,-1 1 1,0 0-1,0-1 0,23-5-87,-1-2-1,0 0 1,-1-1-1,0-2 1,0 0-1,-1-1 1,-1-1-1,0-1 0,0 0 1,-2-2-1,17-17 1,189-214-404,-203 223 446,95-120-407,-7-5-1,-6-5 1,154-313-1,-232 412 597,-22 48 62,-6 10 37,-44 74 353,30-48-761,-268 424 154,-248 442 1057,532-890-1025,-3 3 15,0 1-1,0 1 0,1-1 1,0 0-1,1 1 1,0 0-1,1 0 1,-1 0-1,2 0 0,-1 21 1,14-36-607,53-52 301,-3-4-1,-3-1 0,94-131 1,130-241 152,-189 282-212,433-758-320,-485 818 1251,-45 88 82,-13 21 78,-99 143 464,105-146-1440,-215 339 317,-268 566 0,472-876-115,10-23-20,0 0 1,2 1-1,0 0 1,1 0-1,1 1 1,1 0-1,-6 45 0,79-110-1913,24-57 1762,-6-5 0,-3-3 0,98-175 0,-108 168 64,401-692-484,-473 807 621,0 0-1,0 1 1,0-1-1,0 1 1,1-1-1,-1 1 1,0-1 0,0 0-1,0 1 1,1-1-1,-1 1 1,0-1-1,1 0 1,-1 1-1,0-1 1,1 0 0,-1 1-1,0-1 1,1 0-1,-1 0 1,0 1-1,1-1 1,-1 0 0,1 0-1,-1 0 1,1 1-1,-1-1 1,1 0-1,-1 0 1,0 0-1,1 0 1,-1 0 0,1 0-1,-1 0 1,1 0-1,-1 0 1,1 0-1,-1 0 1,1 0-1,-1-1 1,0 1 0,1 0-1,-1 0 1,1 0-1,-1-1 1,0 1-1,1 0 1,0-1 0,-9 64 335,-32 59-363,-5-3 1,-6-1 0,-105 179 0,42-83 2,-44 82 30,-135 292 734,285-569-710,1 1 0,1 0 0,1 0 0,1 0 1,0 0-1,1 1 0,1 26 0,2-46-57,0 0 0,1-1 1,-1 1-1,0 0 0,1 0 0,-1 0 0,1 0 1,-1-1-1,1 1 0,0 0 0,-1-1 0,1 1 0,0 0 1,-1-1-1,1 1 0,0-1 0,0 1 0,0-1 0,-1 1 1,1-1-1,0 0 0,0 1 0,0-1 0,0 0 1,0 0-1,0 1 0,0-1 0,0 0 0,0 0 0,0 0 1,0 0-1,-1 0 0,1-1 0,0 1 0,0 0 0,0 0 1,0-1-1,0 1 0,0 0 0,0-1 0,-1 1 0,1-1 1,1 0-1,48-20-409,-23 1 291,0-1 0,-1 0-1,-1-2 1,-2-1 0,37-47-1,104-163 73,-110 153 54,101-168 178,-10-6 0,156-384 0,-264 570 469,-33 70 388,-20 42-302,-243 514-141,105-234-472,100-214-61,34-74-47,1 0-1,2 1 1,2 0 0,1 1-1,2 1 1,1 0 0,2 1-1,-3 39 1,12-77-24,0-1 1,0 1-1,1-1 1,-1 1-1,0-1 1,1 0-1,-1 1 1,0-1-1,1 1 1,-1-1-1,1 0 1,-1 1-1,1-1 1,-1 0-1,1 0 1,-1 1-1,0-1 1,1 0-1,0 0 1,-1 0-1,1 0 1,-1 0-1,1 0 1,-1 1-1,1-1 1,-1 0-1,1 0 1,-1-1-1,1 1 1,-1 0-1,1 0 1,-1 0-1,1 0 1,-1 0-1,1-1 1,-1 1-1,1 0 1,-1 0-1,1-1 1,-1 1-1,1 0 1,-1-1-1,0 1 1,1 0-1,-1-1 1,1 1-1,-1-1 1,1 0-1,31-22-362,11-24 217,-2-1 0,-2-2 0,-3-2-1,48-88 1,109-252-474,-94 187 6,-31 69 694,74-211 0,-201 627 2275,-21-39-2310,33-109-137,6 2 0,5 1-1,-23 178 1,58-309 68,0 1 0,1 0 0,-1 0 0,1-1 0,0 1 0,0 0 1,1 0-1,-1-1 0,1 1 0,0 0 0,1 0 0,-1-1 0,4 9 0,-4-12 14,0-1-1,0 1 0,0-1 1,0 1-1,0-1 0,1 1 1,-1-1-1,0 0 0,0 0 0,0 1 1,0-1-1,0 0 0,0 0 1,1 0-1,-1 0 0,0 0 1,0 0-1,0-1 0,0 1 1,0 0-1,0-1 0,0 1 1,1 0-1,-1-1 0,0 0 1,0 1-1,-1-1 0,1 1 1,0-1-1,0 0 0,0 0 1,0 0-1,1-1 0,12-12-154,0 0 0,-1-1 0,0-1-1,20-33 1,37-86-155,-5-3 0,86-268 0,-128 339 291,22-71 208,-43 130 237,-2 22 404,-5 44-680,-3-2 0,-3 1 0,-2-1 0,-35 95-1,-1 9-33,12-32 28,17-69-16,3 1-1,2 1 1,4 0-1,-7 97 1,18-151-260,7-19-409,104-176 139,-8-4 0,109-288 0,-203 458 463,-4 7 58,0 0 1,1 1-1,1 0 1,1 0 0,0 1-1,13-18 1,-21 58 1335,-12 20-1326,-2-1 1,-2 0-1,-2-1 0,-26 45 1,-25 67-28,14-11 287,-54 220 1,138-460-982,61-140 1,9-21 299,-57 150 91,-30 82 176,-2-1 0,0 0 0,-2-1 1,-1 0-1,0 0 0,4-43 0,-11 153-285,-4-1-1,-22 134 1,-4-61-959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4:31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392 193 416,'0'0'2161,"-199"-134"-2161,109 99-80,-12 12-1777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5:10.1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203 353 4417,'0'0'10137,"-12"-3"-5057,60 4-4503,-1-2 0,0-2 1,1-3-1,-2-1 1,64-18-1,-80 13 59,0-2 0,0-1 0,-2-1 0,40-28 0,124-73 993,-172 106-1511,0 2 0,1 0 1,0 1-1,0 2 0,0 0 0,1 1 0,30-3 0,-20 3-38,13-1 201,-1 3 0,84 4 0,-41 1-88,-59 0-165,0 1 0,0 1 0,33 10 0,-34-8 18,-5 0-15,-2 1 0,1 0 0,-1 2 0,0 0 0,26 17 0,-2 3 141,45 39 0,1 12 148,-75-65-267,-13-13-43,-1 0 0,1 0 0,0 0 0,0 0 0,0 0 0,0 0 0,0-1 1,0 1-1,0-1 0,4 2 0,2 2 44,0 1 0,-1 0 1,0 0-1,0 1 0,10 12 0,11 10 14,-12-12-7,-1 1 0,0 0 0,-2 1 0,0 1 0,-1 0 0,17 40 0,18 30 50,-30-58-30,-2 0 0,-1 1 0,-1 0-1,-2 1 1,11 53 0,-10-35 100,-7-32-174,0 0 1,-2 1-1,3 38 1,0 141-8,-6-194 0,1 25 0,-2 1 0,-1-1 0,-1 1 0,-10 41 0,1-19 0,9-38 0,0 0 0,-2 0 0,1-1 0,-2 1 0,-7 14 0,-17 35 0,22-48 0,-1-1 0,0 0 0,-2-1 0,1 0 0,-2-1 0,0 0 0,-1 0 0,0-1 0,-1-1 0,0-1 0,-1 0 0,0 0 0,-24 11 0,-379 185 0,324-161 0,-100 56 0,180-95 0,1-1 0,-1-1 0,1 0 0,-2 0 0,1-2 0,0 0 0,-28 3 0,-110-2 0,114-4 0,11 0 0,-1-1 0,0-1 0,1-1 0,0-2 0,-27-7 0,17 2 0,1-2 0,0-2 0,1-1 0,0-2 0,2-1 0,0-1 0,1-2 0,-30-26 0,-92-92 0,143 129 0,-10-8 0,1 0 0,1-1 0,0-1 0,2-1 0,0-1 0,-14-25 0,-30-54 0,42 73 0,2 0 0,1-1 0,-20-51 0,-20-90 0,41 77 0,4 13 0,6 49 0,1-1 0,2 0 0,4-61 0,0 21 0,0 52 0,1 0 0,1-1 0,0 1 0,1 0 0,2 1 0,9-24 0,-5 17 0,-2-1 0,8-40 0,-11 40 0,1 0 0,19-49 0,-9 41 0,1 0 0,41-55 0,-55 85-7,1 1 0,-1 0 0,1 0 0,0 0 0,9-5 0,-11 7-1,1 0-1,-1 0 1,1 0-1,-1-1 1,0 0-1,0 0 1,0 0-1,0 0 1,4-5-1,-7 7 6,1 0 0,-1 0 0,1 0 0,-1 1 0,1-1-1,0 0 1,-1 0 0,1 1 0,0-1 0,0 1 0,-1-1 0,1 0-1,0 1 1,0 0 0,0-1 0,0 1 0,0-1 0,-1 1 0,1 0-1,0 0 1,0 0 0,0-1 0,0 1 0,0 0 0,0 0 0,0 0-1,1 1 1,-1-1-43,11-9-1046,-7 8-1287,-9 9 1422,-4 5 695,0 1 0,1 0 0,1 1 0,0 0 0,-4 16 0,-15 37-396,-137 290 142,156-345 517,-6 18 6,12-30-31,0-7-659,2-7 675,1 0 0,0 0 0,1 0 0,0 0 0,1 0 0,0 1 0,1 0-1,1 0 1,9-13 0,12-26 49,9-25-35,99-184-463,-130 247 443,3-5 46,-5 19-2,-3 10 4,-3-1-40,1 0 0,-1-1 0,-1 1 0,0-1 0,0 0 1,-1 0-1,0 0 0,-1 0 0,-8 11 0,-6 15 21,-52 108 106,-74 142 319,465-812-1072,-310 512 590,-7 9 11,0 1 0,1-1 0,-1 1 0,1 0 0,1 0 1,-1 0-1,1 1 0,5-5 0,-10 9 30,0 0-1,1-1 1,-1 1 0,0 0 0,0 0-1,1 0 1,-1 0 0,0 0-1,0 0 1,0 0 0,1 0-1,-1 0 1,0 0 0,0 0 0,1 0-1,-1 0 1,0 1 0,0-1-1,0 0 1,1 0 0,-1 0 0,0 0-1,0 0 1,0 0 0,0 0-1,1 1 1,-1-1 0,0 0-1,0 0 1,0 0 0,0 0 0,1 1-1,-1-1 1,0 0 0,0 0-1,0 0 1,0 1 0,0-1-1,0 0 1,0 0 0,0 0 0,0 1-1,0-1 1,0 0 0,0 0-1,0 0 1,0 1 0,0-1-1,0 0 1,0 0 0,0 1 0,0-1-1,0 0 1,0 0 0,0 0-1,0 1 1,0-1 0,0 0-1,-1 0 1,1 0 0,0 1 0,0-1-1,0 0 1,0 0 0,0 0-1,-1 0 1,1 0 0,0 1-1,-1 0-5,-17 49 64,-3 0 1,-33 57-1,20-40-17,-251 544 124,272-581-260,13-25-83,2-7-48,22-40-568,-5 10 1002,179-354 179,-9 15-1413,-175 352 776,-13 18 222,-1 5-67,-3 14 78,0-1 1,0 0-1,-2 0 1,0-1 0,-1 1-1,-1-1 1,0 0-1,-14 22 1,-9 22 76,-173 405 703,189-428-747,21-46-503,29-57 63,-34 62 516,315-658 13,-308 640-149,-7 16 37,0 0 0,1 0-1,-1 0 1,1 1 0,1-1 0,-1 1 0,1 0 0,4-5-1,-11 40-151,-6-6 175,-2-1 0,-16 28 0,4-7 40,-111 209 107,-78 155 420,184-339-443,27-66-427,23-25-429,35-50 854,-4-2 1,70-131-1,-71 116-177,6-10-65,178-282-409,-208 337 471,-20 29 1,1 0 1,1 1-1,0 1 1,0 0-1,22-20 1,-28 31-6,-6 8 61,0-3-11,-155 278 488,41-80-315,56-92-84,-154 305 319,213-411-408,-15 29 128,2 2 0,1 0 0,-13 55 0,28-83-1072,7-12 678,16-22 151,28-44 223,56-104 0,36-96 166,-75 139-252,30-60-4,103-185 20,-190 361 62,-18 35-79,-238 444 481,153-305-390,-23 40 22,-67 123 678,163-289-481,8-16-421,27-39-414,254-379 701,126-171-175,-378 548-86,-9 10 12,1 0 1,0 1-1,1 0 1,1 1-1,0 0 0,17-12 1,-28 26 14,-6 10 6,-6 18 49,-3 0 1,0 0-1,-1-1 0,-27 39 0,19-31 17,-660 1011 1573,675-1037-1525,1-5-29,2 1 1,-1 0-1,0 1 1,1-1-1,0 0 0,0 1 1,1 0-1,-1 0 1,1 0-1,1 0 1,-3 8-1,33-41-857,533-680 786,-203 235-277,-318 417 179,-28 36 53,1 1 0,31-32 1,-48 65 184,-16 20-68,-47 65-1,41-65-38,-515 764 599,399-586-190,122-186-310,13-20-92,0 0 0,0 1 0,1 0 0,1 0 0,-1 0 0,1 1 0,1-1 0,-1 1 0,1 0 0,-2 11 1,11-23-424,18-20 212,0-1-1,25-33 0,-29 32 162,501-673 196,-287 371-200,-55 62-351,-209 327 589,-241 325 171,143-213-236,25-31 61,-333 492 1245,426-609-1289,10-26-173,0 0 1,1 0-1,-1 1 0,0-1 1,0 0-1,0 0 0,1 0 0,-1 1 1,0-1-1,1 0 0,-1 0 1,0 0-1,1 0 0,-1 1 0,0-1 1,1 0-1,-1 0 0,0 0 1,0 0-1,1 0 0,-1 0 0,0 0 1,1 0-1,-1 0 0,1 0 1,-1 0-1,0 0 0,0 0 0,1-1 1,-1 1-1,0 0 0,1 0 1,-1 0-1,0 0 0,1 0 1,-1-1-1,1 1 0,40-27-399,13-23 441,-2-1 0,69-91 0,75-132-19,-91 124-134,105-138-376,-203 280 408,-6 11 72,-8 17 22,-18 21-6,-53 70 0,20-32 16,-112 162 86,-371 505 489,521-722-453,17-20-82,-1 0-1,1 0 1,0 0-1,0 0 1,1 0-1,-1 0 1,1 1-1,0-1 0,-2 7 1,38-44-585,433-571 448,-366 466 82,154-210-34,-159 215-71,-156 201 945,-206 240-303,1 44 6,183-237-440,77-101-214,11-14-206,22-23-70,129-154 255,-122 135 141,7-9-4,537-710-440,-537 705-70,-87 148 370,-284 409 378,16-29 591,306-461-767,3-5-44,0 0-1,0 1 1,0-1 0,1 1-1,-1 0 1,2 0 0,-1 1-1,1-1 1,0 0 0,-1 12-1,8-12-508,10-13 202,7-10 260,-1-1-1,-1-1 1,0 0 0,28-36-1,70-100 103,-90 117-95,108-163-11,31-42-107,-154 228 85,-10 13 37,-7 16 14,3-13-7,-14 33-12,-2-1 1,-36 53-1,24-41 28,6-9 12,-393 595 265,324-496-131,92-133-912,8-10 480,18-20-8,397-544-80,-401 539 336,269-408-851,-333 521 792,-250 352 149,-26-17 111,93-138 172,152-186 405,70-83-663,4-7-116,5-6-188,21-21-29,-1-1-1,42-56 0,-28 31 196,796-1086-224,-783 1064 280,-107 166 168,-476 671 106,321-469 371,188-255-870,37-52 134,0-1-1,-1-1 1,-1 0 0,0-2 0,14-19-1,4-4 66,592-826 102,-532 740-474,-84 117 96,-15 30 0,-46 89 243,-119 181 0,120-209 79,-115 177 142,-77 128 591,235-374-685,1 0 1,1 1-1,0 0 1,1 0-1,-4 19 1,10-33-90,0-1 0,0 1 1,0-1-1,0 0 0,0 1 0,0-1 1,0 1-1,1-1 0,-1 0 0,0 1 1,0-1-1,0 0 0,1 1 0,-1-1 1,0 0-1,1 1 0,-1-1 0,0 0 1,1 0-1,-1 1 0,0-1 0,1 0 1,-1 0-1,0 1 0,1-1 0,-1 0 1,1 0-1,-1 0 0,0 0 0,1 0 1,-1 0-1,1 0 0,-1 0 0,1 0 1,-1 0-1,0 0 0,1 0 1,-1 0-1,1 0 0,-1 0 0,1 0 1,-1 0-1,0-1 0,1 1 0,-1 0 1,1-1-1,25-6-252,-7-6 227,-1 0 1,-1-2 0,0 0-1,-1 0 1,24-32 0,-28 33 40,61-73-29,-4-4 0,-4-3 0,-4-2 0,52-114 0,-106 198-44,-7 18 33,-10 24-16,-34 53 98,-4-1 1,-66 87-1,44-69 60,12-15 30,-131 205 482,176-262-806,15-28 143,0-1 0,0 1 0,0-1 0,0 1 0,0-1 0,0 0 1,0 0-1,0 0 0,0 0 0,-1-1 0,1 1 0,-1 0 0,1-1 0,-1 1 1,1-1-1,1-2 0,41-37 16,-2-1 1,39-51 0,69-106 161,-107 140-108,279-404-10,-240 355-92,-98 168-241,-30 27 367,-65 90 1,77-125-7,-411 578 1374,444-628-1401,-3 3 21,-1 1 0,1 0 0,0 0 1,0 0-1,1 0 0,-4 8 0,35-31-1086,39-52 944,-4-3-1,101-149 0,-136 181 95,144-219 29,41-57 45,-198 300-121,-12 26-115,-17 36 103,-26 40 266,-55 87 0,-34 68 213,128-238-717,18-31-871,331-491 931,-341 508 130,1 1 1,0-1 0,19-16-1,-25 26 50,3-2-223,-3 14-149,-3 3 479,-1 1 0,0-1 1,-1 0-1,-1 0 0,0 0 1,-10 23-1,-48 88 380,32-68-278,-166 323 1255,194-378-1414,1 1 0,0-1-1,0 1 1,0 0-1,0 0 1,0-1 0,1 1-1,-1 0 1,1 0-1,-1 6 1,13-12-1548,3-6 1492,-1 0 0,-1-2 1,1 1-1,-2-2 0,1 0 0,-2 0 0,0-1 1,15-22-1,71-126 281,-86 140-234,24-48 72,-4-1 1,-2-2-1,-4-1 0,-3-1 0,24-148 1,-43 201-16,0-1 0,-2 0 1,0 0-1,-2 0 0,0 0 1,-5-23-1,3 31 11,0 1-1,-1 0 0,-1 0 1,0 1-1,-1-1 0,0 1 1,-1 0-1,0 1 1,-1 0-1,-18-20 0,-119-111 423,110 121-273,32 20-169,-19 2 33,18 2-46,-1-1-1,1 1 0,-1 0 0,1 0 0,0 0 1,1 1-1,-1-1 0,0 1 0,1 0 0,0 0 0,-4 6 1,-29 57 48,25-39-70,2 0 0,1 1 0,1 0 0,2 1 0,-2 40 0,4-12-80,9 105 0,1-122-7,2-1 1,2 0 0,1 0 0,3-1-1,27 53 1,-7-11-161,-31-71 136,1 0 0,0 0-1,1 0 1,-1-1 0,2 0 0,-1 0-1,2-1 1,9 10 0,-15-17 77,0 1 0,0 0 0,0-1 0,0 1 0,1-1 0,-1 0 0,1 0 0,-1 0 0,1 0 0,-1 0 0,1 0 0,0-1 0,-1 0 0,1 1 0,0-1 0,3 0 0,-3-1 12,0 0 1,0 1-1,0-2 1,0 1-1,0 0 1,0-1-1,0 1 1,0-1-1,-1 0 1,1 0-1,0 0 1,-1 0-1,0 0 1,1-1-1,-1 1 1,3-6-1,6-7 37,-2-1 0,0 1-1,-1-2 1,0 1-1,-1-1 1,-1 0 0,-1-1-1,6-31 1,-4 0 105,-3 0-1,-1-56 1,-4 79-62,-1 0 1,-1 0-1,-2 0 0,0 1 1,-2-1-1,0 1 1,-2 1-1,-24-48 0,25 56 13,-1 1-1,-1-1 1,0 2-1,-1-1 1,-1 1-1,0 1 1,-1 0-1,0 1 1,-1 0-1,-1 1 0,0 1 1,0 0-1,-32-14 1,39 21-28,0 0 0,0 1 1,0 0-1,-1 0 0,1 1 0,-1 0 1,1 0-1,-1 1 0,1 0 0,-1 1 1,1 0-1,-1 0 0,1 1 1,-1 0-1,1 1 0,0-1 0,0 2 1,0-1-1,1 1 0,-9 5 0,-6 6-1,1 1 0,1 1 0,0 1 0,1 1 0,-22 28 0,-3 7 77,3 2 0,2 1 1,-53 106-1,72-120-53,1 2 0,2-1 0,2 2 0,3 0 0,1 1 1,-6 59-1,16-88-122,0 0 0,2 0 0,0 0 0,1 0 1,0 0-1,2 0 0,0-1 0,1 1 0,1-1 1,0 0-1,1-1 0,1 0 0,1 0 0,20 28 1,-22-34 17,1-1 0,0 0 0,1-1-1,0 0 1,0 0 0,1-1 0,0 0 0,0 0 0,1-1 0,-1-1 0,1 0 0,0 0 0,1-1 0,-1 0 0,1-1 0,0-1 0,0 0 0,0 0 0,0-1 0,0-1 0,0 0 0,18-2 0,-19 0 22,0-1-1,-1 0 1,1-1 0,-1 0 0,0 0 0,0-1 0,0-1 0,-1 1-1,1-2 1,-1 1 0,-1-1 0,1 0 0,-1-1 0,-1 0 0,1 0-1,10-18 1,6-10 1,-2-2 1,32-74-1,-52 109 31,23-56 2,-2-2-1,-3-1 1,-3 0-1,-2-1 1,-3-1 0,-3 0-1,-3 0 1,-3-1-1,-2 0 1,-9-72-1,4 116 29,0 0 0,-1 1 0,-1 0 0,-1 0 0,-1 1 0,0 0 0,-2 0 0,0 1-1,-1 0 1,-1 0 0,-1 2 0,-17-20 0,24 29 4,-1 1 0,1 0 0,-1 0-1,0 1 1,-1 0 0,1 0 0,-1 0 0,0 1 0,0 0-1,0 1 1,-1 0 0,1 0 0,-1 1 0,0 0-1,0 0 1,0 1 0,0 0 0,1 1 0,-1 0 0,0 1-1,0-1 1,0 2 0,0-1 0,0 1 0,0 0 0,1 1-1,-1 0 1,1 1 0,0-1 0,0 2 0,-12 7 0,1 2 15,0 0 0,1 1 0,1 1 0,1 1 1,-22 28-1,-69 110 223,65-80-111,2 2-1,4 1 1,3 2-1,-40 154 0,49-132-77,6 1 0,4 1-1,-2 174 1,16-248-74,-1-5-18,2 0-1,6 43 1,-6-60-8,1 0 0,1 1 1,0-1-1,0 0 0,0-1 0,1 1 1,0 0-1,1-1 0,-1 0 0,2 0 1,10 12-1,-3-7-53,0-1 0,0 0 0,1-1 1,1 0-1,0-1 0,0-1 0,1 0 0,-1-1 0,2-1 1,-1 0-1,1-1 0,0-1 0,23 2 0,-26-4 34,0-1 0,0-1 0,0-1-1,0 0 1,0 0 0,0-1 0,-1-1 0,1-1 0,-1 0-1,1 0 1,-1-1 0,-1-1 0,1-1 0,-1 1-1,0-2 1,22-17 0,-11 3 44,0-2 0,-1-1 0,-1-1 0,-1 0 0,-2-2 0,-1 0 0,-1-1 0,15-36 0,-2-10 51,-2-2-1,19-92 0,-32 111-41,-2-2 1,-2 0 0,-3 0 0,-3-1-1,-2 1 1,-8-71 0,4 117 1,-2 0 1,0 0-1,0 0 1,-2 1-1,1 0 1,-2 0-1,0 0 1,0 1-1,-1 0 1,-1 0-1,0 1 1,0 0 0,-1 0-1,-1 1 1,-17-13-1,9 8 76,-1 1 0,0 1 0,-1 1-1,-1 1 1,0 1 0,-1 0 0,1 2 0,-30-7-1,30 11-40,1 0 1,-1 2-1,1 0 0,-1 2 0,0 0 0,1 1 0,-1 1 0,1 1 0,-1 2 0,1 0 0,0 0 0,1 2 0,0 1 0,0 1 0,0 0 0,1 1 0,-18 14 0,-4 9 47,1 1 0,2 3 0,2 1 0,1 1 0,2 3 0,2 0-1,2 2 1,2 1 0,-23 52 0,35-66-62,1 1 0,2 0 0,2 0-1,1 2 1,1-1 0,-5 48 0,13-63-62,0 1 0,1 0-1,1-1 1,0 1 0,2-1 0,0 0 0,1 0 0,1 0-1,0 0 1,1-1 0,1 0 0,1-1 0,1 0 0,19 26-1,-6-13-47,1-1-1,2-1 1,1-2-1,0 0 0,2-2 1,41 26-1,-35-27-34,2-2 0,0-1-1,77 26 1,-87-37 8,0-1-1,1-1 1,0-1-1,0-2 1,0 0 0,49-4-1,-66 1 76,-1-1 0,0-1 0,1 0 0,-1-1 1,0 0-1,-1 0 0,1-1 0,0 0 0,-1 0 0,0-1 0,0-1 0,0 0 0,12-11 0,-7 3 22,-1 0 0,0-2-1,-1 1 1,-1-2-1,-1 0 1,14-29 0,1-8 45,-3-1 0,-2-1 0,-3-1 0,-3 0 0,9-67 0,-12 40-5,-5 1 0,-3-1-1,-8-90 1,1 126-11,-3 1-1,-1 0 1,-3 1-1,-20-57 1,21 76-19,-2-1 0,-1 1 1,-1 1-1,0 0 0,-3 2 1,0-1-1,-38-40 0,44 54 31,-1 1 0,0 0-1,-1 1 1,0 0-1,-1 1 1,0 1 0,0 0-1,0 1 1,-28-8-1,29 11-1,1 0-1,0 1 0,0 0 1,-1 1-1,1 1 0,-1 0 1,1 0-1,-1 2 1,1-1-1,0 1 0,0 1 1,0 0-1,-12 6 0,8-2-24,0 2 0,1 0 0,0 1-1,0 1 1,1 0 0,1 1 0,-1 0-1,-11 17 1,-10 12 59,-47 78 0,30-33-7,4 3 0,4 1 0,3 3-1,5 1 1,4 1 0,4 2 0,5 1 0,-14 121 0,33-184-61,1 1 1,2 0-1,2 0 0,5 41 1,-4-67-28,1-1 1,0 0-1,1 0 0,0 0 1,0-1-1,1 1 0,0-1 1,0 0-1,1 0 0,0-1 1,0 0-1,1 0 0,0 0 1,0-1-1,1 0 0,14 9 1,-2-2-57,2-2 0,0 0 0,0-1 1,0-1-1,33 8 0,-24-10 40,0-1 1,0-1-1,0-2 0,1-1 1,-1-2-1,1-1 1,-1-1-1,0-2 0,0-1 1,0-1-1,0-2 1,-1-1-1,-1-1 0,36-17 1,-27 7-11,-1-1 1,-1-2 0,-1-1 0,-1-2 0,-1-1 0,-1-2 0,-2-1-1,-1-2 1,-1 0 0,23-38 0,-6 3-83,-4-1 1,-2-3-1,55-144 1,-76 163 112,-3-1 0,-1-1 0,-3 0 0,-3-1 1,-1 0-1,-2-83 0,-7 123 43,0-1-1,-1 1 1,0-1 0,-1 1-1,-1 0 1,-1 1 0,0-1-1,-1 1 1,0 0 0,-1 1-1,0 0 1,-1 0 0,-1 0 0,0 2-1,-19-19 1,9 12 53,-1 1 1,0 0 0,-1 1-1,-1 2 1,0 0-1,-1 2 1,-1 0-1,-26-8 1,29 14-2,0 0 0,-1 2-1,0 0 1,0 2 0,0 0 0,0 2 0,0 0 0,0 2 0,0 1 0,0 0 0,1 2-1,-1 0 1,1 2 0,1 0 0,-35 17 0,1 5 19,1 3 1,1 1-1,2 3 1,-71 66-1,45-33 58,3 4 0,-65 83-1,102-110-17,3 2 0,2 1 0,2 1-1,2 2 1,-23 60 0,43-91-111,1 0 1,0 1 0,2 0 0,0 0-1,2 0 1,0 1 0,2-1-1,0 1 1,5 42 0,-1-51-56,0 0 1,1 0 0,0 0-1,1 0 1,1-1 0,0 0-1,1 0 1,0-1 0,1 1-1,1-2 1,0 1-1,0-1 1,1 0 0,0-1-1,23 17 1,-13-13-19,0-1 1,1-1-1,1 0 1,-1-2-1,2-1 1,-1-1-1,1 0 1,32 5-1,-5-5-88,1-2 0,98 0 0,-122-7 108,-1 0 0,0-1-1,0-2 1,-1-1 0,1-1 0,-1-1 0,0-1 0,-1-1 0,0-1-1,0-2 1,-1 0 0,0-1 0,-1-2 0,-1 0 0,0-1 0,18-19-1,-19 13-10,0-2 0,-2 0-1,0 0 1,-2-2-1,-1 0 1,-1-1-1,-1 0 1,-2-1-1,-1-1 1,0 1 0,5-39-1,-10 44 34,-1-1 0,-1 0-1,-2 1 1,0-1-1,-1 0 1,-2 0 0,0 0-1,-2 0 1,0 1 0,-2-1-1,0 1 1,-2 1 0,0-1-1,-19-32 1,15 34 28,-1 1 1,0 1 0,-2 0-1,0 1 1,-2 1-1,0 0 1,0 1-1,-2 1 1,0 1-1,0 0 1,-1 1-1,-1 2 1,0 0-1,-1 1 1,0 1-1,0 1 1,-1 1 0,0 1-1,-27-3 1,36 7-24,-1 2 0,1 0 1,-1 1-1,1 0 1,-1 1-1,1 0 0,0 2 1,-1-1-1,2 2 0,-18 7 1,11-2-2,1 1 0,0 0 0,0 2 0,1 0 0,1 1 0,-18 18 0,2 4 37,0 2 0,3 2 0,1 1 0,2 1 0,-27 57 0,33-57-2,1 0-1,2 2 1,2 0-1,2 0 1,1 2 0,3-1-1,2 1 1,2 1-1,0 79 1,6-115-51,1 1-1,1-1 1,0 0 0,0 1-1,1-1 1,1-1-1,0 1 1,0 0 0,1-1-1,1 0 1,-1 0 0,1 0-1,1-1 1,0 0-1,11 11 1,4 0-80,0 0-1,2-2 1,0-1-1,42 23 1,-40-26-14,1-1 0,1-1 1,0-1-1,0-1 1,1-2-1,0-1 0,1-2 1,57 5-1,-67-9 58,1-2-1,0 1 1,-1-2 0,1-1-1,-1-1 1,0 0-1,0-2 1,0 0 0,-1-1-1,0-1 1,0-1-1,-1-1 1,0 0 0,18-15-1,-10 3 26,-1-2 1,-1-1-1,-1-1 0,-1-1 1,-2-1-1,-1-1 0,-1-1 1,-1 0-1,19-51 0,-10 14 53,-4 0-1,-3-1 0,18-118 0,-27 113 47,-2-1 0,-4 0 0,-3 0 0,-13-111 0,9 166 42,-1-1 1,0 1-1,-2 0 0,0 0 1,-1 1-1,-18-35 0,24 52-62,0-1-1,1 0 1,-2 0-1,1 1 1,0-1-1,0 1 1,0-1-1,-1 1 1,1-1-1,-1 1 1,1 0-1,-1-1 1,1 1-1,-1 0 1,0 0-1,0 0 1,-1 0-1,1 1-28,0 0-1,1 1 1,-1-1-1,1 0 1,-1 1-1,0-1 1,1 1 0,-1 0-1,1 0 1,-1-1-1,1 1 1,0 0-1,-1 0 1,1 0 0,0 1-1,0-1 1,-1 0-1,1 0 1,0 1-1,0-1 1,0 0-1,1 1 1,-1-1 0,0 1-1,1-1 1,-2 4-1,-14 33-8,1 2 0,2 0 0,-15 78-1,18-73-9,-71 377 57,69-324-30,5 1 1,6 148 0,2-242-41,-1-1 0,1 0 0,0 1 0,1-1 0,-1 0 0,1 0 0,-1 0 0,1 0 0,0 0-1,1 0 1,-1-1 0,1 1 0,-1-1 0,1 1 0,0-1 0,1 0 0,-1 0 0,0 0 0,1-1 0,-1 1 0,1-1 0,0 0 0,0 0 0,0 0 0,0-1 0,0 1 0,0-1 0,1 0 0,-1 0 0,7 0 0,-1 1-70,0-1-1,1 0 1,-1-1 0,1 0-1,-1-1 1,1 0 0,-1-1-1,1 0 1,-1 0-1,0-1 1,19-8 0,-15 2 38,0 0 0,-1-1 1,0 0-1,-1-1 0,0-1 1,0 0-1,-1 0 0,-1-1 1,0-1-1,-1 1 0,13-27 1,-7 10 3,-1-1 1,-2 0 0,-1-1 0,12-64 0,-17 62 100,-1 0 0,-2 0 0,-1-1 0,-2 1 0,-2 0-1,0 0 1,-3 0 0,-1 0 0,-1 0 0,-2 1 0,-1 0 0,-2 1-1,-1 0 1,-1 1 0,-2 1 0,-1 0 0,-1 1 0,-2 1 0,-1 0 0,-36-36-1,45 52 77,-1 1 0,1 0-1,-1 1 1,-26-14-1,35 21-114,0 1-1,0 0 1,0 0 0,0 1 0,0-1-1,0 1 1,-1 0 0,1 0-1,-1 0 1,1 1 0,0 0-1,-1 0 1,1 0 0,-1 0-1,1 0 1,-1 1 0,1 0 0,0 0-1,-1 0 1,1 1 0,0-1-1,-8 5 1,4 0-10,1 0 0,0 1 0,0 0 0,1 0 0,0 1-1,0-1 1,0 1 0,1 0 0,1 1 0,-7 15 0,-6 17 39,-12 46 1,28-84-47,-24 98-7,4 0 0,5 1 0,4 1 0,2 159 0,10-237-19,1 0 1,1 0 0,6 31 0,-6-49-13,0 0 0,0 0 0,0 0 0,1 0 1,0-1-1,0 1 0,0-1 0,1 0 1,0 0-1,0 0 0,1 0 0,0-1 0,0 0 1,6 5-1,-8-8-14,-1 0 0,1 0 0,0 0 1,0-1-1,0 1 0,0-1 0,0 0 0,0 0 0,0 0 0,0 0 1,0-1-1,1 1 0,-1-1 0,0 0 0,0 0 0,1 0 1,-1 0-1,0-1 0,0 1 0,0-1 0,1 0 0,-1 0 1,0 0-1,0 0 0,5-3 0,-1-1 1,0 0 0,0 0 0,0 0 0,-1-1-1,0 0 1,0-1 0,0 1 0,7-12 0,16-28 3,-2-1 0,-2-1 1,-2-1-1,26-83 0,36-213-294,-72 268 177,-4 0 0,-1-114-1,-10 187 608,-3 20-350,-8 78 34,4 0 0,6 150 0,3-169-85,0-68-52,0 14 8,1 1 0,0 0 0,7 29 0,-8-48-23,1 1 0,0 0 1,-1-1-1,2 1 0,-1 0 1,0-1-1,1 0 0,0 1 1,-1-1-1,1 0 0,1 0 0,-1 0 1,0 0-1,1 0 0,-1 0 1,1-1-1,0 1 0,0-1 0,0 0 1,0 0-1,0 0 0,1 0 1,-1 0-1,1-1 0,-1 1 0,7 0 1,-5-2-9,0 0-1,0 0 1,-1-1 0,1 0 0,0 0 0,0 0 0,-1 0 0,1-1-1,-1 0 1,1 0 0,-1 0 0,0-1 0,0 1 0,0-1 0,0 0-1,0 0 1,-1 0 0,1-1 0,-1 1 0,0-1 0,0 0-1,0 0 1,3-5 0,7-12 52,0-1 0,-2 0 0,11-28 0,4-25 28,-3-1-1,25-146 1,-41 193-91,-3 38-241,-2 52 88,-2-60 215,0 11 1,1 56 294,-3 1 0,-2-1 0,-22 108-1,21-156-207,-8 32 590,-21 55 1,27-95-561,7-24-388,0 9 177,1-29-98,2-1 1,1 1-1,2 0 1,12-40-1,52-129-236,-26 78 6,-32 94 362,-9 24 40,-1-1-1,0 0 1,0 0 0,0 0 0,0 0 0,0-9-1,-5 61 161,-2 0 0,-2-1 0,-1 1 0,-3-2 0,-2 1 0,-19 42 0,8-17 5,-19 55 585,-6-3 1,-81 145 0,125-258-648,4-5-52,-1-1-1,1 0 0,-1 0 1,0 0-1,0 0 0,0 0 0,0 0 1,0-1-1,-1 1 0,1-1 1,-1 1-1,0-1 0,0 0 1,0 0-1,-4 2 0,7-4-53,-1 0 0,1 0-1,0 0 1,0 0 0,-1 0 0,1 0-1,0 0 1,-1 0 0,1 0-1,0 0 1,-1 0 0,1-1-1,0 1 1,0 0 0,-1 0-1,1 0 1,0 0 0,0 0 0,-1-1-1,1 1 1,0 0 0,0 0-1,-1-1 1,1 1 0,0 0-1,0 0 1,0-1 0,0 1 0,-1 0-1,1 0 1,0-1 0,0 1-1,0 0 1,0-1 0,0 1-1,0 0 1,0 0 0,0-1 0,0 1-1,0 0 1,0-1 0,0 1-1,0-1 1,-1-20-229,2 14 153,0-67-167,3 1 0,3-1 0,18-73 0,33-94-206,-59 254 1384,0-1-732,0 1 0,-1 0 0,-5 20 0,4-18-295,-2 3-5936,0-9 369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5:17.3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 1236 4657,'0'0'6344,"-26"9"1590,27-5-7724,-1 0 1,1 1 0,0-1 0,0 0 0,0 0-1,1 0 1,-1 0 0,1 0 0,0 0 0,0 0-1,1 0 1,4 6 0,43 42 479,-16-18-249,74 76 378,-30-34-281,-66-61-324,-10-13-183,-1 0 1,1 1 0,0-1-1,0 0 1,0 0 0,0-1 0,0 1-1,0 0 1,1-1 0,-1 1 0,4 1-1,23 12 312,51 35 0,-58-35-264,1 0-1,1-1 1,41 17-1,-40-22-11,156 51 507,-151-52-489,0-2 1,1 0-1,-1-3 0,34 1 0,-22-2 84,0 2 1,61 14-1,-55-8 12,58 3 1,-72-10-39,0 2-1,0 1 0,-1 1 1,64 24-1,118 67 553,-91-39-436,-96-47-249,-13-6 40,0 1 0,24 14 0,-34-18-37,1 0 0,0-1 0,0 0 0,0-1 0,1 1 0,10 0 1,14 4-5,-7 1-1,-1-2 0,1-1 0,0-1 0,0-1 0,0-1-1,1-1 1,30-5 0,-47 2 4,1 0 0,-1-1 1,0 0-1,0-1 0,0 0 0,0 0 0,-1-1 0,10-9 1,-9 8 5,95-93 79,-56 59-93,2 2-1,100-61 0,-148 100 8,1-1 1,-1 1-1,1-1 1,-1 0-1,0 1 1,1-1-1,-1 0 0,0 0 1,0 0-1,0 0 1,1 0-1,-1 0 1,0 0-1,0 0 1,-1-1-1,1 1 1,0 0-1,0-1 1,-1 1-1,1 0 1,0-1-1,-1 1 1,0-1-1,1 1 0,-1-1 1,0 1-1,0-1 1,1 1-1,-1-1 1,0 1-1,-1-3 1,3-26 162,5-48-2,-2-115 1,-6 139-19,0 45-141,-1 1 0,0-1 0,0 1 0,-1 0 0,0-1 0,-1 1-1,-5-8 1,-3-11-5,-3-8 41,-2 1 1,-39-59 0,34 57 189,-29-61 0,13 22-169,24 46-16,11 21 19,-1 0 1,0 0-1,0 0 1,-1 0-1,0 1 1,-8-10-1,1 5 45,1-1 1,0 0-1,-14-25 0,18 26-124,-1 0 0,0 1 0,-1-1 0,0 2 0,-1-1 0,-20-16 0,6 14 6,0 1 0,-1 1 0,0 1 0,0 1 0,-39-8 0,38 10 0,8 3 0,1 1 0,-1 1 0,-28 0 0,28 2 0,0 0 0,0-2 0,1 0 0,-24-7 0,-61-29 0,99 36 0,0 0 0,-1-1 0,1 1 0,0-1-1,0 0 1,0 0 0,1 0 0,-1 0 0,1-1 0,-1 1 0,1-1 0,-2-5 0,-23-49-64,12 21 49,9 24 23,1 0 0,0-1-1,-3-14 1,-2-22-66,2 5 63,-23-75 0,10 56 92,16 52-97,4 10 0,0 1 0,0-1 0,0 1 0,0-1 0,0 1 0,-1-1 0,1 1 0,0 0 0,0 0 0,-1-1 0,1 1 0,-1 0 0,1 0 0,-1 1 0,0-1 0,1 0 0,-1 0 0,0 1 0,0-1 0,-2 0 0,-6-3 0,-8-5 0,0 0 0,0 1 0,-1 2 0,1 0 0,-2 0 0,1 2 0,0 1 0,-34-2 0,34 5 0,-770 17 0,775-16-74,0 1 0,0 0 0,1 2 0,0-1 0,0 2 0,0 0 0,0 0 0,0 1 0,1 1 0,0 0 0,-20 16 0,-31 20 35,-52 33-170,42-13-130,44-35 294,21-19-102,1 0 0,0 1 1,1-1-1,0 2 1,-8 17-1,-15 24 132,22-42-13,1 0 1,1 0 0,0 0-1,0 1 1,1 0 0,0 0-1,1 0 1,0 1 0,-2 18-1,-11 187-173,8-68 210,7-20-23,1-70-212,1-46 212,1 1-1,0-1 1,0 0 0,2 0-1,-1 0 1,2 0-1,9 20 1,53 88-40,-39-74 39,76 131-33,-98-173-29,-1 0 0,1 0-1,0-1 1,1 1 0,8 4 0,2 2 76,-16-11 0,63 40-108,-63-40-222,6-106-10085,-2 54 6335,2-26-2930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5:20.4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669 97 4489,'0'0'4113,"-9"3"-3344,6-2-719,-2 1 52,-1 0-1,1 0 1,0 0-1,0 1 1,0 0-1,0 0 1,0 0-1,1 0 1,-1 1-1,1 0 1,0 0-1,0 0 1,-6 9-1,-151 228 4027,-136 280-1,297-521-4138,-1 1 0,0 0 0,1 0-1,-1 0 1,1-1 0,-1 1-1,1 0 1,-1 0 0,1 0 0,0 0-1,0 0 1,-1 0 0,1 0-1,0 0 1,0 0 0,0 0 0,0 0-1,0 0 1,0 0 0,0 0-1,0 0 1,1 0 0,-1 0-1,1 1 1,0-2-12,0 0-1,0 0 0,0 0 1,1 0-1,-1 0 0,0 0 1,0-1-1,0 1 1,0 0-1,0-1 0,1 1 1,-1-1-1,0 1 0,0-1 1,0 1-1,0-1 0,0 0 1,0 0-1,0 0 1,19-14 45,-1-1 0,0-1 0,-1-1 0,24-31 0,58-90 341,-94 131-354,210-333 389,-83 129-192,-125 198-196,-7 11-1,1 0-1,0 0 0,0 0 1,1 0-1,-1 0 1,0 0-1,1 1 0,5-5 1,-19 33 432,-258 375 718,-61 98-151,322-484-1042,10-14-312,18-24-88,80-105 317,-5-4 0,-6-5 0,80-165 1,-158 280 67,-5 13 9,-1 0-1,0-1 1,-1 0-1,0 0 1,-1 0-1,0 0 0,0 0 1,2-19-1,-12 32 137,-63 60-287,-88 100 0,-54 92 547,86-102 140,56-68 59,56-68-729,49-56-387,495-612-476,-434 529 780,-90 115 235,1-2-48,0-1 0,1 1 0,0 1 0,18-15 0,-57 65 65,19-28 28,-292 363 349,21 36 546,281-410-907,-11 20 125,-22 49 0,35-72-145,0 0 1,0 0-1,0 0 0,0 0 1,0 0-1,1 0 0,-1 0 1,0 0-1,0 0 0,0 0 0,0 0 1,0 0-1,1 0 0,-1 0 1,0 0-1,0 0 0,0 0 1,0 0-1,0 0 0,0 0 1,1 0-1,-1 0 0,0 0 0,0 0 1,0 1-1,0-1 0,0 0 1,0 0-1,0 0 0,1 0 1,-1 0-1,0 0 0,0 0 0,0 0 1,0 1-1,0-1 0,0 0 1,0 0-1,0 0 0,0 0 1,0 0-1,0 1 0,0-1 1,0 0-1,0 0 0,0 0 0,0 0 1,0 0-1,0 0 0,0 1 1,0-1-1,4-1-57,1-1 0,-1 0 0,0 0 0,0 0 0,0 0-1,-1-1 1,1 0 0,4-3 0,36-36-11,65-81 0,-58 63 71,155-193-79,177-194-63,-381 445 127,0-1 0,0 1 0,0 0 0,1 0 0,-1 0 0,1 0 0,-1 0-1,1 1 1,0-1 0,5-1 0,-8 3 12,0 0 0,1 1 0,-1-1 0,0 1 0,1-1-1,-1 0 1,0 1 0,1-1 0,-1 1 0,0-1 0,0 1-1,0-1 1,0 1 0,1-1 0,-1 1 0,0-1 0,0 1-1,0-1 1,0 1 0,0-1 0,0 1 0,0 0 0,0-1 0,0 1-1,-1-1 1,1 1 0,0-1 0,0 1 0,0-1 0,0 1-1,-1-1 1,1 1 0,0-1 0,-1 0 0,1 1 0,-9 20-34,0-1 0,-13 21 0,-170 271 328,42-73 78,85-133-164,-90 159 463,146-248-533,6-13-89,1 0-1,-1 0 0,1 0 1,-1 0-1,1 1 0,1-1 1,-1 1-1,1-1 0,-1 1 1,1 0-1,1-1 0,-1 1 1,1 0-1,0 0 0,0 6 0,0-10-56,1-1-1,-1 0 0,0 1 0,0-1 0,1 0 0,-1 1 0,0-1 0,1 0 0,-1 0 0,0 1 0,1-1 0,-1 0 0,0 0 0,1 0 0,-1 1 0,0-1 0,1 0 0,-1 0 0,1 0 0,-1 0 0,1 0 0,-1 0 0,0 0 0,1 0 0,-1 0 0,1 0 0,-1 0 0,0 0 1,1 0-1,-1 0 0,1 0 0,-1-1 0,1 1 0,4 0-47,1-1 0,-1 0 0,0 0 1,0-1-1,0 1 0,0-1 1,0 0-1,0 0 0,0-1 0,-1 0 1,6-3-1,50-47-57,-45 38 86,132-141-37,135-184 0,-170 191 51,37-45 38,-121 164-8,-12 18-7,-13 15 2,-12 16 15,-205 304 380,134-209-246,-319 471 1616,391-573-1618,4-7-84,0 0-1,0 0 1,1 0-1,0 0 1,0 1-1,1-1 1,-1 1 0,1-1-1,0 1 1,-1 12-1,11-24-676,158-165-192,121-160 736,70-76-811,-348 401 851,-22 28 77,-201 249 330,70-91-238,-7 12 192,-164 215 1412,310-400-1718,0 0 1,0 0 0,1 0 0,0 1-1,0 0 1,-3 11 0,7-17-372,9-10-92,60-59-57,72-92-1,58-94 529,-116 143-170,24-31 64,-12 14 33,141-145 0,-227 265 37,-17 26 0,-53 82 79,-91 115-1,79-116-20,-285 390 1025,345-473-863,0 1 0,-11 23 0,23-41-225,1 0 1,0 0-1,0 1 0,0-1 0,-1 0 1,1 0-1,0 1 0,0-1 0,0 0 0,-1 0 1,1 1-1,0-1 0,0 0 0,0 0 1,0 1-1,0-1 0,0 0 0,0 1 0,0-1 1,0 0-1,0 1 0,0-1 0,0 0 1,0 0-1,0 1 0,0-1 0,0 0 0,0 1 1,0-1-1,0 0 0,0 1 0,0-1 1,0 0-1,1 0 0,-1 1 0,0-1 0,0 0 1,0 0-1,1 1 0,-1-1 0,22-16-578,399-450 21,-248 265 375,-111 129 123,240-253-124,-293 316 184,0 0-1,1 1 1,0 0 0,0 0 0,15-7-1,-25 14 4,0 1-1,1 0 1,-1-1-1,0 1 0,0 0 1,1 0-1,-1 0 0,0-1 1,1 1-1,-1 0 1,0 0-1,1 0 0,-1 0 1,0-1-1,1 1 0,-1 0 1,0 0-1,1 0 0,-1 0 1,1 0-1,-1 0 1,0 0-1,1 0 0,-1 0 1,0 0-1,1 0 0,-1 0 1,0 1-1,1-1 1,-1 0-1,0 0 0,1 0 1,-1 0-1,0 0 0,1 1 1,-1-1-1,0 0 0,1 0 1,-1 1-1,0-1 1,0 0-1,0 0 0,1 1 1,-1-1-1,0 0 0,0 1 1,0-1-1,1 0 0,-1 1 1,0-1-1,0 0 1,0 1-1,0 0 0,-1 3 0,1-1 0,-1 1 0,0-1-1,-1 1 1,1 0 0,-1-1 0,1 0 0,-4 5-1,-139 209 104,69-108 0,-142 202 212,-143 218 1401,348-510-1539,8-13-103,-1 0 0,1 0 0,0 1 0,1-1 0,0 1 0,0 0 1,0 0-1,1 0 0,0 1 0,-2 7 0,5-12-280,7-7-100,10-6 200,-1-2 1,0 1-1,-1-2 1,-1 0-1,1-1 1,21-27-1,-20 23 84,245-273-35,140-144-313,-360 398 328,-31 32-69,-10 13 50,-20 30-9,-341 452 457,76-117 922,278-364-1299,4-7-20,0 0-1,0 1 0,1-1 0,-1 1 1,1-1-1,-1 1 0,1 0 0,0-1 1,0 1-1,0 0 0,0 0 1,1 0-1,-1 0 0,1 3 0,7-10-649,41-36 529,-2-2 1,-2-2-1,38-49 1,-21 23 100,8-7 30,173-177-263,-235 247 230,-3 4-34,-1-1 0,1 1 1,0-1-1,0 1 0,0 0 0,1 1 0,-1-1 0,9-3 1,-13 6 63,0 0 0,0 0 0,1 0 0,-1 0 0,0 0 0,0 0 0,0 0 1,0 0-1,0 0 0,1 0 0,-1 0 0,0 0 0,0 0 0,0 0 0,0 0 1,1 0-1,-1 0 0,0 0 0,0 0 0,0 1 0,0-1 0,0 0 0,0 0 1,1 0-1,-1 0 0,0 0 0,0 0 0,0 0 0,0 0 0,0 1 0,0-1 1,0 0-1,0 0 0,1 0 0,-1 0 0,0 0 0,0 1 0,0-1 0,0 0 1,0 0-1,0 0 0,0 0 0,0 0 0,0 1 0,0-1 0,0 0 0,0 0 0,0 0 1,0 0-1,0 1 0,0-1 0,0 0 0,0 0 0,0 0 0,-1 0 0,1 0 1,0 1-1,0-1 0,0 0 0,0 0 0,0 0 0,0 0 0,0 0 0,0 0 1,-1 0-1,1 1 0,-1 11 33,0 1 1,-2-1 0,1 1-1,-1-1 1,-1 0-1,0 0 1,-1 0-1,-8 14 1,-62 99 389,40-69-218,-163 257 1660,198-312-1878,1-1 0,-1 0 1,0 0-1,1 0 0,-1 1 0,1-1 0,-1 0 0,1 0 0,-1 0 1,0 0-1,1 0 0,-1 0 0,1 0 0,-1 0 0,1 0 0,-1 0 1,1 0-1,-1 0 0,1 0 0,-1 0 0,0 0 0,1 0 0,-1-1 1,1 1-1,-1 0 0,1 0 0,-1-1 0,0 1 0,1 0 0,-1 0 1,0-1-1,1 1 0,-1 0 0,0-1 0,1 1 0,-1 0 0,0-1 1,0 1-1,0-1 0,1 0 0,55-53-237,95-122-1,-67 74 123,173-191-590,-251 287 708,-1 0-30,1-1 1,-1 1-1,1 0 0,1 1 0,-1-1 1,1 1-1,0 1 0,14-9 1,-16 13-110,-5 9 36,-3 8 120,0 0 1,-2 0 0,0 0-1,0 0 1,-14 27 0,-52 82 193,35-66-76,-242 393 1905,263-423-2013,15-30-20,0 0 0,1 0-1,-1 0 1,0 0 0,0 0-1,0 0 1,0 0-1,0 0 1,1 0 0,-1 0-1,0 0 1,0 0 0,0 0-1,0 0 1,0 0-1,1 0 1,-1 0 0,0 0-1,0 0 1,0 0 0,0 0-1,0 0 1,0 0 0,1 0-1,-1 1 1,0-1-1,0 0 1,0 0 0,0 0-1,0 0 1,0 0 0,0 0-1,0 0 1,0 1 0,0-1-1,0 0 1,1 0-1,-1 0 1,0 0 0,0 0-1,0 1 1,0-1 0,0 0-1,0 0 1,0 0-1,0 0 1,0 0 0,0 0-1,0 1 1,0-1 0,0 0-1,0 0 1,-1 0 0,1 0-1,0 0 1,0 1-1,0-1 1,0 0 0,0 0-1,0 0 1,0 0 0,0 0-1,0 0 1,0 0-1,-1 1 1,16-11-384,55-57 252,-3-2 0,74-100 0,-67 77 40,37-47-169,82-94 101,-171 216 118,-21 17 49,-1 0 0,0 0 0,0 0 0,1 0 0,-1 0 0,0 0 0,1 0 0,-1 0-1,0 0 1,0 0 0,1 1 0,-1-1 0,0 0 0,0 0 0,1 0 0,-1 0 0,0 0 0,0 1 0,0-1 0,1 0 0,-1 0 0,0 1 0,0-1 0,0 0 0,0 0 0,0 1-1,1-1 1,-1 0 0,0 0 0,0 1 0,0-1 0,0 0 0,0 0 0,0 1 0,0-1 0,0 0 0,0 1 0,0-1 0,0 0 0,0 0 0,0 1 0,0-1 0,0 0-1,-1 1 1,0 8 11,-1 0 0,0 1-1,-1-1 1,-6 14-1,-32 57 251,-83 124 0,90-150-204,-222 323 651,153-231 103,96-135-572,-38 56-24,41-59-352,7-7-52,28-31-302,71-92 308,141-221 1,-100 134 64,-119 179 95,-23 29 19,7-5-54,-11 23 67,-35 76 239,-3-2 0,-67 109 0,20-37 408,81-151-627,1 1 0,0-1 0,1 2 0,-6 19 1,11-33-43,0 1 1,0-1 0,0 0-1,0 1 1,0-1 0,1 0-1,-1 0 1,0 1 0,0-1-1,0 0 1,0 1 0,0-1-1,0 0 1,0 0 0,1 1-1,-1-1 1,0 0 0,0 0-1,0 1 1,0-1 0,1 0-1,-1 0 1,0 1 0,0-1-1,1 0 1,-1 0 0,0 0-1,0 0 1,1 0 0,-1 1-1,0-1 1,1 0 0,-1 0-1,0 0 1,0 0 0,1 0 0,-1 0-1,0 0 1,1 0 0,-1 0-1,0 0 1,1 0 0,-1 0-1,0 0 1,1 0 0,-1 0-1,0-1 1,0 1 0,1 0-1,18-6-312,2-6 264,-2-2 0,1 0-1,-2 0 1,0-2-1,-1-1 1,0 0 0,23-32-1,-9 12 36,79-96-114,33-38-203,-134 161 324,-8 8 7,0 0 0,1 0 0,-1 1 1,1-1-1,-1 1 0,1-1 0,0 1 0,-1 0 0,1-1 0,0 1 0,0 0 0,0 0 0,0 0 0,0 0 0,0 1 0,3-1 0,-5 1 10,1 1 0,0-1 0,-1 1 0,1-1 0,0 1-1,-1 0 1,1-1 0,-1 1 0,1 0 0,-1 0 0,1 0-1,-1-1 1,1 1 0,-1 0 0,0 0 0,0 0 0,1 0-1,-1 0 1,0 0 0,0-1 0,0 1 0,0 0-1,0 0 1,0 0 0,0 0 0,0 0 0,0 0 0,-1 0-1,1 0 1,-1 1 0,1 5 16,-6 354 873,6-360-1187,3-2 257,0-1 0,0 1 0,0-1 0,0 0-1,-1 0 1,1 0 0,0 0 0,-1-1-1,1 1 1,-1-1 0,0 0 0,0 1-1,0-1 1,2-4 0,2-1 1,17-23 18,6-9-256,2 2 1,44-43-1,-74 97-37,-18 283 1067,8-201-895,11-102 117,-1 0-1,1 0 0,0 1 1,0-1-1,0 0 0,0 1 1,1-1-1,-1 1 1,1 0-1,0 0 0,0 0 1,4-3-1,5-6-1,8-11 38,6-9-208,1 1 0,2 2 0,0 1 0,41-29 1,-69 56 190,-1 1 1,1-1 0,-1 0 0,1 1 0,0-1 0,-1 1-1,1 0 1,0-1 0,-1 1 0,1-1 0,0 1-1,-1 0 1,1-1 0,0 1 0,0 0 0,-1 0 0,1 0-1,0 0 1,0 0 0,0 0 0,-1 0 0,1 0 0,0 0-1,0 0 1,0 0 0,-1 0 0,1 0 0,0 1 0,0-1-1,-1 0 1,1 1 0,0-1 0,-1 0 0,2 2-1,-1 0 27,0 0 0,-1-1 0,1 1 0,-1 0 0,1 0 0,-1 0 0,0 0 0,0 0 0,0 0 0,0 0 0,0 0 0,0 0 0,-1 3 0,-2 10 198,-1 0 0,-10 26 0,-11 17 286,-2-2 1,-67 101-1,68-212-10495,7 36 2634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5:48.2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1036 22 6737,'-4'0'22681,"-18"-3"-21865,-10-3-704,1 1 0,-1 1 0,0 2 0,0 1-1,-36 4 1,0-2 111,48 0-220,-1 2 0,0 0 0,1 1 0,0 1-1,0 1 1,0 1 0,1 0 0,-22 13 0,-12 8 15,-75 54 1,94-56-31,2 1-1,1 2 1,2 0 0,1 2 0,1 2 0,1 0 0,2 1 0,2 2-1,-22 44 1,37-60-21,0 0 0,2 1 0,0-1 0,1 1 0,1 0 0,1 0 0,1 0 0,3 40 0,-2-21-35,1-35 62,0 1 0,0-1 1,1 1-1,-1-1 0,1 1 0,0-1 0,1 0 1,-1 0-1,1 0 0,0 0 0,0 0 0,1-1 1,-1 0-1,1 1 0,8 5 0,2 3-40,1-1-1,0 0 1,24 13-1,-20-15 35,1 0-1,0-2 1,1 0-1,0-1 0,0-1 1,0-1-1,1-1 1,0-1-1,0-1 1,0-1-1,0 0 1,0-2-1,0-1 1,0 0-1,-1-2 1,1 0-1,-1-2 1,0 0-1,34-16 0,-28 9 20,-21 9 4,0 0 0,1 1 0,-1 0 0,1 0 0,0 0-1,0 1 1,0 0 0,0 1 0,1-1 0,8 1 2431,-51-5-7327,-21 0-6109,25 6 1263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11.0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7 202 1632,'0'0'7143,"-7"-18"-395,8 10-6664,0-1 1,1 1-1,0 0 0,0 0 0,0 0 0,1 0 0,1 0 0,-1 0 1,1 1-1,5-9 0,6-5 8,31-38 0,-44 58-82,0 0 1,0 0 0,0 0-1,1 0 1,-1 1-1,0-1 1,0 1-1,0-1 1,0 1-1,1 0 1,-1 0-1,0 0 1,0 0-1,1 0 1,-1 0 0,0 1-1,3 0 1,0 0 11,-2-1-13,0 1-1,0-1 1,0 1-1,-1 0 1,1 0-1,-1 1 1,1-1 0,0 0-1,-1 1 1,0 0-1,1-1 1,-1 1-1,0 0 1,0 0 0,0 0-1,0 0 1,-1 1-1,1-1 1,0 0-1,-1 1 1,0-1 0,2 6-1,3 4 147,-1 0 0,-1 0-1,5 21 1,3 33 378,4 104 0,-12-104-369,-3-25-301,0-14 1785,12-57-1004,83-229-228,-96 257-416,1 0 1,-1 1-1,1-1 1,0 0-1,0 1 1,0-1-1,0 1 1,0-1-1,0 1 1,0-1-1,1 1 1,-1 0-1,0-1 1,1 1-1,-1 0 1,1 0-1,-1 0 1,1 0-1,0 0 1,-1 1-1,1-1 1,0 0-1,0 1 1,0-1-1,-1 1 1,1 0-1,0 0 1,0-1-1,0 1 1,0 0-1,-1 1 1,1-1-1,0 0 1,0 0-1,0 1 1,0-1-1,-1 1 1,1 0-1,0-1 1,-1 1-1,1 0 1,0 0-1,-1 0 1,1 0-1,-1 0 1,0 1-1,1-1 1,-1 0-1,0 1 1,1-1-1,-1 1 1,0-1-1,0 1 1,-1-1-1,1 1 1,0 0-1,0-1 1,0 3-1,11 22 304,-4-11-169,-1 1 0,0 0-1,-1 1 1,-1 0 0,-1-1-1,0 2 1,2 19 0,-5-14 172,2 1 0,8 31 1,-7-34-222,-2-10-30,1 0 0,0-1 0,0 1-1,1-1 1,8 16 0,-9-22-39,-1 0-1,1 0 0,0-1 1,0 1-1,0-1 1,0 1-1,0-1 0,1 0 1,0 0-1,-1-1 1,1 1-1,0-1 0,0 0 1,1 0-1,6 2 1,-29-6-2202,-14-4-3656,-1 0-4411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16.5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1604 1313 3673,'0'0'6221,"5"-1"-5334,-1-2-675,1 0 0,0 0 0,-1 0 0,1 0 0,-1-1 0,0 1 0,0-1 0,-1 0 0,1-1 0,-1 1 0,4-7 0,36-62 822,-39 65-975,-3 7-54,32-63 274,66-92 0,-98 153-302,1 1 0,0-1 0,0 1 0,0 0 0,0 0 1,0 0-1,1 0 0,-1 1 0,1-1 0,-1 0 0,1 1 1,-1 0-1,1 0 0,3-2 0,-5 3 12,1 1 0,-1-1-1,1 0 1,-1 0 0,0 0 0,1 1-1,-1-1 1,0 1 0,1-1 0,-1 1-1,0-1 1,1 1 0,-1 0-1,0 0 1,0 0 0,0-1 0,0 1-1,0 0 1,0 0 0,0 1 0,0-1-1,0 0 1,0 0 0,-1 0 0,1 1-1,0-1 1,-1 0 0,1 0 0,-1 1-1,1-1 1,-1 3 0,11 30 106,-1 0-1,-2 0 1,8 70 0,-6 113 262,-7-113-250,0-52-27,-1 6 116,-2-56-152,-1-8-9,-4-35-4,-108-552 579,106 563-605,5 9-837,17 36 154,-13-12 774,14 18-108,-1 1 0,0 0-1,-2 1 1,-1 0-1,-1 1 1,10 30-1,-3 5-247,17 92-1,-31-124 153,-1 0-1,-1 38 1,-2-62 203,-1-9-17,-6-24-94,-17-43 0,-2-10 44,-9-58 93,5-2-1,-13-183 1,43 325-136,0-30 71,3 17-261,-3 14 188,0 0-1,0 0 1,0 0-1,0 0 0,0 0 1,0-1-1,0 1 1,0 0-1,1 0 0,-1 0 1,0 0-1,0 0 1,0 0-1,0 0 0,1 0 1,-1 0-1,0 0 1,0-1-1,0 1 0,0 0 1,1 0-1,-1 0 1,0 0-1,0 0 1,0 0-1,0 0 0,1 0 1,-1 0-1,0 0 1,0 0-1,0 1 0,0-1 1,1 0-1,-1 0 1,0 0-1,0 0 0,0 0 1,0 0-1,1 0 1,-1 0-1,0 0 1,0 1-1,0-1 0,0 0 1,0 0-1,0 0 1,0 0-1,1 0 0,-1 1 1,23 25 10,-1 2 0,-2 1 0,27 47 0,-30-47 23,4 6 14,-1 2 0,-2 0 1,-2 1-1,-2 1 0,-1 0 0,-2 1 1,-1 0-1,-3 1 0,5 77 1,-10-74 42,0-33-38,-1 0 0,-1 1-1,0-1 1,-1 0 0,0 1 0,-4 16 0,5-27-29,-1 0-1,1 0 1,0 0-1,-1 0 1,1 0-1,-1-1 1,0 1 0,1 0-1,-1 0 1,1-1-1,-1 1 1,0 0 0,0-1-1,1 1 1,-1-1-1,0 1 1,0-1-1,0 1 1,0-1 0,0 0-1,0 1 1,0-1-1,1 0 1,-1 0-1,0 0 1,0 0 0,0 0-1,0 0 1,0 0-1,0 0 1,0 0 0,0 0-1,0 0 1,-2-1-1,0 0-14,1 0 0,-1 0 0,0 0 0,0 0 0,0-1-1,0 1 1,1-1 0,-1 0 0,1 1 0,-5-6 0,-7-10-4,1 0 0,0-2 1,1 1-1,1-2 0,1 1 0,1-2 1,-9-28-1,-2-14 123,-13-78-1,23 90-146,3-1-1,-2-81 1,10 133 9,-1 0 0,0-1 0,0 1 0,1 0 0,-1 0 0,0-1 0,0 1 0,1 0 0,-1 0 0,0 0 0,0-1 0,1 1 0,-1 0 0,0 0 0,1 0 0,-1 0 0,0 0 0,1 0 0,-1 0 0,0-1 0,1 1 0,-1 0 1,0 0-1,1 0 0,-1 0 0,0 0 0,1 1 0,-1-1 0,0 0 0,1 0 0,-1 0 0,0 0 0,1 0 0,-1 0 0,0 1 0,1-1 0,-1 0 0,0 0 0,1 1 0,14 6-209,-5 2 222,0 0-1,-1 1 1,0 0 0,-1 1 0,0 0 0,-1 0 0,0 1 0,-1-1 0,5 14-1,5 12 69,19 72 0,-26-73 1,-1 0 0,-2 0 0,-1 1 0,-3 0 0,-1 49 0,-2-72-1,0 0 0,-1 0-1,0 0 1,-1 0 0,-1 0-1,0 0 1,-1-1 0,0 0 0,-1 0-1,-1 0 1,0-1 0,-1 0 0,0 0-1,0-1 1,-1 0 0,-18 16 0,21-22-17,1 0 0,-2-1 0,1 0 0,0 0 0,-1 0 0,0-1 0,0 0 1,0 0-1,0-1 0,0 0 0,-1 0 0,1-1 0,0 0 0,-1 0 0,1-1 1,-1 0-1,1 0 0,-1 0 0,1-1 0,-1-1 0,1 1 0,-1-1 0,1 0 1,0-1-1,-11-5 0,2 0 2,1-1 0,1-1 1,0 0-1,0-1 0,1 0 0,0-1 1,1 0-1,0-1 0,1-1 1,-9-15-1,0-1-20,2-2-1,2 0 1,1-1-1,1-1 1,2 0 0,2-1-1,1 0 1,1 0 0,2-1-1,2 0 1,1 0-1,1 0 1,5-40 0,-2 66-36,0 0-1,1 1 1,0-1 0,1 1 0,0-1 0,0 1 0,1 0 0,0 0 0,1 1 0,6-10-1,-8 14-39,1 0-1,0 0 1,-1 0-1,1 0 1,1 1-1,-1 0 0,0 0 1,1 0-1,0 0 1,-1 1-1,1 0 0,0-1 1,0 2-1,1-1 1,-1 1-1,0 0 0,0 0 1,1 0-1,6 0 1,-6 2 31,0 0 0,-1 0 0,1 0 1,0 1-1,0 0 0,-1 0 0,1 0 1,-1 0-1,0 1 0,0 0 0,0 0 1,0 1-1,0-1 0,-1 1 0,1 0 1,-1 1-1,0-1 0,0 1 0,-1-1 1,1 1-1,2 6 0,5 7-37,0 1-1,-1 1 1,-2-1-1,12 36 1,-9-16 95,-2 1-1,-2 0 1,-1 1 0,-2 0 0,-3 72 0,-3-86-7,0 0 0,-2 0 1,-1-1-1,-1 1 1,-1-1-1,-2 0 1,0-1-1,-2 0 1,-21 38-1,24-52 1,1 0-1,-2 0 0,0-1 0,0 0 1,0-1-1,-1 0 0,-1 0 1,1-1-1,-2-1 0,-12 8 1,19-13-23,0 1 1,0-1 0,0 0-1,0-1 1,-1 1 0,1-1 0,0 0-1,-1 0 1,1-1 0,0 0 0,-1 1-1,1-2 1,-1 1 0,1-1 0,0 0-1,-1 0 1,1 0 0,0-1 0,0 0-1,0 0 1,0 0 0,0-1 0,0 1-1,0-1 1,1 0 0,0 0-1,-1-1 1,-3-4 0,-4-6 0,0-1 1,0 0-1,2-1 1,0-1-1,1 1 1,0-2-1,2 1 1,0-1-1,1 0 1,0 0-1,2-1 1,-4-28-1,-1-27 51,2-133 0,7 207-54,0-50-10,2 0-1,11-65 0,-10 99-51,0 1-1,2-1 1,0 0-1,0 1 0,1 0 1,1 1-1,1-1 1,0 1-1,0 1 1,2-1-1,11-12 1,-18 22 8,0 1 1,1-1 0,0 1-1,0 0 1,0 0 0,0 0-1,0 0 1,1 1 0,-1 0-1,1-1 1,0 2 0,0-1-1,-1 1 1,1-1 0,0 1-1,0 1 1,0-1 0,0 1-1,0-1 1,0 2 0,1-1-1,-1 0 1,0 1 0,5 2-1,-1-1 18,-1 2 0,0-1-1,0 1 1,0 1-1,-1-1 1,1 1-1,-1 0 1,0 1-1,-1 0 1,0 0-1,1 1 1,8 12-1,2 6-57,-1 1-1,-1 0 1,-1 1-1,-1 1 1,-2 0-1,-1 0 0,10 45 1,-11-28 63,-2 1 1,-2 0 0,-2 0 0,-4 60-1,-1-74 138,-2-1 0,-2 1 1,-1-2-1,-1 1 0,-1-1 0,-23 51 0,23-62 17,-1 0-1,-1-1 1,0 0 0,-1 0 0,-1-1 0,-1-1-1,0 0 1,-2-1 0,1-1 0,-32 23-1,40-33-78,1 0-1,-1 0 1,0-1 0,1 0-1,-1 0 1,-1-1-1,1 1 1,0-2-1,-1 1 1,1-1-1,-1 0 1,1-1-1,-1 1 1,1-2-1,-1 1 1,1-1 0,-15-3-1,13 1-36,1-1 0,-1 0 0,1 0 0,0-1 0,1 0-1,-1 0 1,1-1 0,0 0 0,0 0 0,1 0 0,0-1 0,0 0 0,1-1 0,-9-13 0,-8-18 22,3 0 0,1-1 1,-22-73-1,-22-132 100,59 233-121,-19-87 36,5-1 0,3-1 1,1-116-1,13 208-73,0 1-1,0 0 1,1 0-1,0 0 1,1 0-1,0 0 1,0 0-1,1 0 1,0 1-1,0-1 1,1 1-1,-1-1 1,2 1-1,-1 1 1,1-1-1,0 1 1,0-1-1,1 1 1,0 1-1,0-1 1,1 1-1,-1 0 1,1 1-1,0-1 1,0 1-1,0 1 1,1 0-1,-1 0 1,1 0-1,0 1 1,0 0-1,9-2 1,3 3-40,-1 0-1,1 1 1,-1 1 0,1 1 0,-1 0-1,0 2 1,1 0 0,-2 1 0,1 1 0,-1 1-1,0 1 1,0 0 0,-1 1 0,0 1 0,0 0-1,-1 2 1,24 21 0,-23-17 15,0 1 0,-1 0 0,-1 2 0,-1-1 0,-1 2 0,0 0 0,-1 0 0,-1 1 0,-1 1 0,-1 0 0,-1 0 0,-1 0 0,-1 1 0,4 34 0,-8-32 148,0 0 1,-2 0-1,-1 0 0,-1 0 1,-1 0-1,-1 0 1,-1 0-1,-1-1 1,-16 40-1,16-50 38,0 0 0,-1-1 0,-1 1 1,0-1-1,-1-1 0,-1 1 0,0-2 0,0 1 0,-1-1 1,0-1-1,-1 0 0,0-1 0,-1 0 0,0-1 0,0 0 1,-29 11-1,32-15-110,-1 0 1,0-1-1,-1 0 0,1-1 1,0 0-1,-1-1 1,0 0-1,1-1 0,-1 0 1,1-1-1,-1 0 1,1-1-1,0 0 1,-1-1-1,1 0 0,0-1 1,0 0-1,1-1 1,-1 0-1,1 0 0,0-1 1,1-1-1,-1 0 1,-14-14-1,4-3-21,0 0 1,2-1-1,1-2 0,1 1 0,2-2 1,0 0-1,-15-49 0,9 15 44,3-1 0,-14-106 0,24 125-81,3 1 0,1-1 0,3 0-1,8-82 1,-7 121-24,0 0 1,0 0-1,1 0 0,0 0 0,-1 0 1,1 0-1,1 1 0,-1-1 0,1 1 1,0-1-1,0 1 0,0 0 0,1 0 1,-1 0-1,1 1 0,0-1 1,0 1-1,0 0 0,1 0 0,-1 0 1,6-2-1,-6 3-8,1 1 1,0 0-1,0 0 0,0 0 1,0 1-1,0-1 0,0 1 1,0 0-1,0 1 1,0-1-1,0 1 0,0 0 1,0 0-1,0 1 1,0-1-1,-1 1 0,1 0 1,-1 0-1,1 1 0,-1-1 1,0 1-1,5 4 1,7 6 45,-2 1-1,0 0 1,0 1 0,-2 1 0,0 0 0,0 0 0,-2 2 0,0-1 0,-1 1 0,9 24 0,-6-9 62,-1 0 0,-2 1-1,-1 0 1,-2 0 0,3 43 0,-8-52 5,-1 0 0,-2 0 0,0 0 1,-2 0-1,0-1 0,-2 1 0,0-1 0,-2 0 1,-14 30-1,14-38 41,0-1 0,0 0 0,-1-1 0,-1 0 0,-1 0 0,0-1 0,0-1 1,-1 0-1,-1 0 0,0-1 0,-1-1 0,0 0 0,0-1 0,-25 12 0,32-18-76,0 0 0,0-1 0,0 1 0,0-1 0,0-1-1,0 1 1,0-1 0,-1 0 0,1-1 0,-1 0 0,1 0 0,0 0-1,-1-1 1,1 0 0,0-1 0,0 0 0,-1 0 0,1 0 0,1-1-1,-1 0 1,0 0 0,1-1 0,-1 0 0,1 0 0,0 0 0,1-1-1,-1 0 1,1 0 0,0 0 0,0-1 0,0 0 0,1 0 0,0 0-1,-6-12 1,-11-22 4,3 0-1,0-1 0,3-1 0,2 0 0,1-1 1,-8-68-1,12 45-37,2-1 1,4-1-1,11-113 1,-6 159-29,0 0-1,2 0 1,0 1 0,2-1 0,0 2 0,12-24 0,-15 36-16,-1 1 0,2-1 1,-1 1-1,1 0 0,0 0 0,1 0 1,-1 1-1,1 0 0,0 0 1,1 0-1,0 1 0,0 0 0,0 0 1,0 1-1,1 0 0,-1 0 0,1 1 1,12-4-1,-14 6 24,1 1 0,-1-1 0,0 1 0,0 0 0,0 1 0,0 0 0,1 0 0,-1 0 0,0 0 0,0 1 0,-1 0 0,1 1 0,0-1 0,-1 1 0,1 0 0,-1 0 0,0 1 0,0 0 0,0-1 0,-1 2 0,1-1 0,-1 0 0,0 1 0,0 0 0,3 6 0,6 7 25,-1 2 1,-1-1 0,-1 2 0,0-1 0,11 39-1,-10-18 51,-1 0 0,-2 1-1,-2 0 1,-2 0 0,-1 1-1,-3-1 1,-1 1 0,-2-1-1,-13 61 1,10-72 99,-2-1 0,-1 0 0,-1-1 1,-2 0-1,0-1 0,-2 0 0,-2-1 0,0-1 0,-1 0 0,-2-1 1,-1-1-1,-1-1 0,-36 33 0,48-50-100,1 0 0,-1 0 0,0-1 0,-1 0 0,1-1 1,-1 0-1,-15 5 0,20-8-43,0 0 1,0 1 0,-1-2-1,1 1 1,0-1-1,-1 0 1,1 0 0,0 0-1,0 0 1,-1-1-1,1 0 1,0-1 0,0 1-1,0-1 1,0 0-1,-7-3 1,6 0-5,1 1 1,-1-1-1,1 0 1,0 0-1,1-1 1,-1 1-1,1-1 1,1 0-1,-1 0 1,1-1-1,-4-9 1,-3-11 5,-12-48 1,5-18 46,4-1 0,4-1 0,5 1 0,8-122 0,-2 170-70,2-1 0,3 2 0,19-77 0,-21 105-46,1 0 0,0 0 0,2 1 0,0 0 0,0 0 0,2 1-1,0 0 1,1 1 0,0 0 0,1 0 0,0 1 0,19-14 0,-27 24 8,0-1-1,1 1 1,0-1 0,-1 1 0,1 1 0,0-1 0,0 1 0,0 0 0,1 0-1,-1 0 1,1 1 0,-1 0 0,1 0 0,-1 0 0,1 1 0,-1 0 0,1 0-1,10 1 1,-11 1 38,-1 0-1,1 0 0,-1 0 0,1 1 1,-1 0-1,0-1 0,0 1 0,0 1 1,-1-1-1,1 1 0,-1-1 1,0 1-1,0 0 0,0 0 0,0 0 1,-1 1-1,1-1 0,-1 1 0,0-1 1,-1 1-1,3 7 0,5 27 40,-1 0-1,-3 0 1,0 1-1,-3 0 0,-5 72 1,2-67 161,-2 0 1,-2 0-1,-3 0 0,-1-1 1,-2 0-1,-2-1 0,-2 0 0,-1-1 1,-3-1-1,-1 0 0,-2-2 1,-2 0-1,-46 56 0,47-67 266,-1-2 0,-32 29 0,49-49-394,-1 0 0,0 0 0,0 0 0,-1-1 0,0 0 0,0-1 0,0 0 0,0 0 0,-1-1 0,1 0 0,-1-1 0,-16 2 0,23-3-43,0-1 1,0 0-1,1 0 0,-1 0 0,0-1 1,0 1-1,0-1 0,1 0 0,-1 0 1,0 1-1,1-2 0,-1 1 0,1 0 1,-1 0-1,1-1 0,0 0 0,-1 1 0,1-1 1,0 0-1,0 0 0,-2-3 0,-2-4-19,1 0 0,0 0 0,0 0-1,-5-18 1,8 23 18,-10-32 0,2 0 0,1 0 0,2 0 0,-3-45 0,1-151 37,8 172-37,1 27 6,-2-42-158,13-125 0,-8 182 101,1 1 1,1 1 0,0-1 0,1 1-1,1 0 1,1 0 0,0 1 0,1 0-1,0 0 1,17-18 0,-17 22-23,0 0 0,1 1 0,1 1 0,-1 0 0,1 0 0,1 1 0,0 0 0,0 1 0,1 1 0,-1 0 0,1 0 0,23-5 0,-30 9 36,0 0 1,0 1-1,0 0 0,1 1 1,-1-1-1,0 1 0,0 1 1,1-1-1,-1 1 0,0 0 1,0 0-1,0 1 0,0 0 1,0 0-1,0 0 0,0 1 1,-1-1-1,1 1 0,-1 1 1,0-1-1,0 1 0,0 0 1,0 0-1,-1 1 0,1-1 1,-1 1-1,0 0 0,-1 0 1,1 0-1,-1 1 0,4 8 1,2 8 7,-1 0 0,0 1 0,-2 0 0,-1 0 0,-1 0 0,0 1 1,-1 29-1,-1-6 26,-3 0 1,-2 0-1,-1 0 0,-3-1 1,-2 0-1,-22 69 1,19-79 270,-2-2 0,-1 1 0,-2-2 0,-1 0 0,-2-1 0,-1-1 1,-1-1-1,-1-1 0,-30 28 0,39-44-32,0 0 0,-1-1 1,-1-1-1,-26 15 0,38-23-222,0-1 0,-1 0 0,1 0 0,-1 0 0,0 0 0,1-1 0,-1 0 0,0 0 0,0 0 0,0-1 0,0 1 0,0-1 0,0 0 0,0-1 0,0 1 0,0-1 0,0 0 0,0 0 0,1 0 0,-1-1 1,0 0-1,1 0 0,-8-4 0,5-1-30,-1 0 0,1 0 0,0 0 0,1-1 0,0-1 1,0 1-1,0-1 0,1 0 0,1 0 0,0 0 1,-4-11-1,-7-24 28,-10-49 1,24 86-9,-10-58 40,2 0 0,4-1 0,3-92 0,2 123-30,1 5-33,0 1 0,2 0 1,2-1-1,0 1 0,2 1 1,1-1-1,13-28 0,-15 42-68,0 1 0,2 0-1,-1 1 1,2 0 0,-1 0-1,2 0 1,0 1 0,0 1-1,1 0 1,1 0 0,-1 1-1,2 1 1,-1 0 0,2 0-1,14-7 1,-20 12-8,1 1 1,0-1-1,0 1 0,0 1 1,1 0-1,-1 0 0,0 1 1,1 0-1,-1 0 1,1 1-1,0 1 0,-1-1 1,1 2-1,-1-1 0,0 1 1,1 1-1,-1-1 0,0 2 1,-1-1-1,1 1 1,12 7-1,-10-3 43,0 1-1,-1-1 1,0 2-1,0-1 1,-1 1 0,0 1-1,-1 0 1,0 0 0,-1 0-1,0 1 1,-1 0 0,0 1-1,-1-1 1,5 18 0,-3-3 82,-2 0 0,-1 0 1,0 0-1,-2 1 0,-2-1 1,0 1-1,-2-1 0,0 0 1,-2 1-1,-2-1 1,0-1-1,-1 1 0,-2-1 1,-1 0-1,-20 38 0,5-19 344,-2 0-1,-3-1 0,0-2 1,-3-2-1,-2 0 1,-1-3-1,-55 45 0,74-67-126,-2-1 0,0-1 0,-39 21 0,49-30-198,0 0 0,-1-1-1,1 0 1,-1 0 0,0-1 0,0 0 0,1-1 0,-1 0-1,0-1 1,0 0 0,-13-1 0,17 0-51,0-1 1,0 1-1,1-1 0,-1 0 1,1 0-1,-1-1 0,1 0 1,0 0-1,0 0 0,0 0 1,0-1-1,1 0 0,-1 0 1,1 0-1,0 0 0,0-1 1,1 1-1,-1-1 0,1 0 1,-5-10-1,-2-8-12,1-1 1,1 0-1,-9-42 1,16 63 21,-14-72 1,-9-141 1,17-78-13,7 259-8,-1-4 1,2 1-1,7-46 1,-5 70-7,0 0 0,1 0 0,0 1 1,1 0-1,0 0 0,1 0 0,1 0 1,0 1-1,16-20 0,-11 18-36,0 1-1,1 1 0,0 0 1,1 0-1,0 2 1,1 0-1,0 0 1,1 1-1,0 1 0,0 1 1,19-6-1,-25 10 30,0 0-1,0 0 0,1 1 1,-1 0-1,1 1 1,-1 1-1,1-1 0,0 2 1,-1-1-1,1 1 0,-1 1 1,1 0-1,-1 1 0,0-1 1,0 2-1,0 0 0,0 0 1,-1 1-1,0 0 1,14 9-1,-11-3-10,0 0 0,-1 0 0,-1 1 1,0 0-1,0 1 0,-1 0 0,-1 0 1,0 1-1,-1 0 0,-1 0 0,0 1 0,7 27 1,-3 0-68,-2 0 0,-2 1 0,1 66 0,-6-73 94,-2 0 1,-1 0 0,-1 0 0,-3 0 0,-1-1-1,-1 0 1,-2 0 0,-1-1 0,-19 39 0,6-25 187,-1 0 0,-3-2 0,-45 58 1,56-83 95,0-1 1,-2-1-1,0 0 0,-1-1 1,-1-1-1,-1-2 1,0 0-1,-41 21 0,52-32-197,0 1-1,-1-1 1,0-1-1,1 0 1,-1-1-1,0 0 0,0-1 1,0 0-1,0-1 1,-15-2-1,22 2-74,1-1 0,-1 1 0,1-1 0,0 0 1,0-1-1,-1 1 0,1-1 0,0 0 0,0 0 0,1 0 0,-1 0 0,0-1 0,1 0 0,-1 0 0,1 0 0,-5-5 0,2-1-19,0 1 0,1-2-1,0 1 1,1-1-1,0 1 1,-3-12-1,-2-6 16,2-1 0,1 0 0,-3-52 0,4-89 74,5 115-87,2 0 0,3 1 0,13-61 0,-12 88-35,1 1 0,1 0 0,2 1 0,0-1 1,2 2-1,0 0 0,2 0 0,28-35 0,-19 30-74,1 1 0,2 2 0,1 1 0,0 0 0,2 3 0,1 0 0,50-26 0,-61 37 3,1 1-1,0 1 1,1 1 0,0 1-1,0 0 1,0 2-1,1 0 1,0 2 0,-1 0-1,1 1 1,0 2 0,0 0-1,42 8 1,-50-5 59,0 0 1,0 1 0,-1 1-1,0 0 1,0 0-1,0 2 1,-1 0 0,0 0-1,0 1 1,-1 0 0,0 1-1,-1 0 1,0 1-1,9 13 1,-9-9 0,0 0 0,-1 1 0,0 0 0,-2 0 0,0 1 1,0 0-1,-2 1 0,0-1 0,-1 1 0,-1 0 0,2 21 0,-5-6 85,-1 1 0,-1-1 0,-2 0 0,-2 0 0,0-1 0,-2 0 0,-2 0 0,-1 0 0,-1-1 0,-2-1 0,-1 0 0,-1-1 0,-28 37 0,21-33 239,-2-2 0,-1-1 1,-2-2-1,0 0 0,-2-2 0,-1-1 0,-1-1 0,-1-2 0,-1-1 1,-72 31-1,90-45-124,-1-1 0,0-1 0,0-1 0,0 0 0,-31 1 0,41-4-114,0-1 1,0 0-1,0-1 1,1 1-1,-1-1 1,0-1-1,1 1 0,-1-1 1,1 0-1,-1-1 1,1 1-1,0-1 1,0-1-1,0 1 1,0-1-1,1 0 1,-9-8-1,6 2-17,0 0 0,1 0 0,1 0 0,0-1-1,0 0 1,1-1 0,1 1 0,0-1 0,0 0 0,1 0 0,-3-23-1,1-16 8,3-80 0,2 91-12,0 8-15,1 0 1,1 0-1,13-59 0,-9 73-7,0 0 0,0 0 1,2 1-1,0 0 1,1 0-1,1 1 0,0 0 1,14-15-1,-9 13-56,1 0 0,1 0 0,1 1 0,0 2 0,1 0 0,1 0-1,0 2 1,1 1 0,0 0 0,38-14 0,-40 20 24,0 1-1,0 0 1,0 2-1,1 0 1,-1 1-1,1 1 1,0 1-1,0 0 1,-1 2 0,1 0-1,-1 1 1,0 1-1,33 12 1,-29-7 68,0 1-1,-1 2 1,-1 0 0,0 1 0,0 1 0,-2 1 0,0 1 0,0 1 0,-2 0 0,0 1 0,-1 1 0,-1 1-1,0 0 1,-2 1 0,0 0 0,-2 1 0,0 0 0,-2 1 0,0 0 0,-1 1 0,-2 0 0,0 0 0,-2 0-1,-1 1 1,0 0 0,-2-1 0,-2 31 0,-1-43 64,0 1-1,0-2 1,-1 1-1,-1 0 1,0-1-1,0 1 1,-1-1-1,-1 0 1,1-1-1,-2 1 1,0-1-1,0-1 1,-1 1 0,0-1-1,0 0 1,-1-1-1,0 0 1,-1-1-1,0 1 1,0-2-1,0 0 1,-1 0-1,0 0 1,0-2-1,-1 1 1,1-2-1,-1 1 1,0-1-1,0-1 1,0 0 0,0-1-1,0-1 1,0 1-1,-16-3 1,25 2-151,-1-1 0,1 1-1,0-1 1,0 0 0,0 0 0,0 0 0,0-1 0,0 1 0,1 0 0,-1-1 0,0 0 0,1 0 0,-1 0 0,1 0 0,-1 0-1,1 0 1,0-1 0,0 1 0,0-1 0,0 0 0,1 1 0,-1-1 0,1 0 0,-1 0 0,1 0 0,0 0 0,0 0 0,-1-6 0,1 0-421,-1 0 1,2-1 0,-1 1 0,1-1 0,1 1 0,-1 0 0,2-1 0,3-14 0,16-19-4512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18.2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632 11 8122,'0'0'11760,"-27"-3"-8864,-4-1-2336,-1 2 0,1 1 1,0 1-1,-42 6 0,55-2-480,0 0 0,1 1 0,-1 0 1,1 2-1,0 0 0,1 1 0,-1 1 1,2 0-1,-1 1 0,1 1 0,-14 13 1,10-7-55,1 0 1,1 1 0,1 1 0,1 0 0,0 1 0,2 1 0,-20 40-1,24-37-12,0 0 0,2 1-1,1 0 1,1 0 0,-3 44 0,5-7 18,6 77 0,-2-133-32,-1 1 1,1-1-1,1 1 0,-1-1 1,1 0-1,1 0 0,-1 0 1,1 0-1,0 0 0,0-1 0,0 1 1,1-1-1,7 8 0,-3-4 5,0-2 0,1 1-1,0-1 1,1 0 0,-1-1-1,1 0 1,11 5 0,11 2 32,0-1 1,1-2-1,0-1 1,40 5-1,14-1 785,159 1-1,-245-14-479,-1-1-308,0 1 1,1 0-1,-1-1 1,1 1-1,-1 0 1,1-1-1,-1 1 1,0 0 0,1 0-1,-1-1 1,1 1-1,-1 0 1,1 0-1,-1 0 1,1 0-1,-1 0 1,1 0-1,-1-1 1,1 1-1,0 0 1,-1 1-1,1-1 1,-1 0-1,1 0 1,-1 0-1,1 0 1,-1 0-1,1 0 1,-1 1-1,1-1 1,8 1 1384,-13-8-1392,-2 1-1127,0-1-1,0 0 0,1 0 0,0-1 0,-5-10 0,-18-25-7051,10 26 1798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19.7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54 4065,'0'0'7376,"19"-1"-5211,-14-5-1328,30-31 1575,-35 36-2399,1 1 1,-1-1 0,1 0-1,0 1 1,-1-1-1,1 0 1,0 1-1,0-1 1,0 1-1,0-1 1,-1 1-1,1-1 1,0 1-1,0 0 1,0 0 0,0-1-1,0 1 1,0 0-1,0 0 1,0 0-1,0 0 1,0 0-1,0 0 1,0 0-1,0 0 1,0 1-1,-1-1 1,1 0 0,0 0-1,0 1 1,0-1-1,0 1 1,0-1-1,0 1 1,-1-1-1,1 1 1,0-1-1,0 1 1,-1 0-1,1-1 1,0 1-1,0 1 1,5 10 133,0 0-1,-1 1 1,-1 0 0,0 0-1,-1 0 1,2 14 0,7 81 486,-11 105 880,-7-172-906,6-40-554,0-15-343,-1-21 323,3 1-1,7-48 0,-6 67-55,1 1 0,0-1 0,1 1 0,0 1 0,1-1 0,1 1 0,0 0 0,12-16 0,-19 28 7,1 1 1,-1-1-1,0 1 0,1-1 1,-1 1-1,0-1 1,1 1-1,-1 0 0,1-1 1,-1 1-1,0-1 1,1 1-1,-1 0 0,1 0 1,-1-1-1,1 1 1,0 0-1,-1 0 0,1 0 1,-1-1-1,1 1 1,-1 0-1,1 0 1,-1 0-1,1 0 0,0 0 1,-1 0-1,1 0 1,-1 0-1,1 0 0,-1 0 1,1 1-1,0-1 1,-1 0-1,1 0 0,-1 1 1,1-1-1,-1 0 1,1 0-1,-1 1 0,1-1 1,-1 0-1,0 1 1,1-1-1,-1 1 0,1-1 1,-1 1-1,0-1 1,1 1-1,-1-1 0,0 2 1,14 26 53,-13-27-40,14 48 366,-3 0-1,11 77 1,-3-10 332,-11-81-155,-6-34-1578,-2-20-3543,-1 4-1760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20.5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459 114 7034,'0'0'7648,"0"-19"-6528,0-35-256,0 13 2616,-45 41 1786,42 1-5235,-1-1-1,1 0 1,0 1 0,0 0 0,0 0-1,-1 0 1,1 0 0,0 0-1,0 1 1,1-1 0,-1 1-1,0 0 1,0 0 0,1 0-1,-1 0 1,1 0 0,-3 4-1,-34 49-75,29-38 85,-23 41 64,3 0 1,-42 116-1,-23 136 508,30-4 42,58-247-506,2-1 0,3 2-1,6 78 1,-3-128-130,1 0 1,0-1 0,0 1 0,1 0 0,0-1-1,0 0 1,1 0 0,1 0 0,-1 0 0,2 0-1,-1-1 1,1 0 0,0 0 0,1-1-1,-1 0 1,2 0 0,-1 0 0,1-1 0,0 0-1,0 0 1,0-1 0,18 8 0,-25-13-18,0 1 0,0-1 1,-1 1-1,1-1 0,0 1 1,0-1-1,0 0 0,0 1 1,0-1-1,0 0 1,0 0-1,0 0 0,-1 0 1,1 0-1,0 0 0,0 0 1,0 0-1,0 0 0,0 0 1,0 0-1,0-1 0,0 1 1,0 0-1,0-1 0,-1 1 1,1 0-1,0-1 0,0 1 1,0-1-1,-1 0 0,1 1 1,0-1-1,-1 0 0,1 1 1,0-2-1,2-34-2778,-4 19 899,1-63-9171,0 44 1649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21.1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0 671 9754,'0'0'6568,"13"-29"-5756,-5 11-649,15-34 370,-3-1 1,14-58-1,19-165 1455,-31 151-1291,-23 125-696,1 0 0,0 0 0,0 0 0,0-1 0,0 1 0,0 0 0,0 0 0,0 0 0,0 0 0,0-1 0,0 1 0,0 0 0,0 0 0,0 0 0,0 0 0,0-1 0,0 1 0,0 0 0,0 0 0,0 0 0,0 0 0,0-1 0,0 1 0,0 0 0,0 0 0,0 0 0,0 0 0,0-1 0,0 1 0,0 0 0,0 0 0,0 0 0,1 0 0,-1 0 0,0-1 1,0 1-1,0 0 0,0 0 0,0 0 0,0 0 0,1 0 0,-1 0 0,0 0 0,0 0 0,0 0 0,0 0 0,1-1 0,-1 1 0,0 0 0,0 0 0,0 0 0,0 0 0,1 0 0,-1 0 0,0 0 0,0 0 0,0 0 0,0 1 0,1-1 0,-1 0 0,0 0 0,0 0 0,0 0 0,0 0 0,1 0 0,5 16 8,3 27 26,17 535 1601,-30-535-1385,2-29-217,1-20-300,3-23 184,0 0 0,3 0 1,0 0-1,12-38 0,46-113 71,-55 160-68,17-48-54,59-111-1,-83 177 113,-1 1 0,1-1 0,0 1 0,0-1 1,0 1-1,0-1 0,0 1 0,0 0 0,1-1 0,-1 1 0,0 0 0,1 0 0,-1 0 0,1 0 0,-1 0 0,1 0 1,0 1-1,-1-1 0,4-1 0,-4 2 20,1 1 1,-1-1-1,1 0 1,-1 0-1,0 1 0,1-1 1,-1 1-1,0-1 1,1 1-1,-1-1 1,0 1-1,0 0 0,0 0 1,0 0-1,1 0 1,-1 0-1,0 0 1,0 0-1,1 1 0,5 8 86,-1 1-1,1-1 0,-2 1 0,8 18 1,-8-17-33,57 143 903,-55-132-962,-1 1 1,-1-1-1,-1 1 0,-1-1 0,0 26 0,-3-49-68,0 0 1,0 1-1,-1-1 1,1 0-1,0 0 1,0 1-1,0-1 1,0 0-1,-1 0 1,1 0-1,0 0 1,0 1-1,-1-1 1,1 0-1,0 0 1,0 0-1,-1 0 1,1 0-1,0 0 1,0 0-1,-1 0 1,1 0-1,0 0 1,0 1-1,-1-1 1,1 0-1,0-1 1,0 1-1,-1 0 1,1 0-1,0 0 1,-1 0-1,1 0 1,0 0-1,0 0 1,-1 0-1,1 0 1,0 0-1,0-1 1,0 1-1,-1 0 1,1 0-1,0 0 1,0-1-1,0 1 1,-1 0-1,1 0 1,0 0-1,0-1 1,0 1-1,-14-10-2597,0-14-3594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21.7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341 115 5049,'0'0'8945,"5"-8"-8740,61-87 3037,-66 94-3135,0 1 0,0-1 0,1 0 0,-1 1-1,0-1 1,1 1 0,-1-1 0,1 0 0,-1 1 0,1-1 0,-1 1-1,1-1 1,-1 1 0,1 0 0,-1-1 0,1 1 0,0-1 0,-1 1-1,1 0 1,-1 0 0,1-1 0,0 1 0,0 0 0,-1 0 0,1 0-1,0 0 1,-1 0 0,1 0 0,1 0 0,16 14 785,5 30-494,-16-28-296,-1 1 1,-1 0 0,0 0 0,-2 1-1,0-1 1,0 1 0,-2-1 0,0 1-1,-1 0 1,-1 0 0,-1-1 0,-6 27-1,2-20-33,-1 0 0,-2-1-1,-1 0 1,0 0 0,-2-1-1,0-1 1,-1 0 0,-23 27-1,7-12 27,-2-1 1,-57 49-1,74-72-86,0-1 1,-1 0 0,0-1 0,-1-1-1,0 0 1,0-2 0,-1 1 0,0-2-1,-30 8 1,45-14-25,1 1-1,-1-1 0,1 1 0,-1-1 1,1 0-1,-1 0 0,0 0 1,1 0-1,-1 0 0,1 0 1,-1 0-1,0 0 0,1 0 1,-1-1-1,1 1 0,-1-1 1,1 1-1,-1-1 0,1 0 1,0 1-1,-1-1 0,-1-1 1,2-1-15,0 1 0,0-1 0,1 1 0,-1-1 0,0 1 0,1-1 0,0 0 0,-1 0 0,1 1 0,0-1 0,1-3 0,-1 0-7,1-1-1,0 1 1,0 0-1,1 0 1,0 0 0,0 1-1,0-1 1,1 0-1,-1 1 1,1-1 0,1 1-1,-1 0 1,1 0-1,0 0 1,0 1 0,0-1-1,1 1 1,-1 0-1,1 0 1,0 0 0,0 1-1,1 0 1,-1 0 0,12-4-1,0 0 4,0 0 0,0 2 0,1 0-1,-1 1 1,1 1 0,0 1 0,29-1 0,-32 4 76,0 1-1,0 0 1,0 1 0,0 1 0,0 0-1,-1 1 1,0 1 0,0 0 0,19 11 0,-10-5-47,0-1 0,28 8 1,-41-18-1647,-25-1-15814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22.7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193 1 6041,'0'0'12386,"7"11"-11508,26 39-249,-3 1 0,-2 2 0,-2 1 0,-3 1-1,-2 1 1,-3 1 0,13 63 0,-8 13-135,-5 1 1,0 175-1,-19-178 361,-25 185-1,17-260-599,-2 0 1,-3-2-1,-2 0 0,-2 0 0,-47 92 1,52-118-59,11-22-94,0 0 0,0 0 0,-1-1 1,0 1-1,0-1 0,0 1 0,-1-1 0,1 0 0,-1 0 0,-1 0 0,-6 5 1,10-10 282,-1 0-276,0 0-1,0 0 0,0 0 1,0 0-1,-1-1 0,1 1 1,0-1-1,0 1 0,0-1 1,0 0-1,0 0 1,0 0-1,-3-2 0,-4-2-697,0 1-1,0 0 1,-1 0 0,1 1-1,-1 0 1,0 1-1,0 0 1,-12 0 0,-47 0-7575,63 2 7164,-39 0-9922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25.2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679 1 5801,'0'0'10478,"0"2"-9784,-7 7 6402,-32-9-6866,0 2-1,0 2 0,1 1 1,0 2-1,0 2 0,1 1 1,0 2-1,0 1 1,-63 34-1,71-31-175,1 0 0,-50 41 0,70-51-36,1 1-1,-1 1 0,2-1 0,-1 1 1,1 0-1,0 1 0,1 0 0,-1 0 1,2 0-1,0 0 0,0 1 1,0 0-1,-3 18 0,1 12-13,2 0-1,2 77 1,3-93-2,1 1 0,2-1 0,0 0 0,1 0 0,18 46 0,-14-50 11,1-1 0,0-1 1,2 0-1,0 0 0,1-2 1,1 1-1,0-1 0,2-1 0,-1-1 1,2 0-1,0-1 0,0-1 1,1-1-1,1 0 0,0-1 1,27 9-1,-3-4 118,0-2 0,1-2 0,1-2 0,-1-1 0,2-3 0,76-1 2183,-124-22-6879,-21-36-3205,16 27 879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26.8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0 710 6129,'0'0'7375,"0"-10"-6584,6-171 4780,-1 140-5140,10-46-1,6-5-322,49-196 220,-70 288-307,0-1 0,0 1 0,0 0 0,0-1 0,0 1 1,0-1-1,0 1 0,0-1 0,0 1 0,0 0 0,1-1 0,-1 1 0,0-1 0,0 1 0,0 0 0,1-1 0,-1 1 0,0 0 0,0-1 0,1 1 0,-1 0 0,0-1 0,1 1 0,-1 0 0,1 0 1,-1-1-1,0 1 0,1 0 0,-1 0 0,1 0 0,-1 0 0,0-1 0,1 1 0,-1 0 0,1 0 0,-1 0 0,1 0 0,-1 0 0,0 0 0,1 0 0,-1 0 0,1 0 0,-1 0 0,1 1 1,-1-1-1,0 0 0,1 0 0,-1 0 0,1 0 0,-1 1 0,0-1 0,1 0 0,-1 0 0,0 1 0,1-1 0,-1 0 0,0 1 0,1-1 0,-1 0 0,0 1 0,1 0 0,20 28 749,-16-22-846,6 6 141,-1 0-1,0 0 0,0 1 0,-2 0 1,1 1-1,-2 0 0,0 0 1,-1 1-1,5 20 0,-7-23-42,18 114 231,-10 99-65,-11-215 1763,3 0-3748,-1 2-5079,-13-21 1826,-8-10 1852,-7-2-1571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27.8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3977,'0'0'4760,"3"14"2649,1-10-6790,65-6 126,-35 0-313,1 2 0,45 5-1,-77-4-396,0 0-1,1 0 1,-1 1-1,0 0 1,0-1 0,0 1-1,-1 0 1,1 1-1,0-1 1,-1 0-1,1 1 1,-1 0-1,0-1 1,0 1-1,0 0 1,0 0-1,0 0 1,1 4-1,3 6 158,0 1 0,9 28-1,-3 9 86,-1 0-1,5 96 1,-10 108 263,-6-215-420,-1-29 53,0-1 0,0 1 0,-1-1 1,-1 1-1,1-1 0,-9 19 0,7-19 25,2-27-256,-3-69-10371,6 55 5863,4 6-892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29.1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289 15 1800,'0'0'11483,"-7"-15"-1089,3 17-10236,1 0-1,0 0 1,-1 1 0,1-1-1,0 1 1,0-1 0,1 1-1,-1 0 1,1 0-1,-1 0 1,1 1 0,0-1-1,0 1 1,-2 6 0,-2 0 22,-11 19-143,1 1 1,2 1 0,2 0 0,-10 36 0,-27 138 173,42-168-173,-29 153 376,9 0-1,-6 346 1,34-520-412,-1 1 1,2-1 0,0 0 0,1 0 0,8 25 0,-8-33 28,0 0 0,0-1 0,1 1 0,0-1 0,0 0 0,1 0 0,0 0 0,0-1 0,1 1 0,0-1 0,0-1 0,11 10 0,-16-15-94,-1 0 0,1 0 0,-1 0 0,0 0 0,1 0 0,-1 0 0,1 0 0,-1 0 0,1 0 0,-1 0 0,0 0 0,1 0 0,-1 0 0,1 0 0,-1-1 0,0 1 0,1 0 0,-1 0 0,1 0 0,-1-1 0,0 1 0,1 0 1,-1 0-1,0-1 0,1 1 0,-1 0 0,0-1 0,0 1 0,1 0 0,-1-1 0,0 1 0,0-1 0,0 1 0,1 0 0,-1-1 0,0 1 0,0-1 0,0 1 0,0 0 0,0-1 0,0 1 0,0-1 0,0 1 0,0-1 0,0 1 0,0 0 0,0-1 0,0 1 0,0-1 0,0 1 1,-1-1-1,3-37-3131,-2 24 1393,2 1 71,1 1-1,0 0 1,8-19 0,0-3-3050,-3 2-1379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30.0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1 840 7458,'0'0'10416,"0"-8"-10051,0 4-359,0-71 760,14-112 1,41-279 407,-54 451-1108,0 0-1,1 0 1,6-25-1,-6 25-57,6 29-160,8 42 528,-3 1-1,-2 0 1,6 96 0,-12-100-167,1 40 194,7 46 150,-13-139-565,0 0 1,0 1-1,0-1 0,0 0 0,0 0 0,0 1 0,-1-1 0,1 0 0,0 0 0,0 1 0,0-1 0,0 0 0,0 0 0,0 1 1,1-1-1,-1 0 0,0 0 0,0 1 0,0-1 0,0 0 0,0 0 0,0 1 0,0-1 0,0 0 0,1 0 0,-1 0 0,0 1 1,0-1-1,0 0 0,0 0 0,1 0 0,-1 1 0,0-1 0,0 0 0,1 0 0,-1 0 0,0 0 0,0 0 0,1 0 0,-1 0 1,0 0-1,0 1 0,1-1 0,-1 0 0,0 0 0,0 0 0,1 0 0,-1 0 0,8-15-380,5-26 99,48-170 203,-46 169-7,2 1 0,43-76-1,-59 115 78,0 0-1,0 0 0,1 0 1,-1-1-1,1 1 0,0 0 1,-1 1-1,1-1 0,0 0 1,0 1-1,0-1 0,0 1 1,0-1-1,1 1 0,1-1 1,-3 2 12,0 0 1,0 0-1,0 0 1,0 0-1,0 0 1,0 0-1,0 0 1,0 0-1,0 0 1,0 1-1,0-1 1,0 0-1,0 1 1,0-1 0,0 1-1,0-1 1,-1 1-1,1 0 1,0-1-1,0 1 1,-1 0-1,1-1 1,0 1-1,-1 0 1,2 1-1,3 7 65,0 0-1,-1 0 0,0 1 1,0 0-1,3 15 0,-6-21 1,15 56 725,-2 1-1,9 108 1,-19-104-4346,-3 0-4386,-1-51-365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30.6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148 0 12483,'0'0'9539,"-12"9"-9380,19-9-125,0 0 0,0 0 1,0 0-1,0 1 0,0 1 0,0-1 1,0 1-1,0 0 0,-1 0 0,1 1 1,-1 0-1,0 0 0,0 1 0,0-1 1,0 1-1,0 1 0,-1-1 0,0 1 1,0 0-1,0 0 0,0 0 0,-1 1 1,0 0-1,0-1 0,-1 2 1,1-1-1,-1 0 0,3 11 0,-3-7 13,1 0 0,-2 0-1,1 0 1,-2 1 0,1-1-1,-1 1 1,-1 0 0,0-1-1,-1 1 1,0-1 0,0 1-1,-1-1 1,-6 19 0,6-23-24,0 0 0,0 0 1,-1 0-1,0 0 0,-1 0 1,1-1-1,-1 0 0,0 1 1,0-2-1,-1 1 0,1 0 1,-1-1-1,0 0 0,0 0 1,-1 0-1,1 0 0,-1-1 1,0 0-1,0-1 1,0 1-1,0-1 0,0 0 1,-8 1-1,-1 0-37,1-1-1,0-1 1,0 0 0,-18-2-1,30 1-9,0 0 1,-1 0-1,1 0 0,0 0 0,0 0 0,0-1 0,0 1 0,0-1 0,0 0 0,0 0 0,0 1 0,0-1 0,0 0 0,0-1 0,0 1 0,0 0 0,1 0 0,-1-1 0,1 1 0,-1-1 1,1 0-1,-1 1 0,1-1 0,0 0 0,0 0 0,0 0 0,0 0 0,0 0 0,0 0 0,0 0 0,1 0 0,-1 0 0,1 0 0,0 0 0,-1-3 0,2 5 8,-1-1 0,0 1-1,1-1 1,-1 1-1,0-1 1,1 0-1,-1 1 1,1-1 0,-1 1-1,1 0 1,-1-1-1,1 1 1,-1-1 0,1 1-1,-1 0 1,1-1-1,-1 1 1,1 0 0,0 0-1,-1-1 1,1 1-1,0 0 1,-1 0 0,1 0-1,0 0 1,-1 0-1,1 0 1,0 0 0,0 0-1,28 0-172,-21 0 129,7 1 71,-1 0-1,1 1 1,-1 1-1,1 0 1,-1 1 0,0 0-1,0 1 1,0 1 0,-1 0-1,0 1 1,0 0 0,21 16-1,-25-16 42,0 1 0,0-1 0,-1 2-1,0-1 1,-1 1 0,1 1 0,-2-1 0,1 1-1,-1 0 1,-1 0 0,0 1 0,-1 0 0,1 0-1,-2 0 1,0 0 0,3 20 0,-5-15 59,-1 0 1,0 0-1,-2 1 1,1-1-1,-2 0 1,0 0-1,-1-1 1,-1 1-1,0-1 1,-1 0 0,-1 0-1,0 0 1,-1-1-1,-19 26 1,15-25-74,-1 0 1,0 0 0,-1-2-1,-1 0 1,0 0-1,0-1 1,-2-1 0,1-1-1,-1 0 1,-1-1 0,1-1-1,-22 7 1,30-12-144,0-1-1,0 0 1,0 0 0,-15 1-1,23-3-12,-1 0-1,0 0 0,0 0 0,1 0 0,-1 0 0,0-1 1,1 1-1,-1 0 0,0-1 0,0 1 0,1-1 0,-1 0 1,1 0-1,-1 1 0,1-1 0,-1 0 0,1 0 0,-1 0 1,1-1-1,0 1 0,0 0 0,-1 0 0,1-1 0,0 1 0,0-1 1,0 1-1,1-1 0,-1 1 0,-1-4 0,-5-34-4115,6-7-2201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31.0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14 160,'0'0'22382,"-8"-3"-21999,-2 0-303,-9-4 60,34 17 316,43 22 121,-2 4 0,-1 1 0,-1 4-1,-3 1 1,-2 3 0,-1 1 0,-3 3 0,62 84 0,-60-62-292,-2 2 0,-4 2 0,54 134-1,-72-144-103,-2 1-1,-4 0 0,-2 1 0,-4 1 0,4 73 0,-11-62 256,-8 112 0,1-169-319,-1 0 0,-1-1 0,-1 0 0,-1 0 0,-1 0 0,-20 39 0,6-23-96,-1 0 0,-42 49 0,50-69-21,-2 0 0,1-1 0,-2 0 0,0-1 0,-1-2 0,-1 0 0,0 0 0,0-2 0,-1-1 0,-39 14 0,0-17-2824,52-7 1473,-1 0 1,1-1-1,-1-1 1,0 1-1,-11-5 0,-22-12-5813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32.7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228 1085 3513,'0'0'6158,"-1"12"1275,-68-131-5005,36 12-1732,12 61-569,4 11 228,2-1-1,-14-46 1,22 56 1576,4 17-1808,0 0 0,1 0 0,0 0 0,-1-17 0,3 25-84,1-4-27,0-1 0,-1 1 0,0-1 0,0 1 0,0 0-1,-1-1 1,0 1 0,0-1 0,-2-5 0,0-11 5,-2-21 4,0-2-45,1-1 0,2 1 0,8-84 0,-3 118-11,0 0 0,1 0 0,0 0 0,0 1-1,1-1 1,1 1 0,0 0 0,0 1 0,1-1 0,0 1 0,1 0-1,0 1 1,0 0 0,1 0 0,0 1 0,19-12 0,-17 11-10,-9 7 15,-1-1 0,1 1 0,-1 0-1,1 0 1,0 0 0,-1 0 0,1 0 0,0 1-1,0-1 1,-1 0 0,1 1 0,0-1 0,0 1-1,3 0 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33.1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 7706,'0'0'10626,"16"0"-10123,65-3-139,-44 1-264,1 1-1,0 2 1,38 6 0,-71-6-41,-1 0 1,0-1-1,0 2 1,0-1 0,0 0-1,0 1 1,0 0 0,0 0-1,-1 0 1,1 0 0,-1 0-1,1 1 1,-1 0 0,0-1-1,0 1 1,0 0 0,0 1-1,-1-1 1,1 0 0,-1 1-1,0 0 1,3 6 0,-2 2 356,0-1 0,0 1 0,-1 0 0,-1 0 0,0 0 0,-2 18 0,1-27-360,-1 0-1,1 1 0,-1-1 0,0 0 0,0 0 0,-1 1 0,1-1 1,-1 0-1,1 0 0,-5 5 0,4-5-462,0-1 0,0 1-1,1 0 1,-1 0 0,1-1 0,0 1-1,0 0 1,0 0 0,0 1 0,-1 4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5:25.2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 1451 7802,'0'0'2462,"45"0"5381,-38 0-8224,3 0 1062,1 2 0,-1-1 0,1 1 0,-1 1-1,0 0 1,1 0 0,17 10 0,71 43-587,-49-26 599,16 6-277,-21-13 34,48 35-1,-70-42-237,-2 2-83,2-2 0,1-1 0,0 0 0,0-2 1,50 19-1,-2-12 123,1-4 1,127 13-1,-173-28-144,0-1 0,0-1-1,0-2 1,32-6 0,-18 2-44,71-20 383,-33 6-341,-9 19 150,135-47 185,-204 49-435,0-1 1,1 1 0,-1-1-1,0 1 1,0-1 0,0 1 0,0-1-1,0 0 1,0 0 0,0 0-1,0 1 1,0-1 0,-1 0 0,1 0-1,0 0 1,-1 0 0,1 0-1,0 0 1,-1-1 0,1 1 0,0-2-1,12-17 44,27-13 49,99-90-5,-127 111-84,0 0 0,0 0 0,-2-1 0,19-28 0,5-5 42,-18 22-37,-1-2 0,-1 1 1,-2-2-1,0 1 1,-2-2-1,14-54 1,-14 32 150,-3 0 1,-1 0 0,-3-1 0,-3-57-1,0 73-8,-1 19-101,-1-1 0,-1 1 1,0 0-1,-1 0 0,-1 0 1,-1 1-1,0-1 0,-1 1 1,0 1-1,-18-27 0,8 22 67,0 1 1,-1 1-1,0 1 0,-2 0 0,-25-15 0,-40-35-11,30 21-3,-99-63 0,81 59-98,29 19 77,-53-48-1,85 70-18,-1 1 0,0 1-1,0 0 1,0 0 0,-20-4-1,14 3-80,-173-45 11,160 42-25,0 0 0,-1 3 0,0 1 0,-1 1-1,-39-1 1,13 6-40,4-1 7,-83 9 0,121-6 17,0 2 1,0 0 0,1 0 0,-1 2 0,1 0 0,1 1 0,-1 1 0,-26 17 0,7-1-60,13-10 62,0 1-1,1 2 0,0 0 1,2 1-1,-34 37 1,-23 33-148,40-34 90,3 2 0,-40 85 0,44-71-16,-23 83 0,47-125 41,1 0-1,1 1 1,2-1 0,1 1-1,3 41 1,0-4-42,17 167 177,-18-225-104,0 0 1,0 0-1,1 0 0,0 0 1,0 0-1,1 0 1,0-1-1,1 1 0,0-1 1,0 0-1,5 8 0,12 12-117,29 33 1,-35-44 159,125 124-21,-137-138-19,0-1 0,0 1 1,0 0-1,1-1 0,-1 0 1,1 0-1,-1 0 0,1 0 1,-1-1-1,1 1 0,-1-1 0,7 0 1,49-3 11,-50 2 33,2 0 1,-4 1-5,1 0-1,-1-1 1,0 0-1,0 0 0,0 0 1,0-1-1,0 0 1,12-6-1,-18 6-4,-1 1-6,-3-14-5167,-27-31-4928,12 23 1221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5:27.6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577 289 4961,'0'0'7752,"-3"18"-7260,2-5-335,0 4 385,-1-1 1,-1 1 0,0-1 0,-1 0-1,-13 30 1,-59 98 1953,-108 150 0,96-160-1921,87-132-568,-5 7 69,0 0-1,0 0 0,-1 0 1,-14 14-1,20-22-281,1-7-139,2-32 252,1 0 1,3 0-1,1 0 0,21-67 0,68-147 222,-84 223-157,14-37 58,4-9-28,2 1 0,50-82 0,-55 106 12,-25 48 63,-4 7 47,-2 12-87,-2-1 0,0 0 0,-1 0 0,-1-1 0,-17 28-1,-9 17-30,-32 68 10,-223 417 189,243-467-104,46-78-107,-1 0-1,1 0-1,0 0 0,0 0 0,0-1 0,0 1 0,0 0 0,0 0 0,0 0 0,0 0 0,0-1 0,0 1 0,0 0 0,0 0 0,0 0 1,-1 0-1,1 0 0,0-1 0,0 1 0,0 0 0,0 0 0,0 0 0,-1 0 0,1 0 0,0 0 0,0 0 0,0 0 0,0 0 0,-1-1 1,1 1-1,0 0 0,0 0 0,0 0 0,-1 0 0,1 0 0,0 0 0,0 0 0,0 0 0,0 0 0,-1 0 0,1 0 0,0 1 0,0-1 1,0 0-1,-1 0 0,1 0 0,4-18-57,1 0 0,0 0 0,1 1 0,1 0 0,1 0 0,13-20 0,-20 35 64,399-655-1,-368 611-212,3 2-1,1 1 0,49-44 0,-84 86 191,0 0-1,0-1 1,0 1-1,0 0 1,0 0-1,0 0 1,1 0-1,-1 1 1,0-1-1,1 0 1,-1 0-1,0 1 1,1-1-1,-1 1 1,1-1-1,2 1 1,-4 1 23,1 1 0,0-1 0,-1 1 0,1-1-1,-1 1 1,0-1 0,1 1 0,-1 0 0,0-1 0,0 1 0,0 0 0,0-1 0,0 1 0,-1 0-1,1-1 1,0 1 0,-1-1 0,0 4 0,-10 39 163,-1-1 0,-32 73 0,34-90-128,-114 267 740,-182 316-1,284-569-482,30-89-1306,67-120 659,-32 77 341,333-661-240,-357 720 92,2 0 0,1 2-1,27-29 1,-50 84 70,-16 38 147,-2 0 0,-3-2-1,-38 76 1,19-44-11,-90 197 54,-55 131 98,163-369-73,15-34 27,1-1 1,0 1-1,-7 28 0,14-44-134,0 7-213,15-22-416,32-49 293,53-99 0,-90 145 309,460-805-53,-376 658 173,-114 230 864,-173 370 25,-110 285-401,296-705-325,0 6-845,26-49-390,342-625 724,-238 437 238,-106 191 46,-12 22-8,-9 21 46,3-17-62,-18 62 95,-4-1 0,-39 77 1,17-41-85,-201 446 738,243-539-658,-22 48-360,24-49-36,3-7-28,16-33-281,290-538 394,-74 140 243,-228 421-46,-3 7-4,0-1 0,0 1 0,0-1-1,1 1 1,6-8 0,-9 13 7,-1 0 0,0 0 1,0 0-1,0-1 0,0 1 1,0 0-1,0 0 0,0 0 1,0 0-1,0 0 0,0 0 1,1-1-1,-1 1 0,0 0 0,0 0 1,0 0-1,0 0 0,0 0 1,1 0-1,-1 0 0,0 0 1,0 0-1,0 0 0,0 0 1,0 0-1,1 0 0,-1 0 0,0 0 1,0 0-1,0 0 0,0 0 1,0 0-1,1 0 0,-1 0 1,0 0-1,0 0 0,0 0 1,0 0-1,0 0 0,1 0 0,-1 0 1,0 1-1,0-1 0,0 0 1,0 0-1,0 0 0,0 0 1,0 0-1,1 0 0,-1 0 1,0 1-1,0-1 0,0 0 0,0 0 1,0 0-1,0 0 0,0 0 1,0 1-1,0-1 0,0 0 1,0 0-1,0 0 0,0 0 1,0 1-1,1 18 80,-1-12-49,-4 37 77,-1 0 0,-2-1 0,-3 0 0,-1 0 1,-21 53-1,6-16-11,-47 141 210,-33 113 135,93-284-465,13-49 6,0-1 0,-1 1 0,1 0-1,0 0 1,0-1 0,0 1 0,0 0 0,0 0 0,0 0 0,0-1 0,0 1 0,0 0-1,0 0 1,0-1 0,0 1 0,0 0 0,1 0 0,-1 0 0,0-1 0,1 1 0,-1 0 0,0-1-1,2 2 1,-1-2-15,0 0 0,0 0-1,0 0 1,0-1-1,1 1 1,-1 0 0,0-1-1,0 1 1,0 0-1,0-1 1,0 0 0,0 1-1,0-1 1,0 0-1,0 1 1,0-1 0,-1 0-1,1 0 1,0 0-1,1-1 1,30-36-146,-2-1 1,41-70 0,-58 88 177,72-117 90,86-195 0,-159 307-83,25-44-1,-34 67-5,3-3 47,-5 26 201,-3 23 48,-2 0 0,-14 68 0,-32 93-26,17-76-149,17-64-79,2-10-3,1 0 0,3 1 0,-3 77 0,13-132-65,0 0 0,0 0 0,1 1 0,-1-1 0,0 0 1,1 0-1,-1 0 0,0 0 0,1 0 0,-1 1 0,0-1 0,1 0 1,-1 0-1,0 0 0,1 0 0,-1 0 0,0 0 0,1 0 1,-1 0-1,0-1 0,1 1 0,-1 0 0,0 0 0,1 0 1,-1 0-1,0 0 0,1 0 0,-1-1 0,0 1 0,1 0 0,-1 0 1,0 0-1,0-1 0,1 1 0,-1 0 0,0 0 0,0-1 1,0 1-1,1 0 0,-1-1 0,19-15-285,14-26 97,53-88-1,23-67 348,-75 136-158,6-14 30,13-25 106,76-107 1,-127 204-97,8-9-42,-10 12 30,0 0-1,0 0 0,1 0 1,-1 0-1,0 0 0,0 0 0,0 0 1,1 0-1,-1 0 0,0 0 0,0 0 1,0 0-1,1 0 0,-1 0 1,0 0-1,0 0 0,0 0 0,1 0 1,-1 0-1,0 0 0,0 0 0,0 0 1,0 0-1,1 0 0,-1 0 0,0 1 1,0-1-1,0 0 0,0 0 1,1 0-1,-1 0 0,0 0 0,0 1 1,0-1-1,0 0 0,0 0 0,0 0 1,0 0-1,0 1 0,1-1 1,-1 0-1,0 0 0,0 0 0,0 1 1,0-1-1,0 0 0,0 0 0,0 0 1,0 1-1,0-1 0,0 0 1,0 0-1,0 0 0,0 1 0,-1-1 1,1 0-1,0 0 0,0 0 0,0 0 1,0 1-1,0-1 0,0 0 1,0 0-1,0 0 0,-1 1 0,-1 26 156,0 0 0,-3-1 0,0 1 0,-13 38 0,-47 118 92,40-119-174,-20 49 46,20-55 16,-25 91 1,50-140-714,4-13 282,11-23-7,-11 21 198,291-532-110,-271 494 216,-13 21-4,0 1 0,2 0 0,1 1 0,28-33 0,-43 55 0,1-1 1,0 0-1,0 0 0,0 0 1,0 1-1,0-1 1,0 0-1,0 0 0,0 0 1,0 1-1,0-1 1,0 0-1,0 0 1,0 0-1,0 1 0,0-1 1,0 0-1,1 0 1,-1 0-1,0 0 0,0 1 1,0-1-1,0 0 1,0 0-1,0 0 1,0 0-1,1 1 0,-1-1 1,0 0-1,0 0 1,0 0-1,0 0 0,1 0 1,-1 0-1,0 0 1,0 0-1,0 1 1,0-1-1,1 0 0,-1 0 1,0 0-1,0 0 1,0 0-1,1 0 0,-1 0 1,0 0-1,0 0 1,0 0-1,1 0 1,-1 0-1,0 0 0,0 0 1,0-1-1,1 1 1,-1 0-1,0 0 0,0 0 1,0 0-1,0 0 1,1 0-1,-1 0 1,0-1-1,1 17 96,-1-1-1,-1 1 1,0-1 0,-1 0 0,-1 0-1,0 0 1,-10 26 0,2-2 31,-88 262 372,-16 66 178,107-325-674,11-27-298,11-23-236,7-16 338,0 0 1,-1-1-1,22-37 0,49-96 263,-54 91-108,-26 46 40,155-258 36,-163 276 11,-3 10 50,-3 22 4,-1 0 0,-2 0 0,-1-1 0,-1 0-1,-1 0 1,-22 43 0,3-3-36,-22 55 14,16-41 220,-34 119 0,68-201-312,0 0-1,0 0 0,1 0 0,-1 0 0,0 0 0,0 0 0,0 0 0,0 0 0,0 0 0,0 0 0,0 0 0,0 0 1,0 0-1,0 0 0,1 0 0,-1 0 0,0 0 0,0 0 0,0 0 0,0 0 0,0 0 0,0 0 0,0 0 0,0 0 1,0 0-1,0 0 0,1 0 0,-1 0 0,0 0 0,0 0 0,0 0 0,0 1 0,0-1 0,0 0 0,0 0 0,0 0 0,0 0 1,0 0-1,0 0 0,0 0 0,0 0 0,0 0 0,0 0 0,0 0 0,0 1 0,1-1 0,-1 0 0,0 0 0,0 0 1,0 0-1,0 0 0,0 0 0,0 0 0,0 0 0,0 0 0,-1 1 0,1-1 0,0 0 0,0 0 0,0 0 0,0 0 0,0 0 1,0 0-1,0 0 0,0 0 0,11-9-252,14-20 5,44-76 67,98-198-1,-10 11 141,-151 282 52,-3 4 0,1 0 0,0 0 1,0 1-1,1-1 0,8-7 0,-11 44 306,-5 19-195,-2 0 0,-3 0 0,-1 0 0,-3-1-1,-2-1 1,-1 0 0,-35 69 0,44-108-1038,2-10 190,1-21-268,7-38 143,10-11 577,37-107 0,-44 150 217,-1 7 568,-4 41-199,-3-14-510,0 0 1,-1 1-1,1-1 1,-1 0-1,-1 0 1,1-1-1,-1 1 1,0 0-1,0-1 1,-1 0-1,1 0 1,-1 0-1,0 0 1,-8 7-1,-30 28-4658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34.9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294 67 7962,'0'0'6266,"-12"16"-6150,-2 5-65,2-1-1,0 2 0,2 0 1,0 0-1,1 1 0,-11 45 0,-168 699 2654,182-736-2316,6-31-393,0 0 0,0 0 0,0 0 1,0 0-1,0 0 0,0 0 0,1 0 1,-1 0-1,0 0 0,0 0 0,0 0 1,0 0-1,0 0 0,0 0 0,0 0 1,0 0-1,0 0 0,1 0 0,-1 0 1,0 0-1,0 0 0,0 0 0,0 0 0,0 1 1,0-1-1,0 0 0,0 0 0,0 0 1,0 0-1,0 0 0,0 0 0,0 0 1,0 0-1,0 0 0,0 1 0,1-1 1,-1 0-1,0 0 0,0 0 0,0 0 0,0 0 1,0 0-1,-1 0 0,1 1 0,0-1 1,0 0-1,0 0 0,0 0 0,0 0 1,0 0-1,0 0 0,0 0 0,0 0 1,0 1-1,0-1 0,0 0 0,18-36-981,-6 13 1053,20-44-32,-2 0 0,-3-2 1,-3-1-1,-4-1 0,-2-1 0,-4 0 1,-3-1-1,3-111 0,-14 170-8,-3-39 124,3 52-141,0-1 0,-1 1 0,1-1 0,0 1 1,-1-1-1,0 1 0,1 0 0,-1-1 0,0 1 1,0-1-1,0 1 0,0 0 0,0 0 0,0 0 1,0 0-1,0 0 0,0 0 0,-1 0 0,1 0 1,0 0-1,0 0 0,-1 1 0,1-1 0,-1 0 0,1 1 1,-1-1-1,-2 0 0,3 1-11,0 0-1,-1 0 1,1 0 0,0 0-1,0 0 1,0 0 0,0 0-1,-1 0 1,1 1 0,0-1-1,0 0 1,0 1 0,0-1-1,0 1 1,0-1 0,0 1-1,0-1 1,0 1-1,0 0 1,0 0 0,0-1-1,0 1 1,0 0 0,-1 2-1,-14 33-120,14-29 111,-15 50 20,2 2-1,2 0 1,-8 116-1,12 187 215,9-312-200,0-39-32,-1 1 41,1 0 0,1-1 0,0 1 1,0 0-1,1 0 0,5 16 0,-6-25-45,1 0-1,0 0 1,0 0-1,0 0 1,0 0-1,0-1 1,0 1-1,1-1 1,-1 1-1,1-1 0,0 0 1,0 0-1,0 0 1,0 0-1,0-1 1,0 1-1,0-1 1,0 0-1,1 0 1,-1 0-1,1 0 1,-1-1-1,0 1 0,1-1 1,4 0-1,1 0-21,-1 0-1,1 0 1,0-1-1,-1-1 1,1 0-1,-1 0 1,1 0-1,-1-1 0,0 0 1,0-1-1,0 0 1,0 0-1,-1-1 1,0 1-1,0-2 1,0 1-1,0-1 0,-1 0 1,0 0-1,0-1 1,6-9-1,9-15 74,0 0-1,-2-1 1,24-56-1,-27 51-125,-1 0 0,-3-1 1,0-1-1,-3 0 0,-1 0 0,-2-1 0,-1 0 0,-3 0 0,-1 0 0,-6-58 0,4 88 78,-1 1-1,0 0 1,0 0-1,-1 0 1,0 0-1,-1 0 1,0 0-1,0 1 0,-1 0 1,-9-12-1,10 16 30,0-1 0,0 1-1,0 0 1,-1 0 0,0 0-1,1 1 1,-1-1 0,-1 1-1,1 0 1,0 1 0,-1-1-1,0 1 1,1 0 0,-1 1-1,0-1 1,0 1 0,-8 0-1,11 1-11,-1-1 0,1 2 0,0-1 0,0 0 0,-1 0 0,1 1 0,0 0 0,0 0 0,0 0 0,0 0 0,0 0 0,0 0 0,0 1 0,1 0 0,-1-1 0,0 1 0,1 0 0,-1 0 0,-2 4 0,-2 3 13,0 0 1,1 0-1,0 1 0,-8 18 1,-8 27 94,3 1 0,2 1 0,2 0 0,-7 66 0,1 15 439,-5 273 1,25-404-512,1 0-1,0-1 0,1 1 1,-1 0-1,1-1 1,0 1-1,1-1 1,0 1-1,0-1 1,0 1-1,5 6 0,-5-10-34,1 0 0,0 0 0,0 0-1,0-1 1,0 1 0,1-1-1,-1 0 1,1 0 0,0 0 0,-1 0-1,1-1 1,0 1 0,0-1-1,0 0 1,0 0 0,0-1 0,8 1-1,-2 0-47,1-1 0,-1 0 0,1 0 0,0-1 0,-1-1 0,1 0 0,-1 0 0,0-1 0,1 0 0,-1-1 0,-1 0 0,1-1 0,-1 0 0,1 0 0,-1-1 0,14-12 0,6-7 25,0-2 0,-2-1 0,-1-1 0,-1-1 0,39-65 0,-21 22-98,57-137 0,-80 161 48,-2-1 0,-2-1 0,18-104 0,-32 133 98,0-1-1,-1 0 1,-2 0 0,-6-44-1,5 53 22,-1 1-1,-1 0 0,-1 0 0,1 0 0,-2 1 0,0-1 0,0 1 1,-1 0-1,-11-12 0,14 18-14,-1 0-1,0 1 1,-1-1 0,1 1 0,-1 0 0,0 1 0,-1-1-1,1 1 1,-1 1 0,1-1 0,-1 1 0,0 0-1,0 1 1,-1-1 0,1 2 0,0-1 0,-1 1 0,1 0-1,-1 0 1,0 1 0,1 0 0,-1 0 0,1 1-1,-1 0 1,1 1 0,-1-1 0,1 1 0,0 1-1,0-1 1,0 1 0,0 0 0,0 1 0,0 0 0,1 0-1,0 0 1,0 1 0,-9 8 0,-4 7-10,0 1 1,1 0-1,1 1 1,2 1-1,0 1 0,1 0 1,1 0-1,-11 33 1,-6 27 86,-24 107 0,33-99 14,3 0 1,5 1-1,4 0 0,4 129 0,4-211-123,2 1 1,0-1-1,0 1 0,1-1 1,1 0-1,0 1 0,6 14 0,-7-21-20,1 0 0,0-1-1,0 1 1,0-1 0,1 0 0,0 0-1,-1 0 1,1 0 0,1-1-1,-1 0 1,0 0 0,1 0-1,-1 0 1,1-1 0,0 1-1,6 1 1,-1 0-58,0-1-1,0 0 1,0-1-1,0 0 1,0 0 0,0-1-1,0-1 1,0 1-1,1-2 1,-1 1-1,0-2 1,0 1 0,0-1-1,0-1 1,0 0-1,0 0 1,9-5 0,-5 0 43,0 0 0,-1-1 1,0 0-1,-1-1 0,0 0 1,0-1-1,-1-1 0,-1 1 1,0-2-1,14-21 0,10-20-13,-3-2 0,-3 0-1,-2-2 1,29-91 0,-44 109 14,-1-1-1,-2 1 1,-1-1 0,-3-1-1,-1 1 1,-2-1 0,-2 1 0,-7-50-1,5 74 19,-1 0 0,-1 0-1,-1 1 1,0-1-1,-1 1 1,-16-29 0,19 39 13,0-1 0,0 1 0,-1 0 0,1 1 0,-1-1 1,-1 1-1,1 0 0,-1 0 0,0 0 0,0 1 0,0 0 1,0 0-1,-1 1 0,0 0 0,1 0 0,-1 0 0,0 1 0,-14-3 1,18 5-4,-1 0 0,1-1 0,0 1 0,-1 1 0,1-1 0,-1 0 0,1 1 0,-1 0 0,1 0 0,0 0 1,-1 0-1,1 0 0,0 1 0,0-1 0,0 1 0,0 0 0,0 0 0,1 0 0,-6 5 0,1 1 4,0 1 0,1 0-1,0 0 1,1 1-1,-8 17 1,-6 18 63,3 0 0,1 1 0,-14 83 0,-5 146 237,24-14 229,10-254-510,0-1 0,0 0 0,0 1 0,1-1 0,0 0 1,1 0-1,-1 0 0,1 0 0,0 0 0,1 0 0,-1 0 0,1-1 0,0 1 1,1-1-1,-1 0 0,8 9 0,-6-10-54,0-1 0,0 1 0,0-1 0,0 0 0,0 0 0,0-1 0,1 0 1,0 0-1,-1 0 0,1 0 0,0-1 0,0 0 0,0 0 0,0-1 0,-1 0 0,12 0 0,-10-1-26,-1 1 1,0-1-1,0-1 0,0 1 1,0-1-1,0 0 0,0 0 1,0-1-1,0 1 0,-1-1 1,1-1-1,-1 1 0,6-6 0,2-3-3,0 0 0,-1-1-1,13-20 1,-3 4 28,-2 0 0,-1-2 1,-2 0-1,-1-1 1,-1-1-1,-2 0 1,-1-1-1,-1-1 0,-3 0 1,0 0-1,-2 0 1,1-64-1,-5 52 30,0-2 52,-5-70 0,2 107-28,0 0 0,-1 0 0,-1 0 0,0 0 0,0 1 0,-1-1 0,-1 1 0,0 0 0,0 0 0,-1 1 1,-9-13-1,12 19-2,-1 1 0,1-1 0,-1 1 0,0 0 0,0 0 0,0 0 0,0 0 0,-1 1-1,1 0 1,-9-4 0,11 6-12,-1-1 0,1 1 0,0-1 0,0 1 0,-1 0 0,1 0-1,0 0 1,-1 0 0,1 0 0,0 0 0,-1 1 0,1-1-1,0 1 1,0 0 0,0-1 0,0 1 0,-1 0 0,1 0-1,0 1 1,0-1 0,1 0 0,-1 1 0,0-1 0,0 1 0,1-1-1,-1 1 1,1 0 0,-1 0 0,0 2 0,-10 16 22,2 1 1,0 0 0,2 0 0,0 1-1,2 0 1,0 0 0,-5 43 0,-6 168 110,18-26-70,-1-200-80,1 0 1,0 0-1,0 0 0,0 0 1,1 0-1,0 0 1,1 0-1,-1-1 1,6 10-1,-6-14-16,0 1 1,-1-1-1,1-1 1,0 1-1,0 0 0,0 0 1,0-1-1,1 1 0,-1-1 1,0 1-1,1-1 1,-1 0-1,0 0 0,1 0 1,0-1-1,-1 1 0,1 0 1,-1-1-1,1 0 1,0 0-1,-1 0 0,1 0 1,0 0-1,-1 0 1,1 0-1,4-2 0,-1 0-6,-1 1 0,1-1-1,0-1 1,-1 1 0,1-1-1,-1 0 1,0 0 0,0-1-1,0 1 1,0-1 0,0 0-1,-1 0 1,0-1 0,0 1 0,0-1-1,-1 0 1,4-6 0,6-11 63,-2-1 1,16-42 0,-23 54-43,18-54-109,-4 0 1,-2-2-1,-3 0 1,-3 0-1,-3-1 1,-2-94-1,-5 160 118,0-9-6,0 1 0,0-1 0,-1 0 0,-5-20 1,6 29 11,-1 0 1,0 0 0,0 1 0,1-1 0,-1 0 0,0 0 0,-1 1 0,1-1 0,0 0-1,0 1 1,-1-1 0,1 1 0,-1-1 0,1 1 0,-1 0 0,0 0 0,1 0 0,-1 0-1,0 0 1,0 0 0,0 0 0,0 1 0,1-1 0,-1 0 0,0 1 0,0 0 0,0-1-1,0 1 1,0 0 0,-3 0 0,4 0 0,0 0 1,-1 0-1,1 1 0,-1-1 0,1 0 1,0 0-1,-1 1 0,1-1 1,0 1-1,-1-1 0,1 1 0,0 0 1,0-1-1,-1 1 0,1 0 1,0 0-1,0 0 0,0 0 0,0 0 1,0 0-1,0 0 0,0 0 1,-1 2-1,-5 8 22,1 1 0,-1 0 1,2 1-1,0-1 0,-7 25 1,-12 76 137,14-45-15,2 1 0,4 0 0,8 131 0,-3-185-155,1 0 1,1 0-1,1 0 0,0 0 1,0 0-1,2-1 1,-1 0-1,2 0 1,0 0-1,1-1 0,0 0 1,15 17-1,-17-23-42,0-1 1,0 0-1,1-1 0,-1 1 0,1-1 0,1-1 0,-1 1 1,1-1-1,-1-1 0,1 1 0,0-1 0,1-1 1,-1 1-1,0-1 0,1-1 0,-1 0 0,1 0 1,-1 0-1,1-1 0,0-1 0,-1 1 0,14-4 0,-12 2 28,1-2-1,0 1 0,-1-1 0,0-1 0,0 0 0,0 0 0,-1-1 0,0-1 0,0 1 0,0-1 1,-1-1-1,0 1 0,0-2 0,9-12 0,6-12 76,-1-1-1,28-56 1,-40 69-37,14-27 58,-2-1 0,-2-1 0,23-91 1,-35 104-54,-1 0 0,-2-1 1,-2 0-1,-2 0 0,-1 1 1,-7-50-1,4 66-34,-1 1 1,-1-1-1,-1 1 0,-17-39 1,21 53 21,-1-1 0,0 1 0,-1 0 0,1 0 0,-1 1 0,0-1 0,-1 1 0,1 0 0,-1 0 0,0 0 0,0 1 0,-1-1 0,1 1 1,-1 1-1,0-1 0,0 1 0,0 0 0,0 0 0,-8-2 0,12 5-9,1-1 1,-1 1-1,0 0 1,0 0-1,0 0 1,0 0-1,1 0 1,-1 0-1,0 1 0,0-1 1,0 0-1,1 1 1,-1 0-1,0-1 1,1 1-1,-1 0 1,0 0-1,1 0 0,-1 0 1,1 0-1,-1 0 1,1 0-1,0 0 1,-1 1-1,1-1 1,-2 3-1,-1 4 14,0 0 1,0 1-1,0-1 0,-4 16 0,8-22-13,-16 52 76,4 0 0,1 0 0,-3 67 0,10 177 90,4-288-169,1 0 0,0 1 0,1-1 0,0 0 0,1 0 0,0 0 0,1-1 0,4 11 0,-7-18-23,1 1 1,-1 0-1,1-1 1,0 1-1,0-1 1,0 1 0,0-1-1,0 0 1,1 0-1,-1 0 1,0 0-1,1 0 1,0-1 0,-1 1-1,1-1 1,0 0-1,0 1 1,0-1-1,0-1 1,0 1 0,0 0-1,0-1 1,0 1-1,0-1 1,0 0-1,0 0 1,0 0 0,0-1-1,1 1 1,3-2-1,-2 1 3,0-1-1,0 0 0,0 0 1,-1-1-1,1 1 0,-1-1 1,1 0-1,-1 0 0,0-1 0,0 1 1,0-1-1,-1 0 0,1 0 1,-1 0-1,0-1 0,0 1 1,3-6-1,3-9 29,0 0 0,11-40 0,-6 3-109,-2 0 1,-3-2-1,-2 1 0,-3-114 1,-4 153 76,0 0 1,-2 0 0,0 0-1,-1 0 1,-1 1 0,-10-28-1,13 40 23,-1 1 0,0-1-1,0 1 1,0 0 0,-1 0-1,1 0 1,-1 0 0,0 0-1,0 0 1,-1 1 0,1-1-1,-1 1 1,1 0 0,-1 0-1,0 1 1,0-1 0,-1 1-1,1 0 1,0 0 0,-1 0-1,1 0 1,-1 1 0,0 0-1,1 0 1,-1 0 0,0 0-1,0 1 1,0 0 0,1 0-1,-10 1 1,-5 3-566,1 0 0,0 1 0,1 1 0,-1 1-1,1 0 1,1 1 0,-20 12 0,-35 24-8255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5:52.9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451 1 7138,'0'0'8040,"-3"8"-609,-2 2-4504,-2-8-2876,1 0 1,0 0-1,0 1 0,0 0 1,1 1-1,-1-1 0,1 1 1,0 0-1,-7 7 0,-45 50-110,43-44 89,-20 21-15,2 2 0,2 2 0,2 1 0,1 1 0,3 1 0,1 1 0,3 1 0,1 1 0,3 0 0,2 2 0,2 0-1,2 0 1,2 1 0,-1 72 0,9-87-16,-2-5 0,2 1 0,2-1 0,1 1 0,1-1 0,16 59 1,-2-38 131,3 0 0,1-1 0,31 47 0,-15-51 654,-22-38-184,-13-10-3914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5:54.0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8 920 7466,'0'0'9536,"-1"0"-9489,1 0 0,0 0 0,0 0 0,0 0 0,-1 0 0,1 0 0,0 0 0,0 0-1,0 0 1,-1 0 0,1 0 0,0 0 0,0 0 0,-1 0 0,1 0 0,0 0 0,0 0 0,0 0 0,-1 0 0,1 0-1,0 0 1,0 0 0,0 0 0,-1-1 0,1 1 0,0 0 0,0 0 0,0 0 0,0 0 0,0-1 0,-1 1-1,1 0 1,0 0 0,0 0 0,0 0 0,0-1 0,0 1 0,0 0 0,0 0 0,0-1 0,0 1 0,-1 0-1,1 0 1,0 0 0,0-1 0,0 1 0,0 0 0,0 0 0,1 0 0,-1-1 0,0 1 0,0 0 0,0 0-1,0-1 1,0 1 0,0 0 0,1-28 377,1 0 0,2 1 0,0 0 0,13-39 0,42-101 106,-30 92-391,17-49-129,86-167 1,-131 289-43,0 153 392,-7 294 455,5-353-790,1-90-145,2-5-52,48-86 357,60-152 0,-49 99-153,-55 129-30,16-36-259,1 1-1,2 1 0,60-82 1,-85 129 250,0-1 1,0 1 0,1-1-1,-1 1 1,0 0 0,0-1-1,1 1 1,-1 0 0,0-1-1,1 1 1,-1 0 0,0 0-1,1-1 1,-1 1 0,0 0-1,1 0 1,-1-1 0,0 1-1,1 0 1,-1 0 0,1 0-1,-1 0 1,1 0 0,-1 0-1,0 0 1,1 0 0,-1 0-1,1 0 1,-1 0 0,0 0-1,1 0 1,-1 0 0,1 0 0,-1 0-1,1 0 1,-1 0 0,0 1-1,1-1 1,-1 0 0,0 0-1,1 1 1,-1-1 0,0 0-1,1 0 1,-1 1 0,0-1-1,1 0 1,-1 1 0,0-1-1,0 0 1,1 1 0,-1-1-1,0 0 1,0 1 0,0-1-1,0 1 1,1-1 0,-1 1-1,0-1 1,0 0 0,0 1-1,7 34 161,-5-27-128,11 91 896,-4 1 0,-6 169-1,-4-151-270,-12 218 4663,12-336-5279,-3 0-46,3 0-134,-11-12-2581,-2-60-9922,8 46 3675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5:54.9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232 248 8066,'0'0'10195,"0"-3"-9875,1-10-72,1 0 0,0 0 0,1 0 0,1 1 0,0-1 0,8-15 1,10-35 319,3-9 280,-20 68 87,-2 11-680,2 20-384,-4-21 250,17 123 924,3 251 1,-23-378-1026,0 0-1,-1 0 1,1 0 0,0 0 0,-1 0 0,1-1 0,-1 1 0,0-1 0,0 1 0,1-1 0,-1 0 0,0 0-1,0-1 1,0 1 0,-3 0 0,-3 1-34,-97 28-163,54-16 859,-94 37 1,145-50-614,27-1-193,74 2 720,-48 1-161,0-3 0,0-2 0,80-13-1,-130 15-477,0-1 0,-1 1-1,1 0 1,0-1-1,-1 1 1,1-1 0,-1 0-1,1 1 1,-1-1-1,1 0 1,-1 0 0,1 0-1,-1 0 1,0 0-1,0 0 1,0-1-1,1 1 1,-1 0 0,0 0-1,0-1 1,-1 1-1,1-1 1,0 1 0,0-1-1,-1 1 1,2-4-1,-2 0-748,0-1-1,0 1 1,0-1-1,-1 1 1,1-1-1,-4-9 1,2 6-665,-4-23-5871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5:55.7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 0 8554,'0'0'13757,"0"1"-13692,-1-1 0,1 0 0,0 1-1,-1-1 1,1 0 0,0 1 0,-1-1 0,1 1-1,0-1 1,0 1 0,-1-1 0,1 0-1,0 1 1,0-1 0,0 1 0,-1-1-1,1 1 1,0-1 0,0 1 0,0-1-1,0 1 1,0-1 0,0 1 0,0-1-1,0 1 1,0-1 0,1 1 0,-1-1-1,0 1 1,0-1 0,0 1 0,0-1 0,1 1-1,17 22 675,38 34 1,4 4-17,-22-16-509,-2 2 0,-3 1 0,-1 2 0,-2 1 0,-3 2-1,35 96 1,-40-82-85,-3 2 0,-3 0 0,-3 1-1,-3 0 1,1 92 0,-9-79-31,-3-1 1,-23 151-1,17-199-26,-1-1 0,-1 0 0,-1 0 0,-3-1 1,0 0-1,-2-1 0,-1-1 0,-1-1 0,-36 45 0,46-64 194,0-1-1,-2-1 1,1 1 0,-1-1 0,0-1-1,0 0 1,-1 0 0,-12 6-1,15-11 49,5-1-629,0 0 0,0-1 0,0 0 0,-1 0 0,1 0 1,0 0-1,0 0 0,0 0 0,-1 0 0,1-1 1,0 1-1,0-1 0,0 1 0,0-1 0,0 0 0,0 0 1,-4-2-1,-3-2-1417,-24-7-4747,-5-2-3035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36.6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1055 0 3929,'0'0'7776,"-15"9"-7550,-44 26-77,57-34-19,0 1 0,0-1 1,-1 0-1,1 0 0,0 0 1,0 0-1,-1 0 0,1 0 0,0 0 1,-1-1-1,1 0 0,-1 1 1,1-1-1,-1 0 0,1 0 0,0 0 1,-1 0-1,1-1 0,-4 0 1,-6-1 405,-18 2-327,0 1 0,0 2 0,0 1 0,0 1 0,1 1 0,0 2 0,-51 20 0,33-7-168,1 2-1,1 2 0,2 1 0,0 3 1,2 2-1,-57 53 0,77-62 12,1 0 0,0 1 0,2 1-1,1 0 1,0 1 0,2 1 0,1 1-1,2 0 1,0 1 0,2 0 0,0 1-1,-8 50 1,10-10-30,2 0 0,3-1-1,4 1 1,14 111 0,-8-132-20,2 1 0,3-2 0,1 1 0,3-2 0,2 0 0,1-1 0,31 52 1,-40-83-47,0 1 1,1-1 0,0-1 0,1 0 0,1-1-1,0 0 1,1-1 0,0 0 0,0-1 0,1-1 0,0 0-1,29 11 1,-16-10-140,0-1 1,1-2-1,0 0 0,0-2 1,0-1-1,40-1 0,-49-3 66,0-1-1,0-1 1,-1 0-1,1-2 1,0 0 0,-1-1-1,0-2 1,30-12-1,-24 6-14,0-2-1,0 0 0,-2-1 0,0-1 0,31-31 1,-21 15-113,-3-2 0,0-1 0,-3-2 1,0 0-1,-3-2 0,-2-1 0,23-54 1,-33 63 147,-1 0 0,-1 0 1,-2-1-1,6-46 0,-12 66 148,-1-1-1,0 0 1,-1 1 0,-1-1-1,0 0 1,-1 1 0,0-1-1,-1 1 1,0 0-1,-1 0 1,-1 0 0,0 0-1,-11-18 1,5 17 119,0 0-1,-1 0 1,0 2 0,-1-1 0,-1 2-1,0-1 1,0 2 0,-1 0 0,0 1-1,-1 0 1,0 2 0,-1-1-1,1 2 1,-20-5 0,-6 0 169,-1 2 0,0 2 1,-1 2-1,-72 0 0,86 5-254,0 2 0,0 0 0,1 3 0,-1 0 0,1 2-1,0 1 1,1 1 0,-1 1 0,2 2 0,0 1 0,0 1-1,1 1 1,1 2 0,1 0 0,-33 30 0,42-33-34,0 0 0,1 2 0,1-1 0,0 2 0,-15 24 0,24-34-56,0 0 0,1 0 0,0 0 0,0 1-1,0-1 1,1 1 0,0 0 0,1-1 0,-1 1 0,1 0 0,1 0 0,0 0 0,0 0 0,0 0 0,1 0 0,3 14 0,-1-16-33,0 0-1,1 0 1,-1 0 0,1-1-1,0 1 1,0-1 0,1 0-1,-1 0 1,1-1 0,0 1-1,1-1 1,-1 0 0,1-1-1,-1 1 1,1-1 0,0 0-1,0-1 1,1 1 0,12 2-1,6 2-244,0-2 0,1 0-1,48 2 1,-46-5 96,-1 0 1,0-2-1,1-1 1,-1-1-1,0-1 1,0-2 0,0-1-1,42-14 1,-43 8-68,0-2 1,-1 0-1,0-2 1,-2-1-1,0-1 0,0 0 1,-2-2-1,0 0 1,-2-2-1,19-26 1,-25 30 22,-1 0 1,-1-1-1,0 0 1,-2-1-1,0 0 1,-2-1-1,0 0 1,-1 0-1,-1 0 1,-1-1-1,-1 0 1,-1 0-1,-1-43 1,-3 51 255,-1 0 0,0 0-1,-1 1 1,0-1 0,-1 1 0,0 0 0,-1 1 0,-1-1-1,0 1 1,-1 0 0,0 1 0,-1 0 0,0 0 0,-1 0-1,0 2 1,0-1 0,-1 1 0,-22-14 0,-1 2 228,-1 1 1,-1 2 0,0 2-1,-1 0 1,-62-15 0,66 22 14,0 2 0,-1 1 1,1 1-1,-1 2 1,0 1-1,0 2 1,0 2-1,-49 7 0,69-6-161,-1 0-1,1 1 1,0 0-1,0 2 0,0-1 1,1 2-1,0-1 1,0 2-1,1 0 1,0 0-1,0 1 0,1 1 1,0 0-1,1 0 1,0 1-1,0 1 1,1-1-1,1 1 0,0 1 1,1 0-1,-12 27 1,12-21-87,1 1 1,0 0-1,2 0 0,0 0 1,1 0-1,1 1 1,1 0-1,1-1 1,1 1-1,1 0 1,0-1-1,2 0 0,0 1 1,9 22-1,-8-29-67,1 0 1,0 0-1,1 0 0,1-1 0,0 0 0,1-1 0,0 0 0,1 0 0,0-1 1,1 0-1,0-1 0,1 0 0,0-1 0,0 0 0,1-1 0,0 0 0,1-1 1,0-1-1,26 9 0,-14-8-74,1-1-1,0-1 1,1-1 0,-1-1 0,1-2-1,-1-1 1,1-1 0,-1-1 0,1-1-1,-1-2 1,0 0 0,34-13-1,-37 9 65,-1 0 0,-1-1 0,0-1 0,0-2 0,-1 0 0,-1-1 0,0-1 0,-1 0 0,-1-2 0,0 0 0,-1-1 0,-1-1 0,25-39 0,-36 50 70,0 0 0,-1-1 0,-1 1 0,1-1 0,-1 0 1,-1 0-1,0 0 0,0-1 0,-1 1 0,1-12 0,-2 17 69,0 0 0,0 0 0,-1 0-1,1 0 1,-1 0 0,0 0 0,0 0 0,0 0-1,-1 0 1,1 0 0,-1 0 0,0 1-1,0-1 1,0 1 0,-1-1 0,1 1-1,-1 0 1,0 0 0,0 0 0,0 0-1,0 0 1,0 1 0,-7-4 0,-7-1 167,0 0 1,0 1-1,-1 2 1,0-1-1,0 2 1,-1 0-1,1 2 1,0 0-1,-1 1 1,1 0-1,-31 6 1,46-6-260,0 0 1,0 1 0,0 0 0,1-1-1,-1 1 1,0 0 0,0 0-1,0 1 1,0-1 0,1 1 0,-1-1-1,1 1 1,-1 0 0,1 0-1,0 0 1,0 0 0,0 0 0,0 0-1,0 1 1,0-1 0,0 1-1,1-1 1,-1 1 0,1 0 0,-2 5-1,2-4-265,1-1 0,0 1 1,-1-1-1,1 1 0,0 0 0,1-1 0,-1 1 0,1-1 0,0 1 0,-1 0 0,1-1 0,1 0 1,-1 1-1,1-1 0,-1 0 0,1 0 0,0 1 0,0-1 0,0-1 0,0 1 0,5 4 0,35 27-6326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38.5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1341 1350 4809,'0'0'11020,"-28"-6"-6439,7-8-4407,1 0-1,1-2 1,0-1 0,1 0 0,0-2 0,-24-33 0,-6-4-115,-49-49 349,-5 4-1,-4 5 1,-5 5-1,-167-107 1,260 187-191,10 7-135,1-1-1,0 1 1,1-1-1,-1 0 1,-5-7 0,9 4-68,3 8-10,0 0 0,0 0 1,0 0-1,0-1 1,0 1-1,0 0 0,0 0 1,0-1-1,0 1 0,-1 0 1,1 0-1,0 0 1,0 0-1,0-1 0,0 1 1,0 0-1,0 0 1,-1 0-1,1 0 0,0-1 1,0 1-1,0 0 0,0 0 1,-1 0-1,1 0 1,0 0-1,0 0 0,0 0 1,-1-1-1,1 1 0,0 0 1,0 0-1,0 0 1,-1 0-1,1 0 0,0 0 1,0 0-1,0 0 0,-1 0 1,1 0-1,0 0 1,0 0-1,-1 0 0,1 0 1,0 1-1,0-1 0,0 0 1,0 0-1,-1 0 1,1 0-1,-5-1 20,0 0 0,0 0 0,0-1 0,0 1 0,0-1 0,0 0 0,1-1 0,-1 1 1,1-1-1,0 0 0,0 0 0,0-1 0,0 1 0,0-1 0,-3-4 0,-52-65-185,41 44 96,-28-62 0,33 64 81,0-1 1,-2 2-1,-19-26 1,19 31 1,12 15 2,-1 0 0,0 0 1,-1 0-1,1 1 1,-1-1-1,0 1 1,0 1-1,-9-7 0,13 10-92,16-16-6134,9 5 1065,1-2-699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39.4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 1019 2841,'0'0'7367,"-5"-5"-5135,3-11-1568,0 0-1,1 0 1,0 0 0,4-29-1,-1-6-120,10-202 827,-4 157-708,-5-1-1,-10-120 1,3 196-219,-1 0 0,0 0 1,-2 0-1,0 1 0,-2 0 0,0 0 0,-18-26 0,27 45-430,2 5-481,-1-2 443,1 1 0,-1-1 0,1 0 0,-1 1 0,1-1 0,0 0 0,0 0 0,0 0 0,0-1 0,0 1 0,3 2 0,332 203 255,-309-193-231,-16-8-19,0 0 0,0 1 0,-1 0-1,18 15 1,-29-20 54,0 0 0,0 0 0,0 0 0,0 0 0,0 0 0,0 0 0,0 0 0,-1 0 0,1 0 0,-1-1 0,1 1-1,-1 0 1,0 0 0,0 0 0,0 0 0,0-1 0,0 1 0,0 0 0,0-1 0,-2 3 0,2-3 0,-84 122 109,27-42 441,-59 113 0,114-190-288,0 0 0,0 0 0,0 0 0,-1 0 0,0 0 0,1-1 0,-1 0 1,0 0-1,-7 4 0,6-4-249,1 0 1,0 0 0,-1 0 0,1 0-1,1 1 1,-1 0 0,0 0 0,1 0-1,-5 7 1,-41 72-101,47-81 297,12 0-3808,90-7-1909,-42 4-172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0.3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277 35 6633,'0'0'7763,"-6"17"-7356,6-16-402,-6 19 202,0 1 0,1-1 1,2 1-1,0 1 0,0 25 0,-28 550 3457,29-574-3696,2-19-316,0-9-870,-1-61-2394,-3 0-1,-12-67 0,8 93 2947,-1 0 0,-2 1 0,-2 0 0,-27-57 0,34 83 932,-1 1 0,-1 0 1,0 0-1,0 1 0,-12-12 1,15 17 778,-1 1 1,1 1 0,-1-1 0,-1 1 0,1 0 0,-11-5 1688,23 7-2518,64-19 1386,-1-3 0,-1-3-1,99-55 1,-127 62-1239,-38 19-372,0 0 0,0 0 0,0 0 0,1 0 0,-1 0-1,0 1 1,0-1 0,1 1 0,-1-1 0,5 1 0,-6 0-42,0 0 0,-1 1 0,1-1 0,0 0 0,0 0 0,-1 1 0,1-1 0,0 0 0,-1 1-1,1-1 1,0 0 0,-1 1 0,1-1 0,0 1 0,-1 0 0,1-1 0,-1 1 0,1-1 0,-1 1 0,1 0 0,0 0 0,0 4-253,0-1 1,0 0-1,0 0 1,-1 1-1,1-1 1,-1 0-1,0 1 1,-1 5-1,1 1-13,0 48-4088,0-3-2035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0.6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 7498,'0'0'10978,"135"14"-9938,-90-8-184,0 0-416,0-6-248,6 3-192,-6-3-120,0 0-864,19-9-1304,-6-11-2281,-20 5-1112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0.9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 1 10178,'0'0'8642,"-39"210"-8298,39-140-144,-6-15-160,6-14-40,0-18-952,6-23-1841,14 0-2208,5-26-464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1.3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284 1 5921,'0'0'10853,"-15"0"-6597,8 1-4122,1 0 1,0 1-1,-1-1 1,1 1-1,0 1 1,0-1-1,0 1 1,1 0-1,-1 1 0,1-1 1,0 1-1,0 0 1,0 1-1,0-1 1,-7 10-1,-8 9-195,-32 50-1,36-49 47,1 1 0,2 1 0,-20 51 0,28-60-47,0 0 1,2 0 0,0 1 0,0-1 0,2 1 0,0 0 0,2 25 0,0-41 15,-1 1 0,1-1 0,0 0 0,0 1 1,-1-1-1,1 0 0,1 0 0,-1 0 0,0 1 0,1-1 0,-1-1 1,1 1-1,-1 0 0,1 0 0,0 0 0,0-1 0,0 1 1,0-1-1,0 0 0,0 1 0,0-1 0,0 0 0,0 0 0,1-1 1,-1 1-1,0 0 0,1-1 0,-1 1 0,1-1 0,-1 0 1,4 0-1,10 1-355,0 0 0,-1-2 0,26-3 0,-40 4 378,13-2-396,0-2 1,0 1 0,0-2-1,0 0 1,-1 0 0,0-1-1,18-11 1,83-65-4790,-54 37 805,-8 12 202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1.6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78 700 1192,'0'0'15445,"-8"-2"-14376,6 1-1026,0 0-1,0 1 0,0-1 0,0 0 0,0 0 1,0 0-1,0-1 0,0 1 0,0 0 0,0-1 1,1 1-1,-1-1 0,1 0 0,-1 1 0,1-1 1,-1 0-1,0-2 0,1 0-21,0 1-1,0-1 0,0 0 1,0 0-1,1 1 1,-1-1-1,1 0 0,0 0 1,0 0-1,1 0 1,-1 1-1,1-1 1,1-4-1,0 2-7,0 0 0,0 1 0,0-1 0,1 1 0,-1 0 0,2 0 0,-1 0 0,0 0 0,1 0 0,0 1 0,0 0 0,0 0 0,1 0 0,-1 0 0,1 0 0,10-5 0,-7 4-36,1 1 0,0 0 0,0 1-1,0 0 1,0 0 0,1 1 0,-1 0 0,1 0 0,18 0-1,-27 2 13,0 0-1,0 0 0,0 0 1,0 0-1,0 0 1,0 1-1,0-1 0,0 0 1,0 0-1,0 1 0,0-1 1,0 1-1,0-1 1,0 1-1,0-1 0,0 1 1,-1 0-1,1-1 0,0 1 1,0 0-1,-1 0 1,1-1-1,0 1 0,-1 0 1,2 2-1,-1-1 16,-1 1 1,1-1-1,0 0 0,-1 1 0,0-1 1,1 1-1,-1 0 0,0-1 1,0 1-1,-1 4 0,-1 1 57,0 0-1,0 0 1,0 0-1,-1 0 0,0 0 1,-6 9-1,1-5-11,1-1-1,-2 0 0,0-1 0,0 0 0,-1 0 0,-18 13 0,21-18-69,0 0-1,0-1 0,0 0 1,0 0-1,0 0 0,-1-1 0,0 0 1,0-1-1,0 0 0,0 0 0,0-1 1,-10 1-1,16-2-27,1 0 1,0 0-1,0-1 1,-1 1-1,1-1 0,0 1 1,0-1-1,-1 1 0,1-1 1,0 1-1,0-1 1,0 0-1,0 0 0,0 0 1,0 0-1,0 1 1,0-1-1,0 0 0,0-1 1,1 1-1,-1 0 0,0 0 1,1 0-1,-1 0 1,1-1-1,-1 1 0,1 0 1,0 0-1,-1-1 1,1 1-1,0 0 0,0-1 1,0-1-1,2-52-1489,-2 50 1324,2-8-168,0 1 0,1 0 0,0 0-1,1 0 1,0 0 0,1 1 0,1 0-1,6-12 1,8-7-1503,34-39-1,-26 33-261,32-41-3774</inkml:trace>
  <inkml:trace contextRef="#ctx0" brushRef="#br0" timeOffset="1">437 176 6409,'0'0'8736,"-1"15"-7994,-8 68 193,-6 104 1042,14-157-1738,0-15-147,1 1-1,0-1 0,2 1 1,3 20-1,-4-31-98,0-1 1,1 0-1,-1 0 0,1-1 1,0 1-1,0 0 0,0-1 1,0 1-1,1-1 0,-1 1 1,1-1-1,0 0 0,0 0 1,0 0-1,0-1 0,1 1 1,-1-1-1,1 0 0,-1 0 1,9 3-1,-6-2 4,1 0 0,0-1 0,0-1 0,0 1 0,-1-1 0,1 0 0,1 0 0,-1-1 0,0 0 0,0 0 0,0-1 0,0 0 0,0 0 0,0-1 0,-1 1 0,1-2 0,7-2 0,-5 0 4,0 0 0,0-1 0,-1 0 0,0 0-1,0-1 1,0 0 0,-1-1 0,0 0 0,-1 0 0,10-14-1,-2-3 7,0-1 0,-2-1 0,-1 1-1,-1-2 1,-1 0 0,-2 0-1,6-42 1,0-75-1546,-12 127 1050,-1 1-1,-1 0 0,-1-1 1,0 1-1,-2 0 0,-5-19 1,-4 9-4131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2.4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3849,'0'0'10137,"1"16"-9776,25 261 2126,-25-234-2252,4 40-116,-4-83-156,-1 0 0,0-1 1,0 1-1,0 0 0,0 0 1,0-1-1,1 1 1,-1 0-1,0 0 0,0-1 1,0 1-1,1 0 0,-1 0 1,0 0-1,0 0 0,0-1 1,1 1-1,-1 0 0,0 0 1,1 0-1,-1 0 1,0 0-1,0 0 0,1 0 1,-1 0-1,0 0 0,0 0 1,1 0-1,-1 0 0,0 0 1,1 0-1,-1 0 1,0 0-1,0 0 0,1 0 1,-1 0-1,0 0 0,1 0 1,-1 0-1,0 0 0,0 1 1,1-1-1,-1 0 0,0 0 1,0 0-1,0 1 1,1-1-1,-1 0 0,0 0 1,0 0-1,0 1 0,0-1 1,1 0-1,-1 0 0,0 1 1,0-1-1,0 0 0,0 0 1,0 1-1,0 0 1,5-18-1896,-1 0 0,4-31 1,-5 28 547,8-48-2901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2.8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19 187 7098,'2'-155'4530,"-8"126"-3188,-4 26 27,6 3-205,3 0 107,2 3-1273,0 0-1,0 0 0,0 0 0,0 0 1,0-1-1,1 1 0,-1 0 0,1-1 1,0 1-1,0-1 0,0 0 1,0 0-1,0 1 0,0-1 0,1-1 1,-1 1-1,1 0 0,-1-1 0,6 3 1,2 3 15,2 2-42,13 8-3,-1 1 1,42 42-1,-60-53 37,0 0 0,0 0 0,-1 1 0,0-1 0,0 1 0,-1 1 0,0-1 0,-1 0 0,1 1 0,-2 0 0,1 0 0,-1 0 0,-1 0 0,1 9 0,0 7 111,-2-1 1,-1 1-1,-1-1 1,-1 0-1,-1 0 1,-12 39 0,11-50-98,0 1 1,-1-1-1,0 0 1,-1-1 0,0 1-1,-1-2 1,-1 1-1,0-1 1,0 0 0,-1-1-1,0 0 1,-20 15-1,28-23-148,0-1-1,-1 1 1,1-1-1,0 1 0,-1-1 1,1 0-1,-1 0 1,1 0-1,-1 0 0,0 0 1,1-1-1,-1 1 1,0-1-1,-4 1 0,7-1-9,-1-1 0,1 1 0,-1 0-1,1 0 1,-1 0 0,1-1 0,-1 1-1,1 0 1,-1-1 0,1 1 0,-1 0-1,1-1 1,0 1 0,-1 0-1,1-1 1,0 1 0,-1-1 0,1 1-1,0-1 1,-1 1 0,1-1 0,0 1-1,0-1 1,-1 0 0,3-24-4247,8-1-2725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3.2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405 1 6737,'0'0'4529,"-31"16"-3202,1-1-970,12-7-154,-1 1 0,2 1 0,-1 0-1,1 2 1,1 0 0,0 1 0,1 0-1,0 1 1,-17 22 0,5-2 573,2 1-1,-33 62 1,49-81-520,2 1 1,0 1-1,1-1 0,0 1 0,2 0 0,0 0 0,1 0 1,-2 32-1,5-46-244,0 0-1,0 0 1,0-1 0,1 1 0,-1 0 0,1 0 0,0-1-1,0 1 1,0 0 0,0-1 0,1 1 0,0-1-1,-1 0 1,1 1 0,0-1 0,1 0 0,-1 0-1,0 0 1,1-1 0,0 1 0,-1 0 0,7 3 0,0-2-24,0 1 1,0-2 0,1 1 0,0-2 0,0 1 0,0-1 0,15 1 0,5 1-58,-1-1 1,1-2-1,0-1 1,35-5-1,-46 2-345,0 0 0,-1-2 0,0 0 0,0-1 0,0-1 0,0 0 0,25-16 0,6-9-2653,-19 4-1427</inkml:trace>
  <inkml:trace contextRef="#ctx0" brushRef="#br0" timeOffset="1">7 452 7786,'0'0'5817,"244"-8"-5657,-167-19-160,-13 4-72,-6 8-1536,-20 7-1673,-25 8-4721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3.5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5065,'0'0'11547,"19"186"-11331,-12-107-216,-1-6-24,-6-15-296,6-17-673,-6-24-855,0-11-1017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3.9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1 193 11947,'0'0'4392,"167"-64"-4191,-78 37-57,1 1-72,-13 0-64,-6 3-8,-26 5-681,-7 9-575,-25 9-1064,-7 0-1633</inkml:trace>
  <inkml:trace contextRef="#ctx0" brushRef="#br0" timeOffset="1">84 604 7986,'0'0'1744,"212"-132"-1408,-142 89-168,1 8-160,0 3-8,12 11-792,-12 15-1016,-20 1-1425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4.3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1 266 9706,'0'0'3195,"9"-31"-2937,38-98-196,-43 122-67,-1 1 0,1-1-1,0 1 1,1 0-1,0 0 1,-1 1-1,2-1 1,-1 1 0,1 0-1,-1 1 1,2-1-1,-1 1 1,0 0-1,1 1 1,-1-1 0,9-2-1,-1 2-33,0 0 0,0 1 0,1 1 0,-1 0 0,0 1 0,16 1 0,-24 0 74,0 0 0,-1 0 0,1 1 0,0 0 0,-1 0-1,1 1 1,-1-1 0,1 1 0,-1 0 0,0 1 0,0 0 0,0-1 0,0 1 0,0 1-1,7 5 1,-6-2 99,0 0-1,0 0 1,-1 0 0,0 1-1,0 0 1,-1 0-1,0 0 1,0 0-1,4 14 1,-4-9 65,-1 0-1,0 0 1,-1 1 0,0-1-1,-1 1 1,-1-1 0,0 1-1,-1-1 1,0 1 0,-1-1-1,-7 26 1,8-33-168,-1 0 0,-1 0 0,1 0 0,-1-1 0,0 1 1,0-1-1,-1 1 0,1-1 0,-1 0 0,0 0 0,-1-1 0,1 1 0,-1-1 0,0 0 0,0 0 0,0-1 0,-1 0 0,1 0 0,-1 0 0,0 0 0,0-1 1,0 0-1,0 0 0,0 0 0,0-1 0,0 0 0,-8 0 0,6 0-202,0-1 0,0 1 1,0-2-1,0 1 0,-1-1 0,1-1 0,-11-2 1,16 2 61,0 1 1,0-1 0,0 0 0,0 1-1,0-1 1,0 0 0,1-1 0,-1 1-1,1 0 1,0-1 0,-1 0 0,1 1-1,0-1 1,0 0 0,1 0 0,-1 0-1,1 0 1,-1-1 0,1 1 0,-1-4-1,-3-19-786,2 0 0,0 1 0,2-1-1,1-27 1,0 32 54,0-68-3349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4.9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0 462 4537,'0'0'4138,"1"30"-3058,0-5-851,1 51 832,14 92-1,-12-145-825,-3-13-128,0 0-1,1 0 1,1 0 0,-1 0-1,1 0 1,1 0 0,6 13-1,-9-23-133,-1 0-1,0 1 0,1-1 0,-1 0 0,0 0 0,1 0 0,-1 0 0,0 0 0,1 0 0,-1 0 0,1 0 0,-1 0 0,0 0 0,1 0 0,-1 0 0,0 0 0,1 0 0,-1-1 0,0 1 1,1 0-1,-1 0 0,0 0 0,1 0 0,-1-1 0,0 1 0,0 0 0,1 0 0,-1-1 0,0 1 0,0 0 0,1 0 0,-1-1 0,0 1 0,0 0 0,0-1 0,0 1 0,1 0 0,-1-1 1,0 1-1,0 0 0,0-1 0,9-16-476,57-201-2401,-30 86-157,4 6 1231,-11 37 4729,-27 82-2014,4-6 3637,-6 13-4458,1 0 1,0 0 0,-1 0 0,1 0-1,0 0 1,0 0 0,-1 1 0,1-1 0,0 0-1,-1 0 1,1 1 0,0-1 0,-1 0-1,1 1 1,-1-1 0,1 0 0,-1 1 0,1-1-1,0 1 1,-1-1 0,0 1 0,1-1-1,-1 1 1,1 1 0,37 40 461,-3 1 1,-2 2-1,-1 1 1,-3 2-1,33 72 1,-57-109-283,1 1 1,0-2 0,1 1-1,0-1 1,9 11 0,-15-20-251,1 1 0,-1 0 0,1-1 1,-1 1-1,1-1 0,0 1 0,-1-1 0,1 0 0,0 0 1,0 0-1,0 0 0,0 0 0,0 0 0,0 0 0,0-1 1,0 1-1,0-1 0,0 0 0,1 1 0,-1-1 0,0 0 1,0 0-1,0 0 0,0-1 0,0 1 0,1 0 1,-1-1-1,0 1 0,0-1 0,0 0 0,0 0 0,0 0 1,0 0-1,0 0 0,-1 0 0,1 0 0,2-3 0,3-3 27,0 0 0,0-1 0,-1 0 0,0 0 0,-1 0-1,0-1 1,5-12 0,26-69 292,-16 20-110,-4 0 0,-2-2-1,3-73 1,0 10 618,-17 133-801,1 0 1,-1 0-1,0-1 0,1 1 0,-1 0 0,1 0 1,-1 0-1,1 0 0,0 0 0,0 0 0,0 0 1,0 0-1,0 0 0,1 0 0,-1 1 0,1-1 1,-1 0-1,1 1 0,2-2 0,-2 2-33,1 0 1,0 0-1,0 0 0,0 1 1,0-1-1,1 1 0,-1 0 0,0 0 1,0 0-1,0 0 0,0 1 0,6 0 1,2 3 64,0 0 1,0 1-1,0-1 1,-1 2-1,0 0 1,0 0-1,0 1 1,-1 0-1,0 1 1,16 16-1,2 0 179,-2-3-12,-1 1 0,-1 1 0,-2 1 0,0 1 0,-1 1 0,-1 0 0,-2 2 0,0 0 0,-2 1 0,-2 0 0,0 1 0,-2 1 0,11 46 0,-22-76-496,1 8 826,-10-14-4644,-22-25-94,-40-30 0,8 16-2293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5.3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1 190 8058,'0'0'9615,"30"5"-8547,-9-1-834,1 0 2,-1 0 0,2-1 0,-1-2 0,0 0 0,0-1 0,0-1 0,0-1 0,28-6 0,7-11 680,0-3-1,93-49 0,-2 0 921,-148 71-1833,7-3 107,0 0 0,0 0 0,0 1 0,0 0 1,0 0-1,11-1 0,-17 3-157,-21 14-10336,-5 5 4808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0 337 3529,'0'0'7081,"3"-5"-6923,7-16 68,1 1 1,1 0-1,0 0 1,2 1 0,20-22-1,-27 34-144,0 0 0,1 1-1,0-1 1,0 2 0,0-1 0,0 1-1,1 0 1,0 1 0,0 0 0,0 1-1,1-1 1,-1 2 0,1-1-1,-1 1 1,18 0 0,-13 1-80,3 0 16,-1 0 0,29 4 1,-40-2-13,1 0-1,-1 0 1,0 1 0,1 0 0,-1 0 0,0 0 0,0 0 0,0 1 0,0 0 0,0 0 0,7 7 0,1 3 17,0 0 1,-2 0-1,1 1 0,-2 1 1,0 0-1,0 1 1,-2-1-1,0 2 0,0-1 1,-2 1-1,0 0 0,-1 1 1,-1-1-1,0 1 1,-2 0-1,2 36 0,-4-20 32,1-12-23,-1-1 0,-1 1-1,0-1 1,-2 1 0,-6 22-1,7-38-32,0 1 0,-1-1-1,0 0 1,0 1 0,-1-1-1,1-1 1,-1 1-1,-1 0 1,1-1 0,-1 0-1,0 0 1,0-1-1,0 1 1,-1-1 0,1 0-1,-1 0 1,0-1 0,0 0-1,-1 0 1,-8 3-1,4-2 4,0-1 0,-1-1-1,1 1 1,-1-2 0,1 0 0,-1 0-1,0-1 1,0 0 0,1-1-1,-1-1 1,-13-2 0,16 1 40,0 1 0,-1-1 1,2 0-1,-1-1 0,0 0 0,1-1 1,-1 0-1,1 0 0,1 0 1,-1-1-1,1 0 0,0-1 1,0 0-1,-6-8 0,1-2-43,1 0 1,1 0-1,0-1 0,1 0 0,2-1 1,-1 0-1,-4-22 0,6 9-47,0 0 0,3 0 0,0-54-1,3 83 31,0-1 0,0 0 1,0 0-1,1 0 0,0 1 0,0-1 0,0 0 0,0 1 0,0-1 0,1 1 0,0-1 0,0 1 0,0 0 0,0 0 0,0 0 0,0 0 0,1 0 0,-1 0 0,5-3 0,-1 2-3,-1 1 0,1-1 0,0 1 0,0 1 1,0-1-1,0 1 0,1 0 0,-1 0 0,1 1 0,10-2 0,-5 2-2,0 1-1,0-1 1,0 2-1,0 0 0,-1 0 1,1 1-1,0 1 0,0 0 1,-1 0-1,0 1 1,1 1-1,12 6 0,-18-7 13,0 1-1,-1-1 0,1 1 1,-1 0-1,0 0 1,0 1-1,0 0 1,-1 0-1,0 0 0,0 0 1,0 0-1,-1 1 1,0 0-1,0-1 0,1 9 1,0 5 74,0 0-1,-2 0 1,0 0 0,-2 26-1,0-39-44,-1 0 0,0 1 0,-1-1 0,1 0 0,-1 0 0,-1 0 0,1 0 0,-1 0 0,0 0 0,-1-1 0,0 0 0,0 0 0,0 0 0,-1 0 0,1 0 0,-2-1 0,1 0 0,0 0 0,-13 8 0,9-7-23,0 0 1,0 0-1,-1-2 1,0 1-1,0-1 1,0 0-1,-1-1 0,1 0 1,-1-1-1,1 0 1,-1-1-1,0 0 1,-12-1-1,21 0 19,-1 0 0,1-1 0,0 1-1,-1-1 1,1 1 0,0-1 0,-1 0 0,1 0-1,0 0 1,0 0 0,0 0 0,0-1 0,0 1-1,0-1 1,0 1 0,1-1 0,-1 1-1,-1-4 1,0 1-7,0-1 0,0 1 0,1-1-1,-1 0 1,1 0 0,1 0 0,-3-10-1,0-7-25,1 0-1,2 0 1,0-25-1,1 36 28,1-4-37,0 1 0,1 0 1,1 0-1,0 0 0,1 0 0,0 1 1,1-1-1,0 1 0,1 0 0,1 1 1,0-1-1,1 1 0,0 1 0,1 0 1,0 0-1,1 0 0,0 1 0,0 1 1,20-14-1,-28 21-2,1 0 0,0 0 0,0 0-1,1 0 1,-1 1 0,0 0 0,0-1 0,1 1 0,-1 1 0,1-1-1,-1 0 1,1 1 0,-1-1 0,1 1 0,-1 0 0,1 1 0,-1-1-1,1 0 1,-1 1 0,1 0 0,4 2 0,-5-1 37,1 0 0,-1 0-1,0 0 1,-1 1 0,1 0 0,0-1 0,-1 1 0,1 0-1,-1 0 1,0 1 0,0-1 0,0 0 0,-1 1 0,1-1 0,-1 1-1,0-1 1,0 1 0,0 0 0,0 4 0,5 19 88,-1 1-1,-2 0 1,-1 1 0,-1-1 0,-2 0 0,-1 0 0,-1 0-1,-1 0 1,-1 0 0,-2 0 0,0-1 0,-2 0 0,-20 40-1,28-65-93,0 1 0,0-1 0,0 0 0,-1 1 0,1-1 0,-1 0 0,1 0 0,-1 0 0,0 0 0,0-1 0,1 1 0,-2 0 0,1-1 0,0 1 0,0-1 0,0 0 0,-1 1-1,1-1 1,0-1 0,-1 1 0,1 0 0,-1 0 0,-2 0 0,2-2-3,1 1 0,-1-1 0,1 1-1,-1-1 1,1 0 0,0 0 0,-1 0 0,1 0-1,0 0 1,0 0 0,-1-1 0,1 1 0,0-1-1,0 1 1,1-1 0,-1 0 0,0 0 0,0 0 0,1 0-1,-1 0 1,1 0 0,-2-5 0,-6-9 3,2 0 1,0-1-1,0 0 0,2 0 1,0-1-1,1 0 0,-2-18 1,-1-129-23,7 161 21,0 1-15,0 1 0,0-1 1,0 0-1,0 0 1,0 1-1,1-1 0,0 0 1,-1 1-1,1-1 0,0 0 1,0 1-1,0-1 0,0 1 1,1-1-1,-1 1 1,1 0-1,-1 0 0,1 0 1,0 0-1,4-4 0,-2 4-21,0 0 0,0 0 0,1 0 0,-1 1-1,0 0 1,1 0 0,-1 0 0,1 0 0,-1 1-1,1-1 1,8 2 0,-11-1 39,0 0 0,1 1 0,-1 0 0,0 0 0,0 0 0,1 0 1,-1 0-1,0 0 0,0 0 0,0 1 0,0-1 0,-1 1 0,1-1 0,0 1 0,-1 0 0,1 0 0,-1 0 1,1-1-1,-1 2 0,0-1 0,0 0 0,0 0 0,0 0 0,0 0 0,1 5 0,1 2 57,-1 1 0,1-1 0,-2 0 0,1 1 0,-1 14 0,0-1 139,-2 0 0,-5 32 0,4-48-169,1 0-1,-1 0 1,0 0-1,-1-1 1,0 1 0,0-1-1,0 1 1,-1-1-1,0 0 1,0 0-1,0-1 1,-6 6 0,9-9-31,0-1 1,-1 0 0,1 1 0,0-1 0,-1 0 0,1 0 0,-1 0 0,1 0 0,-1 0 0,0 0 0,1 0 0,-1 0 0,0-1 0,0 1 0,1-1 0,-1 1 0,0-1-1,0 0 1,0 0 0,0 1 0,0-1 0,1-1 0,-1 1 0,0 0 0,-2-1 0,1 0-6,0-1 1,1 1 0,0-1-1,-1 0 1,1 0-1,0 0 1,0 0-1,0 0 1,0 0-1,0-1 1,0 1-1,1-1 1,-1 1-1,-1-4 1,-3-8-25,0-1 1,1 0-1,1 0 1,-5-26-1,5 16-69,1 1 0,1-1 0,1 0 0,1 0-1,2 0 1,6-37 0,-7 55 71,0 1-1,1 0 1,0 0 0,0-1-1,0 1 1,1 0 0,0 1 0,0-1-1,0 0 1,1 1 0,0 0-1,0 0 1,1 0 0,-1 0-1,1 1 1,0 0 0,0 0 0,0 0-1,1 0 1,-1 1 0,1 0-1,0 0 1,0 1 0,0-1-1,0 1 1,0 1 0,1-1-1,-1 1 1,12-1 0,-12 1 4,1 1 1,-1 0 0,0 0-1,1 0 1,-1 1-1,0 0 1,0 0-1,0 0 1,0 1-1,0 0 1,0 0 0,0 1-1,0-1 1,-1 1-1,1 1 1,-1-1-1,0 1 1,0 0 0,0 0-1,-1 0 1,1 0-1,-1 1 1,0 0-1,-1 0 1,1 0-1,-1 1 1,0-1 0,0 1-1,0-1 1,-1 1-1,0 0 1,0 0-1,2 12 1,-1-1 93,-1-1 0,-1 1 0,0 0 1,-1 0-1,-1-1 0,0 1 0,-1-1 0,-1 1 0,-1-1 0,0 0 0,-1 0 1,-1 0-1,0-1 0,-1 1 0,-1-2 0,0 1 0,-1-1 0,-16 18 1,22-28-48,0-1 0,0 1 0,0-1 0,-1 0 1,0-1-1,1 1 0,-1-1 0,0 1 0,0-1 1,-1 0-1,1-1 0,-7 3 0,9-4-33,-1 1 0,1-1 0,-1 0-1,1 0 1,-1 0 0,1 0 0,-1 0 0,1-1-1,-1 1 1,1-1 0,-1 0 0,1 1 0,-1-1-1,1 0 1,0 0 0,0-1 0,-1 1 0,1 0-1,0-1 1,0 1 0,0-1 0,1 0 0,-1 0-1,0 0 1,-1-2 0,-5-8 3,0 0 0,1-1 0,0 0 1,1-1-1,1 1 0,0-1 0,0 0 0,2 0 0,0-1 0,-1-15 1,-2-26-34,3-71 0,3 100 5,0 13 23,1 1 0,0-1 0,0 1 0,1-1 0,1 1 0,0 0 0,1 0 0,10-23 1,-12 33-5,0-1 1,0 1-1,0 0 1,1 0 0,-1 0-1,1 0 1,-1 0 0,1 1-1,0-1 1,0 1 0,1 0-1,-1 0 1,0 0 0,7-3-1,-5 4 0,0 0 0,0 0-1,0 0 1,0 1 0,0 0-1,0 0 1,0 0 0,0 1-1,0-1 1,-1 1 0,1 0-1,0 1 1,0-1 0,7 4-1,-2 0 31,1 1-1,-1 1 1,0-1-1,0 2 0,0-1 1,-1 1-1,-1 1 1,1 0-1,-1 0 0,-1 0 1,0 1-1,0 0 1,9 19-1,-4-6 15,-2 2 0,0-1 0,-1 1 0,-1 1 0,5 35 0,-8-24 182,-2 1-1,-1 0 0,-4 45 0,2-78-155,-1-1 0,1 0 0,-1 1 0,0-1 1,0 0-1,0 0 0,-1 0 0,1 0 0,-1 0 0,0 0 1,0 0-1,-1 0 0,1-1 0,-1 1 0,1-1 0,-1 0 1,0 0-1,0 0 0,-1 0 0,1 0 0,-1-1 1,-7 5-1,8-6-44,-1 0 0,1 0 1,-1 0-1,0 0 0,1 0 0,-1-1 1,0 0-1,0 0 0,1 0 1,-1 0-1,0 0 0,0-1 0,1 1 1,-1-1-1,0 0 0,1-1 1,-1 1-1,1 0 0,-1-1 0,1 0 1,0 0-1,0 0 0,-1 0 0,2 0 1,-1-1-1,-3-3 0,-4-4 6,0-1 1,1 0-1,0-1 0,1 0 0,0-1 0,1 1 0,1-1 0,0-1 1,-8-26-1,7 14-67,2 0 0,0 0 1,2 0-1,0-43 1,3 68 30,0 0 0,0 1 1,0-1-1,0 0 1,1 0-1,-1 0 0,0 0 1,0 0-1,1 0 1,-1 0-1,1 1 0,-1-1 1,1 0-1,-1 0 1,1 0-1,0 1 0,-1-1 1,1 0-1,0 1 1,-1-1-1,1 1 0,0-1 1,0 1-1,0-1 1,0 1-1,-1-1 0,2 1 1,35-5-212,-30 6 236,-1-1 0,1 1-1,-1 0 1,1 1 0,-1 0 0,1 0-1,-1 0 1,0 1 0,7 3 0,-7 0 15,0 0-1,-1 0 1,1 1 0,-1 0 0,0 0-1,-1 0 1,0 1 0,0-1 0,-1 1-1,0 0 1,0 0 0,0 0 0,-1 1-1,-1-1 1,1 0 0,-1 1 0,-1-1-1,0 1 1,0-1 0,0 1 0,-1-1 0,-3 11-1,3-9 36,0-1 0,-1 0-1,-1 1 1,0-1 0,0 0-1,0 0 1,-1-1-1,-1 1 1,1-1 0,-2 0-1,1 0 1,-1 0 0,0-1-1,0 0 1,-1 0 0,0 0-1,0-1 1,-1 0-1,-15 9 1,21-14-52,-1 0-1,1 0 1,-1 0 0,0 0-1,0 0 1,0 0-1,1-1 1,-1 1 0,0-1-1,0 0 1,0 0-1,0 0 1,0 0 0,0-1-1,0 1 1,1-1-1,-1 1 1,0-1 0,0 0-1,1 0 1,-1 0-1,0-1 1,1 1 0,-1-1-1,1 1 1,0-1-1,-1 0 1,1 0 0,0 0-1,0 0 1,0 0-1,1-1 1,-1 1 0,0 0-1,1-1 1,-1 1-1,1-1 1,0 0 0,-1-3-1,-3-8-15,0 0 0,1 0 0,0 0 1,1-1-1,1 0 0,-1-18 0,3 31 8,-1-20-16,0 0 1,1 0-1,2 0 0,5-35 0,-6 52-14,0 0-1,1 0 1,-1 1-1,1-1 1,0 0-1,0 1 1,0 0-1,1-1 1,0 1-1,-1 0 1,2 0-1,-1 0 1,0 1-1,1-1 1,-1 1-1,1-1 1,0 1-1,0 1 1,1-1-1,-1 1 1,0-1-1,1 1 1,-1 0-1,1 1 1,0-1 0,0 1-1,5-1 1,-4 0 27,0 1 1,0 0-1,0 1 1,0-1 0,0 1-1,0 0 1,0 1 0,0-1-1,0 1 1,0 1 0,0-1-1,0 1 1,-1 0 0,1 0-1,-1 0 1,1 1 0,-1 0-1,0 0 1,0 0 0,0 1-1,0 0 1,-1 0 0,1 0-1,-1 0 1,0 1 0,0-1-1,-1 1 1,0 0 0,1 1-1,-2-1 1,1 0 0,0 1-1,-1-1 1,2 10-1,0-2 77,0-1 0,-1 1-1,-1 0 1,0 0-1,-1 0 1,0 0 0,-1 0-1,-1 0 1,0 0 0,0 0-1,-1-1 1,-1 1-1,0 0 1,-1-1 0,-1 0-1,1 0 1,-2 0-1,0 0 1,0-1 0,-1 0-1,-1 0 1,1-1-1,-2 0 1,1 0 0,-12 9-1,16-15-42,0-1 1,0 0-1,0 0 0,0 0 0,0-1 1,0 1-1,-1-1 0,1 0 0,-1-1 1,0 1-1,0-1 0,1 0 0,-1 0 1,0 0-1,0 0 0,0-1 0,0 0 0,0 0 1,0-1-1,0 1 0,0-1 0,0 0 1,1 0-1,-1-1 0,0 1 0,1-1 1,-1 0-1,1-1 0,-1 1 0,1-1 1,0 1-1,0-1 0,0-1 0,0 1 1,1 0-1,-1-1 0,1 0 0,0 0 1,-4-6-1,-1-8-59,0-1 0,1 0 0,1 0 0,1 0 0,1-1 0,0 1 0,2-1 0,0 0 1,1 0-1,1 0 0,1 0 0,1 0 0,7-34 0,-7 49-8,0-1 0,1 1 0,0 0-1,0 0 1,0 0 0,1 1 0,-1-1 0,1 1 0,0 0 0,1 0-1,-1 0 1,0 1 0,1-1 0,0 1 0,0 0 0,0 0 0,0 1 0,1-1-1,-1 1 1,1 1 0,-1-1 0,1 1 0,0 0 0,-1 0 0,12 0 0,-8 0 12,0 1 0,0 0 1,0 1-1,0 0 1,0 0-1,0 1 1,-1 0-1,1 0 1,0 1-1,-1 0 1,0 1-1,0 0 0,0 0 1,0 1-1,-1 0 1,8 6-1,-9-5 32,0 1-1,0 0 0,-1 0 0,1 1 1,-2 0-1,1 0 0,-1 0 1,0 0-1,-1 1 0,0-1 0,0 1 1,-1 0-1,0 0 0,-1 0 1,0 0-1,0 0 0,-1 0 0,0 0 1,-1 0-1,1 0 0,-2 0 1,1 0-1,-2 0 0,1 0 0,-6 13 1,2-8 100,1-1 1,-2 0-1,0 0 0,0-1 1,-1 0-1,-1 0 1,0-1-1,0 0 1,-1-1-1,0 0 0,-1 0 1,0-1-1,-1-1 1,0 0-1,-18 9 1,24-14-83,0 0 1,0-1-1,-1 0 1,1-1-1,-1 0 1,1 0-1,-1 0 1,0 0-1,1-1 1,-12-1-1,15 0-20,-1 1-1,0-1 1,0 0-1,0 0 1,0-1-1,1 1 1,-1-1 0,1 1-1,-1-1 1,1-1-1,0 1 1,-1 0-1,1-1 1,0 1-1,1-1 1,-1 0-1,-4-6 1,0-3-2,0 0-1,1 0 1,1 0 0,0-1-1,1 0 1,0 0 0,-3-26-1,2-1-45,2-56-1,3 85 19,1-1 0,0 1 0,0-1 0,1 1-1,1 0 1,0-1 0,1 1 0,0 0 0,0 1 0,1-1 0,0 1 0,1 0-1,1 0 1,9-12 0,-10 16-44,0-1-1,1 1 1,0 0 0,0 1-1,0 0 1,1 0 0,0 0-1,0 1 1,0 0 0,0 1-1,1 0 1,-1 0-1,1 1 1,0 0 0,-1 0-1,1 1 1,0 0 0,0 1-1,10 0 1,-16 0 66,0 0-1,0 1 1,-1-1-1,1 1 1,0 0-1,0-1 1,-1 1 0,1 0-1,0 1 1,-1-1-1,1 0 1,-1 1 0,0-1-1,1 1 1,-1 0-1,0 0 1,0 0 0,0 0-1,2 3 1,-1 0 19,0-1 1,-1 1-1,0 0 1,0 0-1,0 0 1,0 0 0,-1 0-1,0 1 1,1 9-1,-1-1 74,-1 0 0,0 0 0,-1 0 0,-1-1 0,0 1 0,-1 0 0,-6 19 0,4-20 55,-1 0 0,0-1 0,0 0 1,-2 0-1,-15 20 0,19-28-97,1 0-1,-1 0 1,0 0-1,0 0 1,0-1-1,0 1 1,-1-1-1,0 0 1,1-1 0,-1 1-1,0-1 1,0 0-1,0 0 1,-1 0-1,1-1 1,0 0-1,-10 1 1,13-2-43,0 0 0,0-1 0,0 1 0,0 0 0,0-1 0,0 0 0,0 1 0,0-1 0,0 0 0,0 0 0,0 0 0,0 0 0,0 0 0,1-1 0,-1 1 0,0-1 0,1 1 0,-3-3 1,1-1-8,-1 0 1,1 0-1,0 0 1,0 0-1,1-1 1,-4-9-1,1-4-26,0-1 0,1 1 1,-1-26-1,3 14-65,0 1 1,2 0-1,2-1 1,6-38-1,-6 57 34,1 0 0,1 0-1,-1 0 1,2 0 0,0 1-1,0-1 1,1 1-1,0 1 1,1-1 0,0 1-1,1 0 1,0 1 0,12-12-1,-15 17 30,-1 1 0,1-1 0,0 1 0,0 0-1,0 1 1,0-1 0,0 1 0,1 0 0,-1 0 0,1 1-1,-1-1 1,1 1 0,0 1 0,-1-1 0,1 1-1,0 0 1,0 0 0,-1 0 0,1 1 0,0 0 0,0 0-1,-1 1 1,1 0 0,-1-1 0,0 2 0,1-1-1,-1 1 1,0 0 0,0 0 0,-1 0 0,1 0 0,-1 1-1,1 0 1,-1 0 0,0 0 0,-1 1 0,1-1-1,-1 1 1,0 0 0,0 0 0,4 9 0,0 3 162,-1 0 1,0 0 0,-1 1-1,-1 0 1,-1 0-1,-1 0 1,0 1 0,-1-1-1,-1 0 1,-1 1-1,-1-1 1,0 0 0,-1 0-1,-1 0 1,-1 0-1,0 0 1,-2-1 0,0 0-1,0-1 1,-2 1-1,0-1 1,-1-1 0,0 0-1,-20 21 1,27-32-77,-1-1-1,1 1 1,-1-1 0,0 0 0,0-1 0,0 1 0,-1-1 0,1 1-1,0-1 1,-1 0 0,0-1 0,1 1 0,-8 0 0,9-1-43,0-1 0,0 0 0,0 0 0,0-1 1,0 1-1,0-1 0,-1 1 0,2-1 0,-1 0 1,0 0-1,0 0 0,0-1 0,0 1 0,1-1 1,-1 1-1,0-1 0,1 0 0,0 0 0,-1 0 1,1 0-1,-3-5 0,-5-6-23,1 0 1,0-1-1,1 0 1,1-1-1,0 0 1,1 0-1,0 0 1,2-1-1,-6-28 1,4-1-218,1 0 1,2-57 0,3 101 198,0 0 1,0 0-1,1 1 1,-1-1-1,0 0 0,0 0 1,1 0-1,-1 1 0,1-1 1,-1 0-1,1 1 0,-1-1 1,1 0-1,-1 1 0,1-1 1,-1 1-1,1-1 1,0 1-1,-1-1 0,1 1 1,0-1-1,0 1 0,-1 0 1,1-1-1,0 1 0,0 0 1,-1 0-1,1-1 0,0 1 1,0 0-1,0 0 1,0 0-1,-1 0 0,1 0 1,0 0-1,0 0 0,0 1 1,-1-1-1,3 1 0,1-1 2,-1 1-1,1 0 1,0 0-1,0 0 1,0 0-1,-1 1 1,1-1-1,5 4 0,-2 1 42,-1 0 0,1 0 0,-1 0 0,-1 1 0,1 0 0,-1 0 0,0 0 0,-1 1 0,1-1 0,-2 1-1,1 0 1,-1 0 0,4 15 0,-4-8 58,0 0 1,-1 0-1,0 0 0,-1 0 0,-1 0 0,0 0 0,-4 22 1,3-32-24,-1 1 0,1-1 0,-2 0 0,1 1 0,0-1 1,-1 0-1,0 0 0,0-1 0,0 1 0,-1-1 0,0 1 1,0-1-1,0 0 0,0 0 0,-1-1 0,1 1 0,-1-1 1,-9 5-1,12-7-48,-1 0 0,0 1 1,0-1-1,0 0 0,0 0 0,0-1 1,0 1-1,0-1 0,0 1 1,0-1-1,0 0 0,0 0 0,0 0 1,0-1-1,0 1 0,0-1 1,0 1-1,0-1 0,0 0 0,0 0 1,1 0-1,-1-1 0,0 1 0,1-1 1,-1 1-1,1-1 0,-1 0 1,1 0-1,0 0 0,0 0 0,0-1 1,0 1-1,0-1 0,0 1 1,0-1-1,-1-3 0,-4-8-3,1 0 1,0-1-1,1 0 0,0 0 0,1 0 0,-3-26 1,1-97-63,6 134 46,0 0 0,0 0 0,0 0 0,1 0 0,-1 0 0,1 0 0,0 0 0,0 0 0,0 1 0,1-1 0,2-5 0,-2 7-31,-1 0-1,1 0 1,0 1-1,0-1 1,0 1 0,0 0-1,0 0 1,0-1-1,0 1 1,0 0-1,0 1 1,1-1 0,-1 0-1,0 1 1,1-1-1,-1 1 1,0 0 0,1 0-1,-1-1 1,5 2-1,-1 0 43,0-1-1,-1 1 1,1 1-1,-1-1 1,1 1-1,-1 0 1,1 0-1,-1 0 1,0 1-1,0 0 1,0 0-1,-1 0 1,1 1-1,-1 0 1,1-1-1,-1 2 1,-1-1-1,1 0 1,0 1-1,-1-1 1,0 1-1,0 0 1,0 0-1,-1 1 1,3 8-1,1 1 98,-1 0 1,0 1-1,-1-1 0,-1 1 0,-1 0 0,0 0 0,-1 0 0,-2 21 1,1-30 8,-2 1 0,1-1 0,-1 0 0,-1 0 0,1 1 1,-1-2-1,0 1 0,-1 0 0,1-1 0,-1 1 1,-8 8-1,9-12-66,1 0 1,0 0-1,-1 0 1,0 0-1,1-1 1,-1 0-1,0 1 1,-1-1-1,1 0 1,0-1 0,0 1-1,-1 0 1,1-1-1,-1 0 1,0 0-1,1 0 1,-1 0-1,0-1 1,1 1-1,-1-1 1,0 0-1,0 0 1,1 0-1,-6-1 1,7 0-37,0 0 0,0 0-1,0 0 1,0 0 0,1-1 0,-1 1 0,0 0 0,1-1-1,-1 1 1,0-1 0,1 0 0,0 1 0,-1-1-1,1 0 1,0 0 0,0 0 0,0 0 0,0 0 0,-1-4-1,-10-44-91,10 40 53,-2-12-41,1-1 0,0-30 0,3 46 53,0-1-1,1 1 1,0-1-1,0 1 0,0 0 1,1 0-1,0-1 1,0 1-1,1 0 1,6-11-1,-7 15-2,0 1 0,0-1 0,1 1 0,-1 0-1,0 0 1,1 0 0,0 0 0,-1 0 0,1 0 0,0 1-1,0-1 1,0 1 0,0 0 0,0 0 0,0 0-1,1 0 1,-1 1 0,0-1 0,0 1 0,0 0 0,1 0-1,-1 0 1,0 0 0,1 0 0,-1 1 0,4 0-1,-1 1 26,0-1 1,-1 1-1,1 0 0,0 0 0,0 1 0,-1 0 0,0 0 0,1 0 0,-1 1 0,0-1 0,0 1 0,5 7 0,-2-1 89,-2 0-1,1 0 0,-1 1 0,-1 0 0,0 0 0,-1 0 0,0 1 1,0 0-1,-2 0 0,1 0 0,-1 0 0,-1 0 0,0 13 0,-1-16 20,0-1-1,0 1 0,-1 0 1,0 0-1,0 0 0,-1 0 1,0-1-1,-1 1 0,0-1 0,0 1 1,-1-1-1,0 0 0,0 0 1,-1-1-1,0 1 0,0-1 0,-1 0 1,-7 6-1,12-12-97,1 0 0,-1 0-1,0 0 1,0 0 0,0 0 0,0 0 0,0-1-1,0 1 1,0 0 0,0-1 0,0 1-1,-1-1 1,1 1 0,0-1 0,0 1 0,0-1-1,-1 0 1,1 0 0,0 1 0,0-1-1,-1 0 1,1 0 0,0 0 0,-1-1 0,1 1-1,0 0 1,0 0 0,-1-1 0,1 1-1,0-1 1,0 1 0,0-1 0,0 1 0,0-1-1,0 0 1,0 1 0,0-1 0,0 0-1,0 0 1,0 0 0,0 0 0,0 0 0,0 0-1,1 0 1,-1 0 0,0 0 0,1 0-1,-1-2 1,-3-6-86,1 0-1,0-1 1,0 1 0,-2-20-1,-3-23-114,4 0 0,1 0 0,5-55 0,-2 102 173,1 0-1,-1 0 1,1 0-1,0 0 1,1 0-1,-1 0 1,1 0-1,0 1 1,0-1-1,1 0 0,3-5 1,-5 9 6,1 0 0,-1-1 0,0 1 0,1 0 0,-1 0-1,0 0 1,1 0 0,-1 0 0,1 1 0,0-1 0,-1 0 0,1 1 0,0-1 0,-1 1 0,1-1 0,0 1-1,-1 0 1,1 0 0,0 0 0,0 0 0,-1 0 0,1 0 0,0 0 0,0 1 0,-1-1 0,1 0 0,0 1-1,-1 0 1,1-1 0,-1 1 0,1 0 0,-1 0 0,1 0 0,-1 0 0,1 0 0,-1 0 0,2 2 0,5 4 45,-1 0 0,0 0 1,0 1-1,-1-1 1,0 1-1,0 1 1,-1-1-1,0 1 1,0 0-1,-1 1 1,-1-1-1,1 0 0,2 17 1,0 2 271,-1 0-1,-2 0 1,0 47 0,-3-73-306,1 0 0,-2 0 0,1 0 0,0 0 0,0 0 1,-1 0-1,1 0 0,-1 0 0,1 0 0,-1 0 1,0 0-1,0 0 0,0-1 0,0 1 0,0 0 1,0-1-1,-1 1 0,1 0 0,0-1 0,-1 0 0,1 1 1,-1-1-1,0 0 0,1 0 0,-1 0 0,0 0 1,0 0-1,0 0 0,0 0 0,0-1 0,1 1 1,-1-1-1,0 1 0,-4-1 0,-1 1-428,0-1-1,0 0 1,0 0 0,0-1-1,-1 0 1,1 0-1,1-1 1,-14-5 0,-20-13-3899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0 836 6833,'0'0'6773,"4"-18"-5944,29-125 1178,83-304 20,-102 395-1984,-12 41-52,0 1 0,0-1 0,1 1 0,1 0-1,0 0 1,0 0 0,1 1 0,0-1 0,0 1 0,9-11 0,-5 31-191,-4 5 246,-1 0 1,0 0-1,-1 1 0,-1-1 1,0 19-1,5 30 167,0-20-102,2 9 65,4 94-1,-13-147-184,0 0 0,0 0-1,0 0 1,0 0-1,0 0 1,0-1 0,0 1-1,0 0 1,0 0 0,1 0-1,-1 0 1,0-1-1,0 1 1,1 0 0,-1 0-1,1 0 1,-1-1-1,0 1 1,1 0 0,-1-1-1,1 1 1,0 0 0,0 0-1,0-1-26,0-1 1,0 1-1,-1 0 1,1-1-1,0 1 0,0-1 1,-1 1-1,1-1 0,0 0 1,-1 1-1,1-1 0,0 0 1,-1 1-1,1-1 0,-1 0 1,0 0-1,1 0 0,-1 1 1,1-1-1,-1 0 0,0 0 1,0 0-1,0 0 1,1 0-1,-1-1 0,113-354 155,-107 336-124,1 0-1,0 0 1,2 1 0,20-35-1,-29 53-2,0 1 0,0 0 1,0-1-1,1 1 0,-1 0 0,0-1 0,0 1 0,0 0 1,1-1-1,-1 1 0,0 0 0,1 0 0,-1-1 0,0 1 0,0 0 1,1 0-1,-1-1 0,0 1 0,1 0 0,-1 0 0,1 0 0,-1 0 1,0-1-1,1 1 0,-1 0 0,0 0 0,1 0 0,-1 0 0,1 0 1,-1 0-1,0 0 0,1 0 0,-1 0 0,1 0 0,-1 1 0,0-1 1,1 0-1,-1 0 0,0 0 0,1 0 0,-1 0 0,0 1 0,1-1 1,-1 0-1,0 0 0,1 1 0,-1-1 0,0 0 0,1 0 0,-1 1 1,0 0-1,10 18 26,-9-19-16,17 49 400,-2 1-1,-3 0 0,-1 1 1,5 58-1,-12-72 149,-3-23-5199,-2-86-3265,0 34 2395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3873,'0'0'3040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142 306 8106,'0'0'7727,"2"-28"-7461,0 1-185,19-177 791,-14 158 147,6 77 165,-2 41-596,3 118-1,-7-78-449,6 269 25,-36-381-448,-50-3 345,39 0 1082,-54 4 0,88-1-1112,0 0 0,-1-1-1,1 1 1,-1 0 0,1 0 0,-1 0-1,1 0 1,-1 0 0,1 0 0,-1 0-1,1 0 1,0 1 0,-1-1-1,1 0 1,-1 0 0,1 0 0,-1 0-1,1 1 1,0-1 0,-1 0 0,1 0-1,-1 1 1,1-1 0,0 0 0,-1 0-1,1 1 1,0-1 0,-1 1 0,1-1-1,0 0 1,0 1 0,-1-1-1,1 1 1,0-1 0,0 0 0,0 1-1,0-1 1,0 1 0,-1-1 0,1 1-1,0-1 1,0 1 0,0-1 0,0 0-1,0 1 1,0-1 0,1 1 0,-1-1-1,0 1 1,1 1-25,0-1 1,-1 0-1,1 0 0,0 0 1,0 0-1,0 0 0,1 0 1,-1 0-1,0 0 0,0 0 1,0-1-1,1 1 0,-1 0 1,0-1-1,1 1 1,-1-1-1,2 1 0,44 7 63,1-2 0,-1-3 0,94-4-1,-51-1-3137,-92 12-5637,-19 15 625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28 247 4865,'0'0'3089,"31"-27"-2508,100-89-45,-119 104-322,1 1 0,1 1 0,0 0 0,30-16 0,-36 24 0,0-1-1,-1 1 0,1 0 0,0 1 0,0 0 0,0 0 0,16 1 1,-23 0-169,-1 1 0,1-1 0,0 0 0,-1 1 0,1-1 0,-1 1 0,1-1 0,0 1 0,-1 0 0,0-1 0,1 1 0,-1 0 0,1-1 0,-1 1 0,0 0 0,1-1 0,-1 1 0,0 0 0,0 0 0,1-1 0,-1 1 0,0 0 0,0 0 0,0-1 0,0 1 0,0 0 0,0 0 0,0-1 0,-1 2 0,0 30 645,0-28-535,0 4-10,0 0-1,-1 0 1,0 0 0,0 0 0,-1-1 0,0 1 0,0-1 0,-1 0 0,0 1 0,0-2 0,-1 1-1,0 0 1,0-1 0,0 0 0,-1 0 0,0-1 0,0 0 0,0 0 0,-9 6 0,14-11-139,1 1 0,-1-1 1,1 1-1,-1-1 0,0 1 0,1-1 1,-1 1-1,0-1 0,1 0 1,-1 1-1,0-1 0,1 0 1,-1 0-1,0 1 0,0-1 1,0 0-1,1 0 0,-1 0 1,0 0-1,0 0 0,1 0 0,-1 0 1,0 0-1,0 0 0,1 0 1,-1-1-1,0 1 0,0 0 1,1 0-1,-1-1 0,0 1 1,1 0-1,-1-1 0,0 1 0,1-1 1,-1 1-1,0-1 0,1 1 1,-1-1-1,1 1 0,-1-1 1,1 0-1,0 1 0,-1-1 1,1 0-1,-1 1 0,1-1 1,0-1-1,-2-43-362,3 30 263,-2 9 26,1-1 0,1 0 0,-1 1 0,1-1-1,1 0 1,-1 1 0,1-1 0,0 1 0,0 0 0,1 0 0,3-7 0,-3 9 15,0 1-1,0 0 0,0 0 1,0 0-1,0 0 0,0 0 1,1 1-1,-1-1 1,1 1-1,0 0 0,0 0 1,0 0-1,0 1 0,0-1 1,0 1-1,0 0 0,0 0 1,8 0-1,-11 0 36,1 1 0,0 0 1,-1-1-1,1 1 0,-1 0 0,1 0 0,0 0 0,-1 0 1,1 0-1,-1 0 0,1 1 0,0-1 0,-1 0 0,1 1 0,-1 0 1,1-1-1,-1 1 0,1 0 0,-1 0 0,0-1 0,1 1 0,-1 0 1,0 0-1,0 1 0,2 0 0,-2 1 41,0 0 0,0 0 0,0 0-1,0 0 1,-1 0 0,1 0 0,-1 0 0,0 0 0,0 0 0,0 0-1,0 0 1,-1 5 0,-1-1 48,0 0-1,0 1 1,0-1-1,-1 0 0,0 0 1,-1 0-1,1-1 1,-1 1-1,-1-1 1,1 0-1,-1 0 1,0 0-1,0-1 0,-11 9 1,12-10-30,0-1 0,0 1 1,0-1-1,-1 0 0,1-1 1,-1 1-1,0-1 0,0 0 1,0 0-1,0 0 0,0-1 0,0 0 1,0 0-1,-1 0 0,1-1 1,0 1-1,0-1 0,-1 0 0,1-1 1,0 1-1,-1-1 0,-6-2 1,8 1-45,1-1 0,0 1 0,0 0 1,0-1-1,1 1 0,-1-1 1,1 0-1,-1 0 0,1 0 0,0 0 1,0 0-1,0-1 0,0 1 1,1-1-1,0 1 0,-1-1 1,1 1-1,0-1 0,1 0 0,-1 0 1,0-5-1,0-8-113,0 0 0,0 0 0,4-25 0,-3 39 88,1 1 0,0-1-1,-1 1 1,1-1 0,0 1-1,0 0 1,0 0 0,1-1-1,-1 1 1,0 0 0,1 0-1,0 0 1,-1 1 0,1-1-1,0 0 1,0 1 0,0-1-1,0 1 1,0-1 0,0 1 0,0 0-1,1 0 1,-1 0 0,0 0-1,1 0 1,-1 1 0,1-1-1,-1 1 1,1-1 0,2 1-1,-1 0 13,0-1 0,1 1 0,-1 0-1,0 0 1,0 1 0,0-1 0,0 1-1,0 0 1,0 0 0,0 0-1,0 1 1,0-1 0,0 1 0,0 0-1,-1 0 1,1 0 0,4 5 0,-3-2 51,-1 1 0,0-1 1,-1 1-1,1 0 1,-1 0-1,-1 0 0,1 1 1,-1-1-1,0 1 1,0-1-1,-1 1 0,0 0 1,0-1-1,-1 1 1,0 11-1,0-10 43,0 0-1,-1 0 1,0 0-1,-1-1 1,0 1 0,0 0-1,0-1 1,-1 1-1,0-1 1,-1 0 0,1 0-1,-8 10 1,4-9 7,0 0-1,-1-1 1,0 0 0,0 0 0,0-1-1,-1 0 1,-14 8 0,20-13-81,1 0 1,0 0-1,0 0 0,-1 0 1,1 0-1,-1 0 0,1 0 1,-1-1-1,1 1 1,-1-1-1,1 0 0,-1 0 1,0 0-1,1 0 0,-1 0 1,1-1-1,-1 1 0,1-1 1,-1 0-1,1 1 0,-1-1 1,1 0-1,0 0 1,-1-1-1,1 1 0,0 0 1,0-1-1,0 1 0,0-1 1,0 0-1,0 0 0,1 0 1,-1 0-1,0 0 0,-1-3 1,-2-7-41,0 1-1,1-2 1,1 1 0,0 0 0,0-1 0,1 1-1,1-1 1,0 0 0,1 1 0,1-18 0,-1 10-50,0 17 65,0-1 0,1 1 1,-1 0-1,1 0 1,-1 0-1,1 0 0,0 0 1,0 0-1,0 0 1,0 1-1,1-1 0,-1 0 1,1 0-1,-1 1 1,1-1-1,0 1 0,0 0 1,1-1-1,-1 1 1,0 0-1,1 0 0,-1 1 1,1-1-1,-1 0 1,1 1-1,0-1 0,0 1 1,0 0-1,-1 0 1,1 0-1,4 0 0,5-2-37,1 2 1,-1-1-1,1 2 0,0-1 0,0 2 0,17 2 0,-26-3 61,0 1-1,-1 0 1,1 0 0,0 0-1,-1 0 1,1 0 0,-1 1-1,1 0 1,-1 0 0,0 0-1,1 0 1,-1 0 0,0 0-1,-1 1 1,1 0 0,0-1-1,-1 1 1,1 0 0,-1 0-1,0 0 1,0 1 0,0-1-1,-1 0 1,1 1 0,-1 0-1,0-1 1,0 1-1,0 0 1,0-1 0,0 1-1,-1 0 1,0 0 0,0-1-1,0 6 1,0-1 53,-1 1 1,0 0-1,0-1 1,-1 1-1,0-1 1,-1 1-1,1-1 1,-2 0-1,1 0 0,-1 0 1,0 0-1,-1-1 1,0 0-1,-6 8 1,-1-3 85,0 0 0,-1-1 1,-25 18-1,31-25-67,0 0 1,0 0-1,0-1 0,0 0 0,-1 0 1,1-1-1,-1 0 0,0 0 0,0-1 1,-14 1-1,21-2-67,0 0 0,0 0 0,0 0 1,0-1-1,0 1 0,0 0 0,0-1 0,0 1 0,0 0 0,0-1 1,0 1-1,1-1 0,-1 0 0,0 1 0,0-1 0,0 0 1,1 1-1,-1-1 0,0 0 0,1 0 0,-1 0 0,1 1 0,-1-1 1,1 0-1,-1-2 0,-7-34-41,8 26-20,0 0-1,1-1 0,0 1 0,5-18 1,-3 21 20,0 0 0,1 1 0,-1-1 0,2 1 0,-1 0 0,1 0 0,0 0 0,1 1 0,-1 0 0,1 0 0,1 0 0,-1 1 0,1 0 0,0 0 0,0 1 0,0 0 0,12-5 0,-9 4-28,0 1-1,0 1 0,1 0 1,-1 0-1,1 1 1,0 0-1,0 1 0,0 0 1,-1 1-1,1 0 0,0 1 1,0 0-1,12 3 0,-21-4 58,0 1-1,0 0 1,-1 0-1,1 0 1,0 0-1,-1 1 0,1-1 1,-1 0-1,0 1 1,1-1-1,-1 1 1,0-1-1,0 1 1,0-1-1,0 1 0,0 0 1,0 0-1,0-1 1,-1 1-1,1 0 1,-1 0-1,1 0 1,-1 0-1,0 0 1,0 0-1,1 0 0,-1 0 1,-1 2-1,1 2 49,0 0 0,0 0-1,-1 0 1,0 0 0,0-1-1,-1 1 1,0 0-1,-4 9 1,-1-2 48,-1-1 1,-1 0-1,0-1 0,-1 0 1,0 0-1,0-1 0,-1 0 1,-1-1-1,1 0 0,-1-1 1,-19 9-1,19-10-32,-1-1 0,0-1-1,1 0 1,-1 0 0,-1-2 0,1 0-1,-1 0 1,1-1 0,-1 0 0,0-2-1,0 1 1,-20-4 0,30 2-51,1 0 0,-1 0 1,1-1-1,-1 1 0,1-1 1,0 0-1,0 0 1,0 0-1,0-1 0,0 1 1,1-1-1,-1 0 0,1 1 1,-1-1-1,1 0 0,0 0 1,0-1-1,0 1 0,1 0 1,-1-1-1,1 1 0,0-1 1,0 1-1,0-1 0,0 1 1,1-1-1,-1-4 0,-1-9-59,0 0 0,2 0-1,0 0 1,4-28-1,-4 39 21,1 1 0,1-1 0,-1 1-1,1 0 1,0-1 0,0 1-1,1 0 1,-1 0 0,1 0-1,0 1 1,1-1 0,-1 1-1,1-1 1,0 1 0,0 0-1,0 1 1,0-1 0,1 1-1,0-1 1,-1 1 0,1 1 0,0-1-1,1 1 1,-1 0 0,0 0-1,1 0 1,-1 1 0,1 0-1,-1 0 1,1 0 0,8 1-1,0-1 4,0 1-1,-1 0 0,1 2 0,0-1 1,-1 2-1,0-1 0,1 2 1,-1 0-1,-1 0 0,1 2 0,-1-1 1,16 11-1,-22-13 50,-1 1 0,0 0 0,0 0 0,0 0 0,-1 1 0,0-1 0,1 1 0,-1 0 0,-1 1 0,1-1 0,-1 1 0,0-1 0,0 1 0,-1 0 0,0 0 0,0 0 0,0 1 0,1 9 0,-3-11 56,0 1-1,0-1 1,-1 0 0,1 1 0,-1-1 0,0 0-1,-1 0 1,1 0 0,-1 0 0,0 0-1,0 0 1,-1 0 0,0-1 0,1 1-1,-1-1 1,-1 0 0,1 0 0,-1 0-1,1 0 1,-1-1 0,0 1 0,-8 4-1,5-3 4,-1 0-1,1-1 0,-1 0 0,0 0 1,0-1-1,0 0 0,-1 0 1,1-1-1,-1 0 0,0-1 0,1 0 1,-1 0-1,0 0 0,0-2 0,1 1 1,-13-2-1,18 0-150,1 1 0,-1 0 0,1-1 0,0 1 0,-1-1 0,1 1 1,0-1-1,0 0 0,0 0 0,0 0 0,0 0 0,1-1 0,-1 1 0,1 0 0,-1-1 0,1 1 0,0-1 0,0 0 0,0 1 0,-1-5 1,-9-57-2749,10 53 2171,-6-42-4089,1 5-2509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0 833 11458,'0'0'5616,"3"-33"-5317,-1-4-193,18-156 534,-4 53 246,-11 84-618,2 1 1,2-1-1,2 2 1,25-71-1,-21 100-272,-15 25 1,1-1 0,-1 1 1,0 0-1,0 0 0,1-1 1,-1 1-1,0 0 0,1 0 1,-1 0-1,0 0 0,1-1 1,-1 1-1,0 0 0,1 0 1,-1 0-1,0 0 0,1 0 1,-1 0-1,0 0 0,1 0 1,-1 0-1,0 0 0,1 0 1,-1 0-1,0 0 0,1 1 1,-1-1-1,0 0 0,1 0 1,-1 0-1,0 0 0,1 0 1,-1 1-1,0-1 0,0 0 1,1 1-1,2 3-3,-1 0 0,1 0 0,-1 1-1,0-1 1,-1 1 0,1-1 0,-1 1 0,1 6-1,35 217 796,-3-8-163,-25-196-715,-8-24 77,-1 1-1,0-1 0,0 0 1,0 0-1,1 1 1,-1-1-1,0 0 0,0 0 1,1 0-1,-1 0 1,0 1-1,0-1 0,1 0 1,-1 0-1,0 0 0,1 0 1,-1 0-1,0 0 1,0 0-1,1 0 0,-1 0 1,0 0-1,1 0 1,-1 0-1,0 0 0,1 0 1,-1 0-1,0 0 0,0 0 1,1 0-1,-1 0 1,0 0-1,1-1 0,-1 1 1,0 0-1,0 0 1,1 0-1,1-3-36,1 0 0,-1-1 1,0 1-1,0 0 0,0-1 0,-1 1 0,1-1 1,-1 1-1,2-6 0,155-472 152,-156 474-124,0 0 1,1 0-1,0 0 0,0 1 1,6-9-1,-9 14 14,1 0 0,-1 1 0,1-1 0,-1 1 0,1-1 0,-1 0 0,1 1 0,0-1 0,-1 1 0,1 0 0,0-1 0,-1 1 0,1-1 0,0 1 0,0 0 0,-1 0 0,1-1 0,0 1 0,0 0 0,0 0 0,-1 0 0,2 0 0,0 0-1,-1 1 1,1 0-1,-1-1 0,0 1 0,0 0 0,1 0 0,-1 0 1,0 0-1,0 0 0,0 0 0,0 0 0,0 0 0,0 0 1,0 0-1,-1 1 0,1-1 0,1 2 0,10 22 137,-2 0 0,0 1 0,12 51 0,-5-14 126,69 268 545,-58-216-1141,-28-115 261,0 0 1,0 1-1,0-1 1,0 1-1,0-1 0,0 0 1,0 1-1,0-1 1,0 0-1,0 1 0,0-1 1,1 0-1,-1 1 1,0-1-1,0 0 0,0 1 1,1-1-1,-1 0 1,0 1-1,0-1 0,1 0 1,-1 0-1,0 1 0,1-1 1,-1 0-1,0 0 1,1 0-1,-1 0 0,0 1 1,1-1-1,-1 0 1,0 0-1,1 0 0,-1 0 1,0 0-1,1 0 1,-1 0-1,1 0 0,-1 0 1,0 0-1,1 0 1,-1 0-1,0 0 0,1 0 1,-1 0-1,1 0 1,-1-1-1,0 1 0,1 0 1,-1-1-1,14-14-5145,-2-4-7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93 11226,'0'0'7499,"3"-11"-7348,-1 7-148,-1-1 1,1 1-1,0-1 0,0 1 1,0 0-1,1 0 0,-1 0 1,1 0-1,0 0 0,0 1 0,1-1 1,-1 1-1,1 0 0,-1 0 1,1 0-1,0 0 0,0 1 1,1-1-1,-1 1 0,0 0 1,1 1-1,-1-1 0,1 1 1,0 0-1,-1 0 0,1 0 1,0 0-1,0 1 0,-1 0 0,1 0 1,0 0-1,0 1 0,-1 0 1,9 2-1,-7-1 39,-1 1 0,0 0 1,0 0-1,0 0 0,0 1 0,0 0 0,-1 0 0,1 0 1,-1 0-1,0 1 0,-1 0 0,1 0 0,-1 0 0,0 0 1,0 0-1,0 1 0,-1-1 0,0 1 0,0 0 0,0-1 1,1 11-1,2 11 131,-1 0 0,-1 0 0,-2 38 0,0-45-128,-2 0 1,-1 0-1,0-1 0,-2 1 0,0 0 0,-1-1 0,-1 0 0,0 0 0,-2 0 0,0-1 0,-1 0 0,-1-1 1,-1 0-1,0-1 0,-1 0 0,-1 0 0,0-1 0,-1-1 0,-1-1 0,-28 22 0,38-32-133,0-1-1,0 1 1,0-1-1,0 1 1,0-1-1,-1-1 1,1 1-1,-1-1 1,1 0-1,-1 0 1,1-1-1,-1 0 1,1 0-1,-1 0 0,-11-2 1,17 2 76,0 0 0,0-1 1,0 1-1,-1 0 0,1 0 0,0 0 0,0-1 0,0 1 1,0 0-1,0 0 0,0-1 0,-1 1 0,1 0 1,0-1-1,0 1 0,0 0 0,0 0 0,0-1 0,0 1 1,0 0-1,0 0 0,0-1 0,0 1 0,0 0 1,0-1-1,1 1 0,-1 0 0,0 0 0,0-1 0,0 1 1,0 0-1,0 0 0,0-1 0,1 1 0,-1 0 1,0 0-1,0 0 0,0-1 0,1 1 0,-1 0 1,0 0-1,0 0 0,1 0 0,-1-1 0,0 1 0,0 0 1,1 0-1,-1 0 0,1 0 0,7-3-27,1 0 1,1 1-1,-1 0 0,0 0 1,0 1-1,1 0 0,-1 1 0,11 1 1,79 6 173,-58-1-20,69 20 1,-77-16-161,1-2 1,-1-1 0,50 3-1,-47-9-744,3 1-1478,0-1 0,0-2 0,64-10 0,-50-4-3275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0 8994,'0'0'7028,"0"0"-7023,-1 0-1,1 0 1,-1 0 0,1 0-1,-1 0 1,1 1-1,-1-1 1,1 0 0,-1 0-1,1 0 1,-1 0-1,1 1 1,0-1 0,-1 0-1,1 0 1,-1 1-1,1-1 1,0 0 0,-1 1-1,1-1 1,0 1-1,-1-1 1,1 0 0,0 1-1,0-1 1,-1 1-1,1-1 1,0 1 0,0-1-1,0 1 1,0-1 0,-1 1-1,5 16 363,0 0-1,-2 0 0,0-1 1,-1 1-1,-2 29 1,1-41-319,-1 1-1,1-1 1,-1 1 0,-1-1-1,1 1 1,-1-1 0,0 0 0,0 0-1,0 0 1,-1 0 0,0 0 0,0-1-1,0 1 1,0-1 0,-1 0-1,0 1 1,0-2 0,0 1 0,0 0-1,0-1 1,-7 4 0,9-6-49,1 0 1,-1 0-1,0 0 0,0 0 1,0 0-1,0 0 0,0 0 1,0-1-1,0 1 0,0-1 1,0 0-1,0 1 0,0-1 1,0 0-1,0 0 1,0 0-1,0-1 0,0 1 1,0 0-1,0-1 0,0 1 1,0-1-1,-3-1 0,3 0-4,1 1 0,-1-1-1,1 0 1,0 0-1,-1 0 1,1 0-1,0 0 1,0-1 0,1 1-1,-1 0 1,0 0-1,1 0 1,-1-1-1,1 1 1,0 0-1,-1-1 1,1 1 0,1-5-1,-1-4-59,0 0 1,1-1-1,0 1 0,1 0 0,1 0 1,0 0-1,5-13 0,-6 20 33,-1 0-1,2 0 0,-1 0 0,0 0 0,1 0 1,0 1-1,-1-1 0,1 1 0,1 0 1,-1 0-1,0 0 0,1 0 0,0 1 0,-1-1 1,1 1-1,0 0 0,0 0 0,1 0 1,-1 1-1,0 0 0,7-2 0,-6 2 4,0 0 0,0 0-1,0 1 1,0-1 0,0 1 0,0 1 0,-1-1-1,1 0 1,0 1 0,0 0 0,0 0-1,0 1 1,-1 0 0,1-1 0,0 1-1,-1 1 1,0-1 0,1 1 0,5 4 0,-6-3 46,0 1-1,-1-1 1,1 1 0,-1 0 0,0 0 0,0 1 0,0-1 0,-1 1 0,0-1 0,0 1 0,0 0 0,-1-1 0,0 1 0,0 0 0,0 12 0,0-4 66,0 0-1,-1 0 1,-1 0 0,0 0 0,-1 1-1,-1-1 1,0-1 0,-1 1 0,0 0-1,-1-1 1,-1 0 0,0 0 0,0-1-1,-2 1 1,1-1 0,-2-1-1,1 0 1,-1 0 0,-1 0 0,-21 17-1,22-21-49,-1 0 0,1 0 0,-2-1 0,1 0-1,-1 0 1,-12 4 0,21-9-30,-1 0 0,1 0 0,-1 0 0,1 0 0,-1 0 0,1-1 0,-1 1 0,0-1 0,1 0 0,-1 1 0,0-1 0,1 0 0,-1-1 0,0 1 0,1 0 0,-1-1 0,0 0 0,1 1 0,-1-1-1,1 0 1,-1 0 0,1-1 0,0 1 0,-1 0 0,1-1 0,0 1 0,0-1 0,0 0 0,0 0 0,0 0 0,0 0 0,1 0 0,-2-2 0,-2-8-45,2 0-1,0-1 0,0 1 1,1 0-1,0-1 1,1 0-1,1 1 0,0-1 1,1 1-1,0-1 1,1 0-1,0 1 0,1 0 1,1 0-1,0 0 1,9-21-1,-10 28 3,1 0-1,-1 0 1,1 0 0,0 0-1,0 1 1,0-1 0,1 1 0,-1 0-1,1 0 1,0 1 0,0 0-1,0 0 1,1 0 0,-1 0-1,1 1 1,0 0 0,0 0-1,-1 0 1,1 1 0,0 0-1,0 0 1,0 1 0,1-1-1,-1 1 1,9 2 0,-12-2 42,-1 0 1,0 1-1,1-1 1,-1 1-1,0 0 1,0-1-1,0 1 1,0 0-1,0 0 1,0 1-1,0-1 1,0 0-1,0 1 1,0-1-1,0 1 1,-1 0-1,1-1 0,-1 1 1,1 0-1,-1 0 1,0 0-1,0 0 1,0 0-1,0 0 1,0 0-1,0 1 1,-1-1-1,1 0 1,-1 0-1,1 4 1,1 9 193,0 0-1,-1 0 1,-2 26 0,0-17 44,0-13-151,0-1-1,0 0 1,-1 1-1,-1-1 1,0 0-1,0 0 1,-1-1-1,0 1 1,0-1-1,-11 16 1,13-21-80,0-1 0,-1 1 0,1-1 0,-1 1 0,0-1 0,0 0 0,0 0 0,0-1 0,-1 1 0,1 0 0,0-1 0,-1 0 0,0 0-1,0 0 1,0-1 0,0 1 0,0-1 0,0 0 0,0 0 0,0 0 0,0 0 0,0-1 0,-1 0 0,1 0 0,0 0 0,0 0 0,0-1 0,-1 1 0,-3-2 0,5 0-16,0 1-1,0-1 1,0 0 0,0 0-1,0 0 1,1-1-1,-1 1 1,1-1 0,0 1-1,-1-1 1,1 0 0,0 0-1,1 0 1,-1 0-1,0 0 1,1 0 0,0 0-1,-2-6 1,-1-4-34,1 1 1,0-1-1,-1-21 0,3 24-23,0 0-1,1 0 0,0 0 1,0 0-1,1 1 0,0-1 1,5-15-1,-5 22 41,1-1 0,0 1 0,0 0-1,0 0 1,0 0 0,1 0 0,-1 0 0,1 0-1,-1 1 1,1-1 0,0 1 0,0-1 0,0 1-1,1 0 1,-1 1 0,0-1 0,1 0 0,-1 1-1,1 0 1,-1 0 0,1 0 0,6-1 0,12-1-114,0 0 0,41 0 0,-53 3 119,0 0 0,0 1 0,0 0 0,0 1 0,0 0 0,0 1 0,0-1 0,11 7 1,-18-8 42,0 2 1,0-1 0,1 0-1,-2 1 1,1-1 0,0 1 0,0 0-1,-1 0 1,1 0 0,-1 0-1,0 1 1,0-1 0,0 0-1,-1 1 1,1 0 0,-1-1 0,0 1-1,0 0 1,0 0 0,0-1-1,-1 1 1,1 0 0,-1 0-1,0 0 1,0 0 0,-1 0 0,1 0-1,-1-1 1,-1 6 0,-1 3 94,0-1 0,-1 0 0,-1 0 0,0-1 1,0 1-1,-1-1 0,0 0 0,-9 11 0,11-16-75,0 0 1,-1 0-1,0-1 0,0 0 0,0 1 0,-10 5 0,13-9-51,1 0 0,0-1 0,0 1 0,0-1 0,-1 1 0,1-1 0,0 0 0,0 1 0,-1-1 0,1 0 0,0 0 0,-1 0 0,1 0 0,0 0 0,-1 0 0,1 0 0,0 0 0,0 0 0,-1-1 0,1 1-1,0-1 1,-1 1 0,1-1 0,0 1 0,0-1 0,0 0 0,0 1 0,0-1 0,0 0 0,0 0 0,0 0 0,0 0 0,0 0 0,0 0 0,0 0 0,1 0 0,-1 0 0,0 0 0,1-1 0,-1 1 0,1 0 0,-1-2 0,-4-12-46,0-1 0,1 1 1,1-1-1,0 0 0,1 0 0,1-20 1,0-2-242,8-58 1,-6 91 263,-1 0 0,1 0 0,0 1 0,1-1 0,-1 1 0,1-1 0,0 1 0,0 0 0,0 0 0,1-1 0,-1 2 0,1-1 0,0 0 0,0 0 0,1 1 1,-1 0-1,1 0 0,0 0 0,-1 0 0,1 0 0,0 1 0,8-4 0,-8 5 12,0-1 0,0 2 0,-1-1 1,1 0-1,0 1 0,0-1 0,0 1 1,0 0-1,0 1 0,0-1 0,0 1 0,0-1 1,-1 1-1,1 1 0,0-1 0,-1 0 0,1 1 1,0-1-1,-1 1 0,0 0 0,1 1 1,-1-1-1,0 0 0,0 1 0,0 0 0,-1-1 1,5 7-1,-1-1 57,-1 0 1,-1 0-1,1 1 0,-1-1 1,-1 1-1,1 0 0,-1 1 1,-1-1-1,0 0 0,0 1 1,0 14-1,-1 4 268,-1-1-1,-6 50 1,5-69-235,0 0 0,-1 0-1,0 0 1,-1 0 0,0 0 0,0-1 0,-6 10-1,8-15-69,0 0-1,-1 0 1,1 0-1,0 0 1,-1 0 0,1 0-1,-1 0 1,0-1-1,1 1 1,-1-1-1,0 1 1,0-1-1,0 0 1,0 0-1,0 0 1,0 0-1,0 0 1,-1 0-1,1-1 1,0 1-1,0-1 1,-1 1-1,1-1 1,0 0-1,-1 0 1,1 0 0,0 0-1,-1 0 1,1-1-1,-3 0 1,2 0-32,1 0 0,-1-1 0,1 1 0,-1-1 1,1 0-1,0 0 0,0 0 0,0 0 1,0 0-1,0 0 0,0 0 0,1-1 0,-1 1 1,1-1-1,-1 1 0,0-5 0,-18-49-60,18 48 57,-5-28-122,1 0-1,1-1 1,2 0-1,4-56 0,-1 54-143,0 38 285,0 0 0,0 1 0,0-1 0,0 1 0,0-1 0,1 1 0,-1-1 0,0 1 0,0-1 0,1 1 0,-1-1 0,0 1 0,1-1 0,-1 1 0,0-1 0,1 1 0,-1 0 0,1-1 0,-1 1 0,1 0 0,-1-1 0,1 1 0,-1 0 0,1 0 0,-1-1 0,1 1 0,-1 0 0,1 0 1,-1 0-1,1 0 0,-1 0 0,1 0 0,-1 0 0,1 0 0,0 0 0,-1 0 0,1 0 0,-1 0 0,1 0 0,-1 0 0,1 0 0,-1 1 0,1-1 0,-1 0 0,1 0 0,-1 1 0,1-1 0,-1 0 0,1 1 0,-1-1 0,1 0 0,-1 1 0,0-1 0,1 1 0,-1-1 0,0 0 0,1 1 0,-1 0 0,3 3 47,-1 0-1,0 1 1,0-1-1,-1 1 1,1-1-1,-1 1 1,0-1-1,0 1 1,-1 0-1,1 5 1,-2 58 626,0-36-365,0-16-182,0 0-1,-2 1 0,0-1 1,0-1-1,-2 1 0,0 0 0,-1-1 1,0 0-1,-1-1 0,-16 25 1,5-18 113,18-21-239,0-1 0,0 1 1,0-1-1,1 1 0,-1 0 0,0-1 1,0 1-1,0 0 0,0-1 1,0 1-1,0 0 0,0-1 1,0 1-1,-1 0 0,1-1 1,0 1-1,0 0 0,0-1 1,0 1-1,0 0 0,-1-1 1,1 1-1,0 0 0,0-1 1,0 1-1,-1 0 0,1 0 1,0-1-1,0 1 0,-1 0 1,1 0-1,0 0 0,-1-1 1,1 1-1,0 0 0,-1 0 0,1 0 1,0 0-1,-1 0 0,1 0 1,0-1-1,-1 1 0,1 0 1,-1 0-1,1 0 0,0 0 1,-1 0-1,1 0 0,0 1 1,-1-1-1,1 0 0,0 0 1,-1 0-1,1 0 0,0 0 1,-1 0-1,1 1 0,0-1 1,-1 0-1,1 0 0,0 0 1,0 1-1,-1-1 0,1 0 1,0 1-1,0-1 0,-1 0 1,1 1-1,-1-73-347,3-106-181,0 148 411,1 1-1,2 0 1,16-56 0,-21 84 119,0 0 0,1 1 1,-1-1-1,0 0 0,0 1 1,1-1-1,-1 0 0,0 1 1,1-1-1,-1 0 0,1 1 1,-1-1-1,1 1 0,-1-1 1,1 1-1,-1-1 1,1 1-1,-1-1 0,1 1 1,0-1-1,-1 1 0,1 0 1,0-1-1,-1 1 0,1 0 1,0 0-1,-1 0 0,1-1 1,0 1-1,0 0 0,-1 0 1,1 0-1,0 0 1,0 0-1,-1 0 0,1 1 1,0-1-1,0 0 0,-1 0 1,1 0-1,0 1 0,-1-1 1,1 0-1,0 1 0,-1-1 1,1 0-1,0 1 0,-1-1 1,1 1-1,-1-1 1,1 1-1,-1-1 0,1 1 1,-1 0-1,1 1 0,11 20 122,-2 0 0,0 1 0,-1 0 0,-2 1 0,0 0 1,-2 0-1,4 29 0,-6-5 664,-5 89 1,2-134-769,0-1-1,0 1 0,0 0 1,-1 0-1,1 0 1,-1-1-1,1 1 0,-1 0 1,0-1-1,0 1 1,0 0-1,0-1 0,-1 1 1,1-1-1,-1 0 1,1 1-1,-1-1 0,0 0 1,0 0-1,0 0 0,0 0 1,0 0-1,-1-1 1,1 1-1,0-1 0,-1 1 1,0-1-1,1 0 1,-1 0-1,1 0 0,-1 0 1,0-1-1,0 1 1,1-1-1,-1 1 0,0-1 1,0 0-1,0 0 1,1 0-1,-1-1 0,0 1 1,0-1-1,0 1 0,1-1 1,-5-2-1,-2 0-163,1-1 0,0 0 0,0 0 0,0-1 0,1 0 0,0-1 0,0 0 0,0 0 0,0 0 0,1-1 0,0 0 0,1 0 0,-1 0 0,-4-10 0,-30-50-3102,-44-106 0,37 60-2813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0 762 10042,'0'0'6264,"4"-31"-5664,-3 19-517,33-218 1189,-9 98-612,-4 22-108,37-118 1,-47 210-555,1 19-44,-10 2 45,1 0 0,-1 0 0,1 0 0,-1 0 0,0 1 0,0-1 0,0 0 0,2 6 1,168 460 904,-163-436-865,-1-4 3,1-1 0,17 36 0,-26-63-57,0 0-1,0-1 1,1 1-1,-1-1 1,0 1-1,0 0 1,1-1 0,-1 1-1,0-1 1,1 1-1,-1-1 1,0 1-1,1-1 1,-1 1-1,1-1 1,-1 0-1,0 1 1,1-1 0,-1 1-1,1-1 1,0 0-1,-1 0 1,1 1-1,-1-1 1,1 0-1,-1 0 1,1 0-1,0 1 1,-1-1 0,1 0-1,-1 0 1,1 0-1,0 0 1,-1 0-1,1 0 1,0 0-1,-1 0 1,1-1 0,-1 1-1,1 0 1,-1 0-1,1 0 1,0-1-1,-1 1 1,1 0-1,-1-1 1,1 1-1,-1 0 1,1-1 0,-1 1-1,1-1 1,-1 1-1,0-1 1,1 1-1,-1-1 1,0 1-1,1-1 1,-1 1-1,0-1 1,0 1 0,1-1-1,-1 0 1,0 1-1,0-2 1,17-40-368,-17 41 401,107-388-64,-105 383 46,15-43-108,-16 48 104,-1 0-1,0 0 0,1 1 1,-1-1-1,0 0 0,1 1 1,-1-1-1,1 0 1,-1 1-1,1-1 0,-1 1 1,1-1-1,0 0 0,-1 1 1,1 0-1,0-1 0,-1 1 1,1-1-1,0 1 1,-1 0-1,1-1 0,0 1 1,0 0-1,-1 0 0,1 0 1,0 0-1,0-1 1,0 1-1,-1 0 0,1 0 1,0 1-1,0-1 0,0 0 1,-1 0-1,1 0 0,0 0 1,0 1-1,-1-1 1,1 0-1,0 1 0,0-1 1,-1 1-1,1-1 0,-1 0 1,1 1-1,0 0 0,-1-1 1,1 1-1,-1-1 1,1 1-1,-1 0 0,1-1 1,-1 1-1,0 0 0,1-1 1,0 2-1,12 20 144,-1 1 1,0 0-1,14 43 0,-3-8 59,71 145-25,-47-120-3460,-33-60-1179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7 11226,'0'0'10800,"-6"0"-10531,0-1-482,14-1 3,34-1-165,-36 2 355,0 1 0,0 0-1,0 1 1,0-1 0,0 1-1,0 0 1,0 1-1,0-1 1,0 1 0,-1 0-1,1 1 1,-1-1 0,0 1-1,1 0 1,-1 0 0,6 6-1,-6-2 40,-1 0-1,0 0 0,-1 0 1,1 0-1,-1 1 0,0 0 1,-1-1-1,0 1 0,0 0 1,0 9-1,3 85 439,-6-89-377,2-4-11,-2 0 0,0 1 0,0-1 0,0 0 0,-1 0 0,0 0 0,-1 0 0,0-1 0,-1 1 0,-6 11 0,8-16-105,-1 0 0,1-1 1,-1 1-1,0-1 0,-1 0 0,1 1 0,0-1 1,-1-1-1,0 1 0,0 0 0,1-1 1,-1 0-1,-1 0 0,1 0 0,0-1 0,0 1 1,-1-1-1,1 0 0,-1 0 0,1 0 1,-1-1-1,-6 0 0,10 0-21,1-1 0,0 1 1,0-1-1,0 1 0,0-1 0,-1 0 0,1 1 1,0-1-1,0 1 0,0-1 0,0 1 1,0-1-1,1 0 0,-1 1 0,0-1 0,0 1 1,0-1-1,0 1 0,1-1 0,-1 1 0,0-1 1,0 1-1,1-1 0,-1 1 0,0-1 1,1 1-1,-1-1 0,1 1 0,-1 0 0,1-1 1,7-2-45,1 1 1,-1 1 0,1 0 0,0 0 0,-1 0-1,1 1 1,0 0 0,0 1 0,-1 0 0,1 0-1,-1 1 1,13 4 0,-7-1 92,-1 0-1,1 0 1,-1 2-1,0 0 1,-1 0-1,21 16 1,-24-15 79,-1 0 0,0 1 1,-1 0-1,0 0 0,-1 0 0,1 1 0,-2 0 1,1 0-1,-2 0 0,1 1 0,-1 0 0,-1 0 1,4 18-1,-6-21 49,1 0 1,-1 0 0,-1 0 0,1 0-1,-2 0 1,1 0 0,-1 0 0,0 0-1,0 0 1,-1 0 0,0 0 0,-1-1-1,0 1 1,0-1 0,-1 1-1,1-1 1,-1 0 0,-1 0 0,-9 11-1,2-7 4,0 0 0,-1-1 0,-1 0-1,0-1 1,0 0 0,-1-2 0,1 1-1,-2-2 1,1 0 0,-1-1-1,0 0 1,0-1 0,0-1 0,-22 1-1,-20-1-1446,0-2 0,-101-13 0,71 4-3046,54 7-1142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238 791 3633,'0'0'2702,"11"-26"-2406,-1-1-207,71-154 677,-76 172-631,-4 6-91,-1 1 1,1 0 0,0 0 0,0 0 0,0-1 0,0 1 0,1 0 0,-1 0 0,1 1 0,-1-1 0,1 0 0,0 0 0,-1 1 0,1-1-1,0 1 1,0 0 0,0-1 0,0 1 0,0 0 0,0 0 0,1 0 0,3 0 0,-5 14 684,-4 15-635,-1 1 0,-1-1-1,-1 1 1,-2-1 0,-1-1-1,-13 28 1,6-10-35,-13 49 0,19-65-42,0 7-61,10-35-240,3-35-257,16-35 755,33-78-1,-12 36-59,-26 72-138,17-55 69,46-96-1,-73 182-105,-3 5-10,0 0 0,0 0-1,0 0 1,0 1 0,1-1-1,-1 1 1,1-1-1,-1 1 1,1-1 0,0 1-1,0 0 1,0 0 0,0 0-1,1 0 1,-1 0 0,0 0-1,6-2 1,-7 5 19,0 1 0,0-1-1,-1 1 1,1-1 0,0 0 0,-1 1 0,1-1-1,0 1 1,-1 0 0,0-1 0,1 1 0,-1-1-1,0 1 1,0 0 0,0-1 0,0 1-1,0-1 1,0 1 0,-1 0 0,0 1 0,1 4 1,-2 53 118,-3-1 0,-3-1 0,-2 1 0,-28 88 0,25-105-124,5-20-37,2 1-1,0-1 1,1 1-1,-3 38 1,18-83-300,-4 11 352,46-84 95,83-167 176,-125 240-260,-4 7-8,0 0-1,1 0 0,1 1 1,0 0-1,1 0 0,1 1 1,0 0-1,13-12 0,-23 24-9,0 1 0,0 0-1,1 0 1,-1-1 0,0 1-1,1 0 1,-1 0 0,0-1-1,1 1 1,-1 0 0,0 0 0,1 0-1,-1 0 1,0-1 0,1 1-1,-1 0 1,1 0 0,-1 0-1,0 0 1,1 0 0,-1 0-1,1 0 1,-1 0 0,0 0-1,1 0 1,-1 0 0,0 1-1,1-1 1,-1 0 0,1 0-1,-1 0 1,0 0 0,1 1-1,-1-1 1,1 0 0,5 17-25,-4 27 262,-2-39-219,-4 74 487,-23 133 0,21-170-301,6-43-215,0 1-1,0 0 0,0 0 1,0 0-1,0 0 1,0 0-1,0 0 0,0 0 1,0 0-1,0 0 1,1 0-1,-1 0 0,0 0 1,0 0-1,0 0 0,0 0 1,0 0-1,0 0 1,0 0-1,0 0 0,1-1 1,-1 2-1,0-1 1,0 0-1,0 0 0,0 0 1,0 0-1,0 0 0,0 0 1,1 0-1,-1 0 1,0 0-1,0 0 0,0 0 1,0 0-1,0 0 1,0 0-1,0 0 0,0 0 1,0 0-1,0 0 0,1 0 1,-1 1-1,0-1 1,0 0-1,0 0 0,0 0 1,0 0-1,0 0 1,13-18-192,14-29 253,43-116-277,6-12 9,-67 163 251,-5 19 169,-3 26 219,-1-26-397,-2 30 141,-2-1 1,-2 0-1,-11 42 0,8-43 63,2 1 0,1 0 0,-1 43-1,7-78-233,0-1 0,0 0-1,1 0 1,-1 0 0,0 0-1,0 1 1,0-1 0,0 0-1,1 0 1,-1 0 0,0 0-1,0 0 1,0 0-1,1 1 1,-1-1 0,0 0-1,0 0 1,0 0 0,1 0-1,-1 0 1,0 0 0,0 0-1,1 0 1,-1 0 0,0 0-1,0 0 1,0 0 0,1 0-1,-1 0 1,0 0 0,0 0-1,1-1 1,-1 1 0,0 0-1,0 0 1,0 0-1,1 0 1,-1 0 0,0 0-1,0 0 1,0-1 0,0 1-1,0 0 1,1 0 0,-1 0-1,0-1 1,0 1 0,0 0-1,0 0 1,0 0 0,0-1-1,0 1 1,1 0 0,-1 0-1,0 0 1,0-1 0,17-20-98,-1 0 1,0-1-1,-2-1 1,-1 0-1,0-1 1,9-28 0,-10 23 50,2 1 0,1 0 0,1 1 0,23-31 0,-39 58 58,1-1 0,-1 0 0,0 1 0,1-1 0,-1 1 0,1-1 0,-1 0 0,1 1 0,-1-1 0,1 1 0,-1-1 0,1 1 0,-1 0 0,1-1 0,-1 1 0,1 0 0,0-1 0,-1 1 0,1 0 0,0-1 0,-1 1 0,1 0 0,0 0 0,-1 0 0,1 0 0,0 0 0,0 0 0,-1 0 0,1 0 0,0 0 0,-1 0-1,1 0 1,0 0 0,0 0 0,-1 1 0,1-1 0,0 0 0,-1 1 0,1-1 0,-1 0 0,2 1 0,12 29 80,-1 32 295,-2 1 0,5 107-1,3 25-82,-18-187-277,1 1 1,0-1-1,1 1 0,0-1 0,7 15 1,-9-22-40,-1 1 1,1-1 0,-1 1-1,1-1 1,0 0-1,0 0 1,0 0 0,0 1-1,0-1 1,0 0 0,0 0-1,0 0 1,1-1 0,-1 1-1,0 0 1,0 0 0,1-1-1,-1 1 1,0 0 0,1-1-1,-1 1 1,1-1-1,-1 0 1,1 0 0,-1 1-1,1-1 1,-1 0 0,1 0-1,-1 0 1,1-1 0,-1 1-1,1 0 1,-1 0 0,1-1-1,-1 1 1,0-1-1,1 1 1,-1-1 0,0 0-1,1 0 1,-1 1 0,0-1-1,0 0 1,0 0 0,2-1-1,5-7-71,1 0 0,-2 0 0,1 0 0,-1-1 0,0 0 0,-1-1-1,-1 1 1,8-18 0,33-103-686,-37 102 561,9-31-9,-11 31 362,2 0 0,1 1 1,21-41-1,-15 53 32,-16 16-142,0 0 0,1 0-1,-1 0 1,1 0 0,-1 0-1,1 0 1,-1 0 0,1 0-1,-1 0 1,1 0 0,-1 0-1,0 1 1,1-1 0,-1 0-1,1 0 1,-1 0 0,0 1-1,1-1 1,-1 0 0,0 1-1,1-1 1,-1 0 0,0 1-1,1-1 1,-1 0 0,0 1-1,0-1 1,1 1 0,12 41 920,-12-34-958,38 196 836,-32-184-1164,2-28-428,6-32-447,8-69 940,-17 73 327,1 0 1,1 0-1,3 1 0,0 0 0,3 1 0,21-41 0,-33 72-36,-1 1-1,1-1 0,0 0 0,-1 1 1,1 0-1,0-1 0,1 1 0,-1 0 1,0 0-1,0 0 0,1 0 0,0 1 1,-1-1-1,1 1 0,0-1 1,-1 1-1,6-1 0,-7 2-6,0 0 0,-1 0 0,1 0 0,0 0 1,0 0-1,0 0 0,0 1 0,0-1 0,0 0 0,0 1 0,0-1 0,0 0 0,-1 1 1,1-1-1,0 1 0,0 0 0,-1-1 0,1 1 0,0-1 0,-1 1 0,2 1 0,0 1 16,-1 0 0,1-1 0,-1 1-1,0 0 1,1 0 0,-1 0-1,-1 1 1,1-1 0,0 4-1,10 89 353,-5 1-1,-7 100 1,-1-72 171,-11 176-937,17-359-27,16-96 0,1 3-207,-8 9 512,-11 128 234,2 21 223,2 24-31,-1 108 84,-15 183-1,8-296-287,-8 61 306,9-79-386,0 0 0,-1-1 0,0 1 0,0-1 0,-1 0 0,0 0-1,0 0 1,-5 7 0,6-11-477,2-10-589,0-20 739,-1-68-729,4-1 1,21-124-1,-19 203 1003,0 14 63,4 32 252,-2 61 197,-6 122-1,-3-99-208,-26 290 1865,23-359-1775,0-231-4379,5 159 3614,1-17-72,-2 0-1,-2 0 1,-12-63 0,11 106 1424,0 10-575,-4 17 37,-57 191 1488,-99 221 0,158-422-1755,3-8-62,1-1-1,-1 1 0,0-1 0,-1 0 1,1 0-1,-1 0 0,-7 7 1,2-9-163,4-21-908,-11-222-1061,-19-156-18,33 379 2123,2 13 11,0 0 1,-1-1 0,1 1 0,-1-1 0,0 1-1,0 0 1,0-1 0,0 1 0,-1 0-1,1 0 1,-1 0 0,-3-5 0,5 8-55,0 0 1,-1-1-1,1 1 0,0 0 1,0 0-1,0 0 1,0 0-1,0 0 1,-1 0-1,1 0 0,0 0 1,0 0-1,0 0 1,0 0-1,-1 0 0,1 0 1,0 0-1,0 0 1,0 0-1,-1 0 1,1 0-1,0 0 0,0 0 1,0 0-1,0 0 1,-1 0-1,1 0 1,0 0-1,0 0 0,0 0 1,0 0-1,0 0 1,-1 1-1,1-1 1,0 0-1,0 0 0,0 0 1,0 0-1,0 0 1,0 0-1,-1 1 1,1-1-1,0 0 0,0 0 1,0 0-1,0 0 1,0 1-1,0-1 0,0 0 1,0 0-1,0 0 1,0 0-1,0 1 1,0-1-1,0 0 0,0 0 1,0 0-1,0 0 1,0 1-1,0-1 1,0 0-1,0 0 0,0 0 1,0 1-1,-5 26 274,0 1-1,2 0 1,0 45-1,0-13-170,-11 140 334,-4 90-419,18-665-1626,0 369 1605,-3-46-62,3 51 71,0 0 1,0 0-1,0 1 0,0-1 1,-1 0-1,1 0 1,0 0-1,0 0 1,0 0-1,-1 0 0,1 0 1,-1 0-1,1 1 1,-1-1-1,1 0 1,-1 0-1,1 1 0,-1-1 1,1 0-1,-1 1 1,0-1-1,0 0 0,1 1 1,-1-1-1,0 1 1,0-1-1,0 1 1,1 0-1,-1-1 0,0 1 1,0 0-1,0-1 1,0 1-1,0 0 0,0 0 1,0 0-1,0 0 1,0 0-1,1 0 1,-1 0-1,0 0 0,-2 1 1,2-1 21,0 1-1,0 0 1,0 0 0,0 0 0,0-1 0,0 1 0,0 0-1,0 0 1,0 0 0,0 1 0,0-1 0,1 0 0,-1 0-1,0 0 1,1 0 0,-1 1 0,1-1 0,-1 3 0,-30 87 433,-24 117 1,1 2 506,40-159-612,7-24-77,0 0-1,-2-1 1,-22 46 0,30-72-302,1 1 1,0 0 0,-1 0-1,1 0 1,0 0 0,-1-1-1,1 1 1,-1 0 0,1 0-1,-1-1 1,1 1-1,-1 0 1,0-1 0,1 1-1,-1-1 1,0 1 0,1-1-1,-1 1 1,0-1 0,0 1-1,0-1 1,1 0 0,-1 1-1,0-1 1,0 0 0,0 0-1,0 0 1,0 0-1,-1-1-50,1 0-1,0 0 1,0 0-1,0 0 1,0 0-1,0-1 1,0 1-1,0 0 1,0-1-1,1 1 0,-1 0 1,0-1-1,1 1 1,-1-1-1,0-2 1,-36-129-517,-15-47 29,42 152 394,0 0-37,-25-50-1,33 73 198,-1 0-1,1 0 1,-1 0-1,-1 1 1,1-1-1,-1 1 1,1 0-1,-1 0 1,-1 0-1,1 0 1,0 1 0,-1 0-1,0 0 1,0 0-1,1 0 1,-9-2-1,12 5 15,-1-1 0,0 1 0,0 0 0,0 0 0,1 0 0,-1 0 0,0 0 0,0 0 1,0 0-1,1 1 0,-1-1 0,0 1 0,0-1 0,1 1 0,-1 0 0,0-1 0,1 1 0,-1 0 0,1 0 0,-3 2 0,-23 29 137,-4 20 71,1 1-1,-43 112 0,-11 24 1754,83-187-1958,0 0-1,1-1 1,-1 1-1,0-1 1,0 1-1,0-1 0,-1 1 1,1-1-1,0 0 1,0 1-1,-1-1 1,1 0-1,-3 1 0,4-2-32,0 0 1,-1 0-1,1 0 0,-1 0 0,1 0 0,-1 0 0,1 0 0,-1 0 0,1 0 0,-1 0 0,1 0 0,-1 0 0,1 0 0,0 0 0,-1 0 0,1-1 0,-1 1 0,1 0 1,-1 0-1,1-1 0,0 1 0,-1 0 0,1-1 0,0 1 0,-1 0 0,1-1 0,0 1 0,0 0 0,-1-1 0,1 0 0,-3-4-82,1-1 0,0 1-1,0 0 1,1-1 0,-1 0 0,0-8-1,-72-382-797,56 329 775,-3 0 0,-3 2 0,-57-112 0,77 169 165,-19-28 81,22 34-86,0 1 0,0-1 0,-1 1 0,1 0 0,0-1 0,-1 1 0,1 0 0,-1 0 0,1 0 0,-1 0 0,0 0-1,1 1 1,-1-1 0,0 0 0,0 1 0,0-1 0,1 1 0,-4-1 0,3 2-27,1 0 0,-1 0 0,0 0 1,1 0-1,-1 0 0,1 1 0,-1-1 0,1 0 1,-1 1-1,1-1 0,0 1 0,0-1 0,0 1 0,0-1 1,0 1-1,0 0 0,0 0 0,1 0 0,-1-1 0,0 1 1,1 0-1,-1 2 0,-14 54 45,13-48-42,-17 79 69,3-11 94,-33 94 0,37-146-205,7-22-76,4-13-188,-5-126-559,4 33 825,-80-508-1375,76 570 1502,1 1-1,2-62 1,3 106-14,1-1 1,0 1 0,1-1-1,-1 1 1,1-1 0,-1 0-1,1 1 1,1-1 0,3 6 0,7 14 178,99 262 1007,-51-123-1129,-59-158-172,4 11 21,1 0 1,0-1-1,13 18 0,-19-30-48,2 0 0,-1 0 0,0 0 0,1-1 0,-1 1 0,1-1 0,0 1 0,0-1-1,5 3 1,-7-5-8,1 1-1,-1 0 1,1-1-1,-1 0 0,1 1 1,-1-1-1,1 0 1,-1 0-1,1 0 0,-1 0 1,1 0-1,-1 0 1,1-1-1,-1 1 0,1 0 1,-1-1-1,0 1 1,1-1-1,-1 1 0,1-1 1,-1 0-1,0 1 0,2-3 1,1 0-18,-1 0 1,1 0-1,-1-1 1,0 0-1,-1 1 1,1-1-1,0 0 1,-1 0-1,0-1 1,0 1-1,1-5 1,16-55-47,-15 46 81,21-110 110,-6 0 1,5-165-1,-7 51 303,-16 222-340,-1 17-29,0 0-1,0 0 1,0 0-1,0 0 1,1 0 0,-1 0-1,1 0 1,0 0-1,-1 1 1,1-1-1,1 0 1,-1 0 0,0 1-1,3-5 1,-4 7-3,0 0 0,1 0 0,-1 0 0,0 0 0,0-1 0,0 1 0,0 0 0,0 0 0,1 0 0,-1 0 0,0 0 0,0 0 0,0 0 0,0 0 0,0 0 0,1 0 0,-1 0 0,0 0 0,0 0 0,0 0 0,0 0 0,1 0 0,-1 0 0,0 0 0,0 0 1,0 0-1,0 0 0,1 0 0,-1 0 0,0 0 0,0 0 0,0 0 0,0 0 0,0 1 0,1-1 0,-1 0 0,0 0 0,0 0 0,0 0 0,0 0 0,0 0 0,0 1 0,0-1 0,1 0 0,-1 0 0,0 0 0,0 0 0,0 0 0,0 1 0,0-1 0,0 0 0,0 0 0,0 0 0,0 0 0,0 1 0,0-1 0,0 0 0,0 0 0,0 0 0,0 0 0,0 1 0,0-1 1,7 30 291,0 0 1,-2 0 0,2 34 0,-1-7-138,5 62 117,-7-63-42,2 1 1,21 83-1,-26-135-230,1-1-1,0 1 1,0-1-1,0 1 1,1-1-1,-1 0 1,1 0-1,0 0 1,7 6 0,-9-9-22,0 0 1,0 0 0,0 0 0,1 0 0,-1 0 0,0 0 0,1-1 0,-1 1 0,1 0 0,-1-1 0,0 1 0,1-1-1,0 0 1,-1 1 0,1-1 0,-1 0 0,1 0 0,-1 0 0,1 0 0,0 0 0,-1 0 0,1 0 0,-1-1 0,1 1-1,-1-1 1,1 1 0,-1-1 0,1 1 0,-1-1 0,1 0 0,-1 0 0,0 1 0,1-1 0,-1 0 0,1-2 0,8-7-100,0-1 1,-1 0 0,-1-1 0,0 0 0,0 0 0,-1-1 0,-1 0 0,5-13 0,6-19-80,13-58-1,-6-12 303,-6-1 0,-4-1-1,-3-195 1,-11 310 638,0 19 24,0-13-777,-1 9 60,1 0 0,1 1-1,0-1 1,1 0-1,7 23 1,-9-33-89,1-1 0,0 0 0,0 1 0,0-1 0,1 0 0,-1 0 0,1 0 1,-1 0-1,1 0 0,-1 0 0,1 0 0,0 0 0,0-1 0,0 1 0,0-1 0,0 1 0,1-1 0,-1 0 1,0 0-1,0 0 0,1 0 0,-1 0 0,1-1 0,-1 1 0,1-1 0,-1 1 0,1-1 0,-1 0 0,1 0 0,-1 0 1,1 0-1,-1-1 0,1 1 0,-1-1 0,1 1 0,-1-1 0,1 0 0,-1 0 0,3-1 0,-1-1-51,1 0 0,-1 1-1,0-1 1,0-1 0,0 1-1,0-1 1,0 1 0,-1-1-1,0 0 1,0 0 0,0-1-1,0 1 1,0-1 0,-1 1-1,3-9 1,4-9-147,11-45 0,-8-16 95,-7 42 155,-5 40-9,0 0 1,0 0-1,0 0 0,0 0 1,0 0-1,0 0 1,1 0-1,-1 0 0,1 0 1,-1 0-1,0 0 0,1 0 1,0 0-1,-1 0 0,1 0 1,0 0-1,-1 0 1,2-1-1,-1 2 0,0 0 1,-1 0-1,1 0 1,-1 0-1,1 0 1,0 0-1,-1 0 1,1 0-1,-1 0 1,1 0-1,0 0 0,-1 0 1,1 0-1,-1 0 1,1 1-1,0-1 1,-1 0-1,1 0 1,-1 1-1,1-1 1,-1 0-1,1 1 1,0 0-1,2 2 38,1 0 0,-1 0 0,0 1 0,0 0 0,0 0 1,0-1-1,2 7 0,44 100 815,36 119 0,-9-18-775,-73-206-99,27 58 38,-28-60-70,0 0 1,1 0 0,-1 0 0,0 0-1,1 0 1,0-1 0,0 1 0,0-1 0,0 0-1,0 0 1,0 0 0,0 0 0,1-1-1,-1 1 1,7 1 0,-8-3 6,-1 0 0,1 1 1,-1-1-1,1 0 0,-1 0 0,1-1 1,0 1-1,-1 0 0,1 0 0,-1-1 0,1 1 1,-1-1-1,1 1 0,-1-1 0,1 0 1,-1 0-1,0 0 0,1 1 0,-1-1 1,0 0-1,0-1 0,0 1 0,0 0 1,1 0-1,-2 0 0,1-1 0,0 1 0,0 0 1,1-3-1,18-50-429,-16 39 392,41-163-1217,-30 108 906,27-73-1,-40 138 371,0 0-1,0 0 1,0 0-1,1 0 1,0 0-1,0 0 0,0 1 1,1-1-1,4-3 1,-8 7 15,1 0 0,0 1 0,0-1 0,0 1 0,-1-1 0,1 1 0,0-1 0,0 1 0,0 0 0,0-1 1,0 1-1,0 0 0,0 0 0,0 0 0,0 0 0,0 0 0,0 0 0,0 0 0,0 0 0,0 0 0,0 0 1,1 1-1,0 0 22,0 0 0,-1 0 1,1 0-1,0 1 0,0-1 1,-1 1-1,1-1 0,-1 1 1,1-1-1,-1 1 0,0 0 1,1 0-1,-1 0 0,1 2 1,13 31 519,-1 0 0,-1 1 0,13 66 1,13 37 375,-27-102-797,-7-20-109,0-1 0,2-1 1,9 19-1,-7-27-2137,-5-19 1170,-3-24 571,-1 32 271,0-244-1094,0 247 1181,0 1-1,0 0 1,1 0 0,-1 0-1,0 0 1,1 0 0,-1 0-1,0 0 1,1 0 0,-1 1 0,0-1-1,0 0 1,1 0 0,-1 0-1,0 0 1,1 0 0,-1 0-1,0 1 1,0-1 0,1 0-1,-1 0 1,0 0 0,0 1-1,0-1 1,1 0 0,-1 0-1,0 0 1,0 1 0,0-1-1,0 0 1,1 1 0,-1-1-1,0 0 1,0 0 0,0 1-1,0-1 1,0 0 0,0 1-1,17 24-798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53 170 2561,'0'0'8112,"0"32"-7431,0-21-645,-7 493 999,-36 14 698,42-507-1521,0 7-809,13-45-320,132-510 968,-87 291-67,-51 222 6,-3 8-27,1-1 1,1 1-1,0 0 1,1 1-1,10-19 0,-16 34 32,4-4-149,-2 16 131,-4 167 736,-33 232 1,28-354-958,0 102 0,16-192-1164,-1 12 1246,121-472 58,-69 238 36,-55 238 66,6-29-11,2 0 1,28-65 0,-24 85-154,-6 23-10,-1 18 186,-3 7 213,-2 0-1,0 0 1,-2 0 0,2 33-1,-3 104 360,-3-100-443,1-25-30,9 193 506,-9-224-624,0 1 1,1-1-1,0 0 0,-1 0 1,1 1-1,1-1 0,-1 0 1,0 0-1,4 4 0,-5-6-27,1 0-1,0 0 0,-1-1 0,1 1 0,0 0 1,0 0-1,0-1 0,-1 1 0,1 0 1,0-1-1,0 1 0,0-1 0,0 1 0,0-1 1,0 0-1,0 1 0,1-1 0,-1 0 1,0 0-1,1 0 0,1 0-15,0-1 1,0 0-1,-1 0 0,1 0 1,0 0-1,-1-1 1,1 1-1,-1-1 0,1 1 1,-1-1-1,0 0 0,1 0 1,-1 0-1,0 0 1,0 0-1,-1-1 0,1 1 1,0-1-1,-1 1 1,2-4-1,28-56 25,-2-1 0,36-114-1,-18 42 109,-37 104-79,-8 23-14,0 0 0,1 0 0,0 0 0,0 0 1,0 1-1,1-1 0,0 1 0,1 0 0,0 0 0,0 0 0,10-10 1,-14 17 5,0-1 0,0 1 0,0-1 0,-1 1 1,1-1-1,0 1 0,0 0 0,0 0 1,0-1-1,0 1 0,0 0 0,0 0 1,0 0-1,0 0 0,0 0 0,0 0 1,0 1-1,0-1 0,0 0 0,0 0 0,0 1 1,0-1-1,0 0 0,-1 1 0,1-1 1,0 1-1,0-1 0,0 1 0,-1 0 1,1-1-1,0 1 0,0 0 0,-1-1 0,1 1 1,-1 0-1,1 0 0,0 1 0,17 38 421,-15-33-345,58 179 1245,10 29-454,-67-205-851,0 0 0,1 0-1,0-1 1,10 15 0,-14-22-34,0-1 1,-1 0-1,1 0 1,0 0 0,0 1-1,0-1 1,0 0 0,0 0-1,0 0 1,1-1-1,-1 1 1,0 0 0,0 0-1,1 0 1,-1-1 0,0 1-1,1-1 1,-1 1-1,1-1 1,-1 0 0,1 1-1,-1-1 1,1 0 0,-1 0-1,0 0 1,1 0 0,-1 0-1,1-1 1,-1 1-1,1 0 1,-1-1 0,1 1-1,-1 0 1,0-1 0,1 0-1,-1 1 1,0-1-1,1 0 1,-1 0 0,0 0-1,0 0 1,0 0 0,0 0-1,0 0 1,1-1-1,6-10-13,-1 0-1,-1 0 0,0 0 0,-1-1 0,0 0 0,-1 0 0,3-15 0,-4 16 33,59-246 21,4-17 156,-58 255-171,-4 21 57,0 14 121,24 208 1145,-7-43-452,-21-178-882,0 0 1,0 0-1,1 0 0,-1 0 0,0 0 0,1 0 0,0 0 0,-1 0 1,1 0-1,0 0 0,0 0 0,0 0 0,0-1 0,1 1 0,0 2 1,-1-4-19,0 0 0,-1 0 0,1 0 0,-1 0 0,1 0 0,0 0 0,-1 0 0,1-1 0,-1 1 1,1 0-1,-1 0 0,1 0 0,0-1 0,-1 1 0,1 0 0,-1 0 0,1-1 0,-1 1 0,1 0 1,-1-1-1,0 1 0,1-1 0,-1 1 0,1-1 0,-1 1 0,0 0 0,1-1 0,-1 0 0,0 1 1,0-1-1,1 0 0,3-7-79,0 0-1,-1 0 1,0 0 0,0 0 0,2-15 0,3-52 108,-2-125 1,-6 170 1,0 29-6,-1 0-1,1 1 1,0-1-1,0 0 1,0 0-1,-1 0 1,1 0-1,0 1 0,0-1 1,0 0-1,0 0 1,1 0-1,-1 0 1,0 0-1,0 1 1,0-1-1,1 0 1,-1 0-1,0 0 1,1 1-1,-1-1 1,0 0-1,1 0 0,-1 1 1,2-2-1,2 9-57,9 26 210,-1 1 1,-2 1-1,11 60 0,-1-6-13,-2-15-58,52 191 175,-68-258-276,1 0 1,0-1-1,0 1 0,0-1 1,1 1-1,4 5 0,-7-11-12,-1 0 0,1 0-1,0 0 1,-1 0 0,1 0 0,0-1-1,0 1 1,-1 0 0,1-1 0,0 1-1,0 0 1,0-1 0,0 1 0,0-1-1,0 1 1,0-1 0,0 0 0,0 1-1,0-1 1,1 0 0,-1 0 0,0 0-1,0 0 1,0 0 0,0 0 0,0 0-1,0 0 1,0 0 0,0 0-1,1-1 1,-1 1 0,0 0 0,0-1-1,0 1 1,0-1 0,0 1 0,0-1-1,-1 0 1,1 1 0,0-1 0,0 0-1,0 1 1,0-1 0,-1 0 0,1 0-1,0 0 1,-1 0 0,1 0 0,0-1-1,8-14-38,0 1-1,-1-1 1,-1 0-1,0-1 0,-1 1 1,6-32-1,14-111 103,-19 142-80,-1 14-32,1 14 49,17 72 326,-3 2 0,-4 0 0,7 105 0,-15-61 13,-10 169 0,-6-226-159,6-67-153,0 1 1,-1-1-1,0 1 1,0-1-1,0 0 1,0 0 0,-1 0-1,0 0 1,0 0-1,-6 7 1,9-12-19,0 0-1,-1 0 1,1 0 0,-1 0 0,1 0-1,0 0 1,-1 0 0,1 0 0,-1 0-1,1 0 1,-1 0 0,1 0 0,0-1-1,-1 1 1,1 0 0,-1 0 0,1 0-1,0 0 1,-1-1 0,1 1 0,0 0-1,-1 0 1,1-1 0,0 1-1,0 0 1,-1-1 0,1 1 0,0 0-1,0-1 1,-1 1 0,1 0 0,0-1-1,0 1 1,0-1 0,0 1 0,-1 0-1,1-1 1,0 1 0,0-1 0,0 1-1,0 0 1,0-1 0,0 0 0,-8-24-579,-38-221-1026,-16-62-146,59 296 1757,3 10 22,0 0-1,0 0 1,0-1 0,-1 1 0,1 0 0,-1 0 0,0 0 0,1 0 0,-1 0 0,0 0 0,0 0 0,0 0-1,0 0 1,-1 1 0,1-1 0,0 0 0,-1 1 0,1-1 0,-1 1 0,0-1 0,-2 0 0,4 2 4,-1 0 0,1 0 0,0 0 1,-1 1-1,1-1 0,-1 0 1,1 0-1,0 1 0,-1-1 0,1 0 1,0 1-1,-1-1 0,1 1 1,0-1-1,-1 0 0,1 1 0,0-1 1,0 1-1,-1-1 0,1 1 0,0-1 1,0 1-1,0-1 0,0 1 1,0-1-1,0 1 0,0-1 0,0 1 1,0-1-1,0 1 0,0-1 1,0 1-1,0-1 0,0 1 0,0-1 1,0 0-1,1 2 0,-14 312 620,-3 51-140,8-278 135,-4 0 0,-29 102 1,39-182-595,0 1 1,0-1 0,-1 0-1,0 0 1,0 0 0,-9 12-1,12-18-47,-1 0-1,0 0 0,1 0 1,-1-1-1,0 1 0,0 0 1,0-1-1,1 1 1,-1-1-1,0 1 0,0-1 1,0 1-1,0-1 0,0 1 1,0-1-1,0 0 0,0 0 1,0 0-1,0 1 0,-1-1 1,1 0-1,-1-1 0,0 1-47,0-1 0,0 0 0,-1 0 0,1 0 0,0 0 0,0 0 0,1-1-1,-1 1 1,0-1 0,0 1 0,1-1 0,-1 1 0,1-1 0,-3-3 0,-13-19-208,2-1 0,1-1 1,-14-32-1,-6-12 245,-11-14 81,-4 1 1,-113-142-1,162 224-24,-1 0 0,0-1 0,0 1 0,0 0 0,0 0 0,0 0 0,0 0 0,0 1 1,-1-1-1,1 0 0,0 0 0,0 1 0,-1-1 0,1 1 0,-3-2 0,4 3-5,-1-1-1,1 0 0,-1 0 1,1 0-1,-1 0 1,1 1-1,0-1 0,-1 0 1,1 0-1,-1 1 1,1-1-1,-1 0 1,1 1-1,0-1 0,-1 0 1,1 1-1,0-1 1,-1 1-1,1-1 0,0 0 1,0 1-1,-1-1 1,1 1-1,0-1 1,0 1-1,0-1 0,0 1 1,-1 0-1,-2 49 681,3-40-796,0 508 666,12-575-2036,4-78 1305,-7-1-1,-8-164 1,-2 291 160,-5-45-138,6 52 152,-1 1 1,1-1-1,-1 0 1,1 1-1,-1-1 1,0 0 0,1 1-1,-1-1 1,0 1-1,0-1 1,0 1-1,0 0 1,-1-1-1,1 1 1,0 0-1,0 0 1,-1 0 0,1 0-1,-1 0 1,1 0-1,-1 0 1,1 0-1,-1 0 1,0 1-1,1-1 1,-3 0 0,2 2 13,1-1 1,-1 0 0,0 0 0,0 1 0,1-1 0,-1 1 0,0 0 0,1 0 0,-1-1 0,1 1 0,-1 0 0,1 0 0,-1 0 0,1 0 0,0 1 0,-1-1 0,1 0 0,0 1 0,0-1 0,0 0 0,0 1 0,0 0 0,0-1 0,1 1 0,-1-1 0,-1 4 0,-18 56 261,15-45-250,-28 101 195,-43 126 1043,75-239-1232,0-1-1,-1 0 1,1 1-1,-1-1 0,0 0 1,0 0-1,0 0 0,-5 5 1,7-8-54,-1 0 1,1 1 0,0-1-1,-1 0 1,1 0 0,0 0-1,-1 0 1,1 0 0,0 1-1,-1-1 1,1 0 0,-1 0-1,1 0 1,0 0 0,-1 0 0,1 0-1,-1 0 1,1 0 0,0 0-1,-1-1 1,1 1 0,0 0-1,-1 0 1,1 0 0,0 0-1,-1 0 1,1-1 0,0 1-1,-1 0 1,1 0 0,0-1-1,-1 1 1,1 0 0,0 0-1,0-1 1,-1 1 0,1 0-1,0-1 1,0 1 0,0 0-1,0-1 1,-1 0 0,-2-8-197,-1-1 0,2 1 1,-1-1-1,0-15 0,0 8 200,-20-117-472,-57-260-524,80 393 1016,0 0 0,0 1 1,0-1-1,0 0 0,0 1 1,0-1-1,-1 0 1,1 1-1,0-1 0,0 1 1,-1-1-1,1 0 1,0 1-1,-1-1 0,1 1 1,0-1-1,-1 1 0,1-1 1,-1 1-1,1-1 1,-1 1-1,1 0 0,-1-1 1,1 1-1,-1-1 0,0 1 1,1 0-1,-1 0 1,0-1-1,-1 2 19,1 0-1,0-1 1,0 1-1,0 0 1,0 0-1,0 0 1,0 0-1,0 0 1,0 0 0,1 0-1,-1 0 1,0 0-1,1 0 1,-1 1-1,0-1 1,0 2-1,-53 127 258,-15 29 147,57-137-116,0 0 0,-1-1 0,-1-1 0,-33 36 0,46-55-307,1 0 0,-1 0 0,0 0 0,0 0 0,0 0 0,0 0 0,0 0 0,0 0 0,0 0 0,0 0 0,0 0 0,0-1 0,0 1 0,0 0 0,-1-1 0,1 1 0,0-1 0,0 0 0,-1 1 0,1-1 0,0 0 0,-1 0 0,1 0 0,0 1 0,-1-1 0,1-1 0,0 1 0,-1 0 0,1 0 0,0-1 0,-1 1 0,1 0 0,0-1 0,0 1 0,-1-1 0,1 0 0,0 1 0,0-1 0,0 0 0,0 0 0,0 0 0,0 1 0,0-1 0,0 0 0,0 0 0,-1-2 0,-2-5-91,0 1 0,1 0 0,-1-1-1,2 0 1,-1 0 0,-1-9 0,-23-108-386,-16-67-88,34 160 489,-2 1 0,-1 0 0,-27-52 0,2 34 144,36 48-73,0 0 1,0 0-1,-1 0 0,1 0 1,0 0-1,0 0 0,-1 0 1,1 1-1,0-1 1,-1 0-1,1 1 0,-1-1 1,1 1-1,-1-1 0,-1 1 1,2 0-3,0 0 1,0 1 0,0-1 0,0 0 0,0 1-1,1-1 1,-1 1 0,0-1 0,0 1 0,0 0-1,1-1 1,-1 1 0,0 0 0,1-1 0,-1 1 0,1 0-1,-1 0 1,1 0 0,-1-1 0,1 1 0,-1 0-1,1 0 1,0 0 0,-1 0 0,1 0 0,0 0-1,0 1 1,-5 22 32,2 0 0,1 0-1,1 0 1,3 41 0,-1-5 31,-1-49-62,0 32 25,7 50 0,-6-82-39,0-1-1,1 0 1,1 0 0,0 1-1,0-2 1,1 1 0,0 0-1,0-1 1,1 0 0,11 15-1,-15-23-18,0 1 0,0-1 0,0 1-1,0-1 1,0 0 0,0 0 0,1 0-1,-1 1 1,0-1 0,1-1 0,-1 1-1,1 0 1,-1 0 0,1 0 0,0-1 0,-1 1-1,1-1 1,0 1 0,-1-1 0,1 0-1,0 0 1,0 0 0,-1 0 0,1 0-1,0 0 1,-1 0 0,1 0 0,0-1 0,0 1-1,-1-1 1,1 1 0,-1-1 0,1 1-1,0-1 1,-1 0 0,1 0 0,-1 0-1,0 0 1,2-1 0,2-3-62,-1 1-1,0-1 1,0 0-1,0 0 1,-1 0-1,0-1 1,0 1-1,0-1 1,3-10 0,5-20-132,-2 0 1,-1 0-1,4-66 1,-6-114-1078,-6 205 1246,0-6 136,0 0 1,-1 0-1,-1 0 1,-1 0-1,0 1 1,-1-1-1,-1 1 1,-8-18-1,12 50 1249,1 9-1097,0 51 88,13 111 0,-5-133-1068,3 93 0,-11-130-2032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777 33 5129,'0'0'6519,"0"-11"3317,-2 7-9825,-14 0 145,1 0-1,-1 0 1,0 2-1,0 0 1,0 1-1,-1 0 1,-26 4-1,-1-2 183,22 0-262,1 1 0,-1 1 0,1 1 1,-1 1-1,1 1 0,1 0 0,-1 2 0,1 1 0,-22 12 1,14-5 26,1 1 1,0 2 0,1 0 0,2 2-1,-38 39 1,47-42-83,0 2 0,2 0-1,0 0 1,1 2 0,1-1 0,1 1-1,1 1 1,0 0 0,2 0 0,-5 29-1,2 9 27,3 1 0,1 106-1,6-158-55,0-1-1,1 0 1,0 0-1,0 0 1,1 0-1,1 0 1,-1 0-1,2 0 1,-1-1-1,1 1 1,0-1-1,1 0 1,0 0-1,7 9 1,-4-9-3,-1 0 0,1-1 0,1 0 0,0 0 0,0-1 0,0 0 0,0-1 0,1 1 1,0-2-1,0 0 0,19 5 0,22 2 265,1-3 1,0-2-1,0-2 0,98-7 1,-47 2-22,-102 1 955,38 6 13,-22-2-2371,30 0-9415,-22-4 4227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475 10 5313,'0'0'11804,"0"-1"-11685,0 1 0,0 0-1,0-1 1,0 1 0,0-1 0,0 1-1,0 0 1,0-1 0,0 1 0,-1 0-1,1-1 1,0 1 0,0 0 0,0-1 0,-1 1-1,1 0 1,0 0 0,0-1 0,-1 1-1,1 0 1,0 0 0,0-1 0,-1 1-1,1 0 1,0 0 0,-1 0 0,1 0-1,0-1 1,-1 1 0,1 0 0,0 0 0,-1 0-1,1 0 1,-1 0 0,-6 1 152,0 0 0,0 1 0,0-1 0,1 2 0,-1-1 0,0 1 0,1 0 0,0 0 0,0 0 0,0 1 0,-8 7 1,-1 0-185,1 1 1,1 0 0,-19 22-1,6 2-56,1 1-1,1 1 1,3 1-1,1 1 1,-22 61-1,9-1 85,-24 123 1,37-115-109,-10 165 1,21 111-61,11-344 47,1-1-1,1 1 0,3-1 1,1 0-1,16 47 0,82 176 70,-73-190 61,-26-63-2984,-3-20 134,-3-31-3579,-1 37 4707,0-32-6448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0 967 8410,'0'0'6831,"8"-24"-6371,124-417 2348,-127 423-2714,44-143 631,-40 136-682,2 1 1,0 1 0,1 0 0,21-30 0,-32 51-56,0 0 0,0 1 0,1-1 0,-1 0 0,1 0 0,0 1 0,-1-1 1,1 1-1,0-1 0,0 1 0,0 0 0,0 0 0,0 0 0,0 0 0,0 0 0,0 0 0,4 0 0,-5 1 18,1 0 0,-1 0 0,0 0 0,1 0 0,-1 1 0,1-1-1,-1 1 1,1-1 0,-1 1 0,0 0 0,0-1 0,1 1 0,-1 0-1,0 0 1,0 0 0,0 0 0,0 0 0,0 0 0,0 0 0,1 2-1,5 7 131,-1 0 0,-1 1 0,0-1-1,0 1 1,3 14 0,-5-15 5,30 101 436,-6 2 1,13 121-1,-37-216-557,25-155-2216,-6 19 1961,-11 44-50,4 1 0,3 0 0,44-112 0,-58 177 233,-1 1 0,1 0 0,0 0 0,11-12 1,-14 17 41,0 0 0,1 1 0,-1-1 0,1 1 1,0 0-1,-1-1 0,1 1 0,0 0 0,0 0 1,0 0-1,0 0 0,0 0 0,0 1 1,0-1-1,0 0 0,0 1 0,0 0 0,0-1 1,1 1-1,-1 0 0,4 0 0,-4 1 28,-1 0 0,1 0 0,-1 0 1,1-1-1,-1 1 0,0 1 0,1-1 0,-1 0 0,0 0 0,0 0 0,0 1 0,0-1 0,0 0 0,0 1 0,0-1 0,0 1 1,0-1-1,-1 1 0,1 0 0,-1-1 0,1 1 0,-1 0 0,0-1 0,1 1 0,-1 2 0,3 8 148,17 57 554,-3 2 0,-3-1-1,7 121 1,-16 215 1408,-6-233-1311,1-171-1334,0-8-757,-7-177-7574,7 110 2696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173 264 6385,'0'0'11916,"0"5"-11044,0 17-225,0-17-121,7-11 185,12-34-183,-1-2 0,15-55 0,6-14-332,-39 112-189,0-1 0,0 0-1,0 0 1,1 0 0,-1 1 0,0-1 0,0 0 0,0 0 0,0 0-1,1 0 1,-1 0 0,0 1 0,0-1 0,0 0 0,1 0-1,-1 0 1,0 0 0,0 0 0,0 0 0,1 0 0,-1 0 0,0 0-1,0 0 1,1 0 0,-1 0 0,0 0 0,0 0 0,0 0 0,1 0-1,-1 0 1,0 0 0,0 0 0,1 0 0,-1 0 0,0 0-1,0 0 1,0 0 0,1 0 0,-1 0 0,0-1 0,0 1 0,0 0-1,1 0 1,-1 0 0,0 0 0,0-1 0,0 1 0,0 0 0,0 0-1,1-1 1,3 34 222,-3-21-146,22 219 513,-10 306 1,-40-537-1127,-68-25 339,71 17 188,0 1-1,0 2 1,-48-6 0,-1 11 879,72 0-634,17 0-313,95 6 726,-2 5 0,164 37 0,-84-12-364,-167-36-676,-16-8-1819,-18-22-2806,5 17 4538,-14-35-5694,-4 2-3744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11002,'0'0'11443,"12"28"-10726,-5-13-615,19 40 300,2-1 1,37 53 0,4-6 78,-3 3 0,-5 2 0,-5 3 1,46 127-1,-70-139-205,-5 1 1,-3 1 0,-5 1 0,7 127-1,-22-154-105,-3-1 0,-3 1 0,-3 0 0,-4-1-1,-3 0 1,-35 118 0,37-158-61,-2-2 1,-1 1-1,-2-1 0,-1-1 0,-1-1 1,-1 0-1,-2-1 0,0-1 1,-38 35-1,-63 38 266,13-12 233,106-86-589,1 0 0,0 0-1,-1 0 1,1 0-1,-1 0 1,1 0-1,-1 0 1,1 0-1,-1 0 1,0-1 0,1 1-1,-1-1 1,0 1-1,1-1 1,-1 0-1,-3 1 1,3-2-220,1 1 0,-1 0 0,1-1 1,-1 1-1,1-1 0,-1 1 0,1-1 0,-1 0 1,1 0-1,0 1 0,-1-1 0,1 0 0,0 0 1,0-1-1,-2-1 0,-1-2-1162,0-1 1,1 1-1,0-1 0,0 0 1,0 0-1,1 0 0,-4-13 1,4-5-5833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1328 1 6737,'0'0'6967,"7"10"-6053,3 26-408,-1 2 0,-1-1 0,3 64 0,-5-43-231,34 557 1362,-34 12-384,-7-574-1172,-2 1 0,-2-1 0,-3 0 0,-1-1 1,-24 70-1,20-82-37,-3-2-1,-1 0 1,-2-1 0,-1-1 0,-2 0 0,-2-2 0,-38 43-1,11-22 7,-2-2 0,-2-2 0,-3-3 0,-127 81 0,139-102-2,-1-2 0,-2-2 0,0-3 0,-1-1 0,0-3 0,-2-2 0,-99 14 0,127-25 149,-4-1 119,1 1 1,-1 2-1,1 0 0,-32 12 1,45-11-108,-23 6 704,36-12-595,-12-5-14381,6-7 9905,-5 0-1654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325 8 4729,'0'0'7896,"0"-1"-7761,0 1 0,0-1 0,0 1 0,-1 0 0,1-1 0,0 1 0,0-1 0,-1 1 0,1 0 0,0-1 0,-1 1 0,1 0 0,0-1 0,-1 1 0,1 0 0,-1 0 0,1-1 0,-1 1 0,1 0 0,0 0 0,-1 0 0,1-1 0,-1 1-1,1 0 1,-1 0 0,1 0 0,-1 0 0,1 0 0,-1 0 0,1 0 0,-1 0 0,1 0 0,-1 0 0,0 1 0,-4 1-60,0 1 1,0 0-1,0 0 1,0 1-1,0 0 0,1-1 1,0 1-1,0 1 1,0-1-1,0 1 1,0 0-1,-4 8 0,-8 8-15,-16 23 74,1 1 0,2 1-1,3 2 1,1 0 0,3 2 0,-27 84-1,45-118-101,0 0 1,0-1-1,2 1 0,0 0 0,0 25 0,2-36-45,0-1 0,0 0 0,1 0 0,-1 0 0,1 1 1,0-1-1,0 0 0,1 0 0,-1 0 0,1 0 1,0 0-1,0-1 0,0 1 0,0 0 0,1-1 0,0 0 1,-1 1-1,1-1 0,0 0 0,0-1 0,1 1 0,-1 0 1,1-1-1,-1 0 0,6 3 0,9 1-25,0 0 0,1-1 0,0-1 0,0-1 0,29 2 0,101-5 48,-69-2 67,208 2 963,-287 0-379,11 0-10552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939 75 6145,'0'0'8948,"0"-6"-7846,0-29 1834,-2 33-2864,-1 0 1,1 1-1,-1-1 0,1 1 1,-1-1-1,0 1 0,0 0 1,0 0-1,0 0 1,0 0-1,0 1 0,0-1 1,-3 1-1,2-1-8,-24-5 13,0 2-1,-1 1 0,1 1 1,-1 1-1,0 1 0,1 2 1,-1 1-1,1 1 0,-1 2 1,1 0-1,1 2 1,0 1-1,0 2 0,0 0 1,-33 21-1,28-11 19,1 1 0,0 1 0,2 2 0,1 1 0,1 1 0,1 2 0,2 0 0,-24 38 0,30-39 5,1 2 0,1 0 0,1 0-1,2 2 1,1 0 0,2 0 0,1 1 0,1 0 0,-4 48 0,8-42-51,3 1-1,3 46 1,-1-73-50,1 0 0,1 0 0,0-1 0,0 1 0,1-1 0,1 0 0,0 0 0,1 0 0,0-1-1,10 15 1,-4-10-21,1-1-1,1 0 1,0-1-1,1 0 0,1-1 1,0-1-1,0-1 1,21 11-1,-10-8-11,0-2-1,1-1 1,1-1-1,52 11 1,6-8-8,2-4 0,148-4 0,-186-5 58,106-3 1994,-157 2-1938,0-1-36,0 2-187,6-26-14088,1 14 5274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620 13 8690,'0'0'8828,"-20"-3"-8221,6 1-487,8 0-89,1 1 0,0 0 0,-1 0 0,1 0 0,0 0 0,-1 1 0,1 0-1,-1 0 1,1 1 0,-1-1 0,1 1 0,-1 0 0,1 1 0,0-1 0,0 1 0,-1 0 0,1 0 0,1 1-1,-1 0 1,0 0 0,1 0 0,-8 6 0,-9 17 56,1 0 0,1 2 0,-18 34 0,29-47-67,-49 94 206,4 3 0,6 2-1,-40 146 1,56-145 92,5 1 1,5 1-1,6 1 0,4 1 1,6 0-1,10 121 0,-2-213-334,2 0-1,0 0 0,2 0 0,1-1 0,1 0 0,1-1 1,1 0-1,1 0 0,2-1 0,0-1 0,1 0 1,2-1-1,0 0 0,1-2 0,2 0 0,0-1 0,0-1 1,2-1-1,0-1 0,45 24 0,-66-39-212,26 10-701,-15-10-7189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1017 9618,'0'0'6172,"3"-36"-5611,-2 6-436,22-229 697,78-373 687,-99 613-1418,-2 16-70,0 0 0,0 0 1,1 1-1,-1-1 0,1 0 1,0 0-1,0 0 0,0 1 1,0-1-1,0 0 0,0 1 0,3-4 1,-4 6-17,0 0 0,0 0 0,0 0 0,0 0-1,0-1 1,0 1 0,1 0 0,-1 0 0,0 0 0,0 0 0,0 0 0,0 0 0,1 0 0,-1 0 0,0-1 0,0 1 0,0 0 0,1 0 0,-1 0 0,0 0 0,0 0 0,0 0 0,0 0-1,1 0 1,-1 0 0,0 0 0,0 0 0,0 0 0,1 0 0,-1 1 0,0-1 0,0 0 0,0 0 0,0 0 0,1 0 0,-1 0 0,0 0 0,0 0 0,0 0 0,0 1 0,1-1 0,-1 0-1,0 0 1,0 0 0,0 0 0,0 0 0,0 1 0,0-1 0,0 0 0,8 15 121,9 34 181,-2 1-1,-2 0 1,7 60 0,10 163 571,-26-222-656,-2-26-112,10 172 897,-8-176-965,0-17-256,1-15-512,38-243-789,-16 70 812,-17 128 513,-7 29 133,2 0 0,2 0 1,13-39-1,-20 65 46,1-1 0,-1 1 1,0 0-1,1 0 0,-1 0 0,1 0 1,-1 0-1,1 0 0,-1 0 0,1 0 1,0 0-1,-1 0 0,1 0 0,0 1 0,0-1 1,0 0-1,0 0 0,-1 1 0,1-1 1,0 1-1,0-1 0,0 1 0,0-1 1,1 1-1,-1-1 0,0 1 0,2 0 1,-2 0 18,1 1 1,0-1 0,-1 1 0,1 0 0,-1 0 0,1 0 0,-1 0-1,0 0 1,1 0 0,-1 0 0,0 1 0,0-1 0,0 0-1,0 1 1,0-1 0,1 2 0,7 13 235,-1 0 1,10 29-1,-15-38-171,19 52 340,-3 2 1,-2 1-1,11 82 1,-21-71-3531,-4 2-3543,-3-54-834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315 316 1792,'0'0'11607,"-6"-31"-10803,-20-97-239,25 123-525,0-1 0,0 0-1,0 1 1,1-1-1,0 0 1,0 0 0,0 0-1,1 1 1,0-1-1,0 0 1,1 1 0,-1-1-1,1 1 1,0 0-1,1-1 1,-1 1 0,1 0-1,0 0 1,0 0-1,1 1 1,-1-1-1,1 1 1,0 0 0,0 0-1,1 0 1,4-3-1,-6 5 1,1 0 0,-1 0-1,1 1 1,0-1-1,0 1 1,-1 0-1,1 0 1,0 0 0,0 0-1,0 1 1,0 0-1,0 0 1,0 0-1,0 0 1,0 0 0,0 1-1,0 0 1,0 0-1,-1 0 1,1 0-1,0 0 1,0 1 0,-1 0-1,1 0 1,-1 0-1,0 0 1,1 0-1,-1 1 1,0-1 0,0 1-1,3 4 1,2 4 107,0 0 1,-2 0-1,1 0 0,-1 1 1,-1 0-1,0 0 1,-1 1-1,0-1 1,-1 1-1,3 19 0,-1 15 365,-1 74-1,-5-92-459,0 0 0,-2-1 0,-1 1 0,-2-1 0,-1 0 0,0 0 0,-3 0 0,0-1 0,-1-1 0,-2 0 0,-1 0-1,-1-2 1,0 0 0,-2 0 0,-1-1 0,-1-2 0,-23 21 0,32-34-121,0 0 0,0-1 1,-1-1-1,1 1 0,-2-2 0,1 0 0,-1 0 1,1-1-1,-1 0 0,0-1 0,-1-1 0,1 0 1,0 0-1,-18-1 0,25-1 26,0 0 1,-1-1-1,1 0 1,0 1-1,-1-2 1,1 1-1,0-1 0,0 0 1,0 0-1,0 0 1,1 0-1,-1-1 1,1 0-1,-1 0 0,1 0 1,0-1-1,0 1 1,0-1-1,1 0 1,-1 0-1,1-1 1,0 1-1,0-1 0,1 1 1,-1-1-1,1 0 1,0 0-1,0 0 1,1 0-1,-1 0 0,1 0 1,0-1-1,0 1 1,1-9-1,-1 11 29,1 1 0,0 0 0,0 0 0,0-1 0,0 1 0,0 0 0,0-1 0,0 1 0,1 0 0,-1 0 0,1-1-1,0 1 1,-1 0 0,1 0 0,0 0 0,0 0 0,1 0 0,-1 0 0,0 0 0,1 0 0,-1 0 0,1 1 0,-1-1 0,1 1 0,0-1 0,0 1 0,0 0 0,0-1-1,0 1 1,0 0 0,0 0 0,0 0 0,0 1 0,4-2 0,7 0 45,-1 1 0,0 0 0,1 1-1,-1 1 1,19 2 0,-22-2 0,49 9 381,-1 2-1,0 2 1,88 36-1,47 13-42,-159-55-545,0-1 1,0-1-1,68 2 0,-95-8 43,0 0 0,1-1 0,-1 0-1,0 0 1,0 0 0,0 0 0,-1-1-1,1 0 1,0 0 0,0-1-1,-1 0 1,0 0 0,1 0 0,-1 0-1,0-1 1,-1 0 0,8-7-1,-2-2-945,0 0-1,-1-1 0,0 0 0,-1 0 0,10-26 1,15-40-8713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16 888,'0'0'16216,"-8"-3"-15047,-22-9-209,30 12-943,0 0 0,0 0-1,0 0 1,-1 0 0,1 0-1,0 0 1,0 0-1,0 0 1,0 0 0,-1 0-1,1 0 1,0 0 0,0 0-1,0 0 1,0 0-1,-1 0 1,1 0 0,0 0-1,0 0 1,0 0 0,0 1-1,-1-1 1,1 0 0,0 0-1,0 0 1,0 0-1,0 0 1,0 0 0,0 1-1,-1-1 1,1 0 0,0 0-1,0 0 1,0 0-1,0 1 1,0-1 0,0 0-1,0 0 1,0 0 0,0 0-1,0 1 1,0-1-1,0 0 1,0 0 0,0 0-1,0 1 1,0-1 0,0 0-1,0 0 1,0 0-1,0 0 1,0 1 0,0-1-1,0 0 1,0 0 0,0 0-1,1 0 1,-1 1 0,0-1-1,0 0 1,0 0-1,0 0 1,0 0 0,1 0-1,5 15 222,46 93 961,29 59-174,83 241 0,-115-250-751,-7 2-1,-8 2 1,-6 1 0,11 280-1,-38 18 213,-1-438-462,-1-1 0,-1 1 1,-5 21-1,5-36-94,0 0 0,0 0 0,-1 0 1,0-1-1,0 1 0,-1-1 0,0 0 0,0 0 1,0 0-1,-11 11 0,9-15-189,1 1 1,-1-1-1,0-1 1,0 1-1,0-1 0,0 0 1,-1-1-1,1 1 1,-1-1-1,1-1 0,0 1 1,-1-1-1,-9-1 1,-22 4-1502,-59 11-4905,57-8 687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3111 1 6993,'0'0'7601,"-9"13"-5349,-72 98-405,-101 104-1,149-181-1747,-1-2-1,-1-1 1,-2-2 0,-1-1 0,-1-2-1,-1-2 1,-44 19 0,39-26 15,0-1 1,-2-3 0,0-1 0,0-3 0,-1-1 0,-60 0 0,-293-17 538,-245-52-109,598 56-508,-1-3-1,1-1 1,1-3-1,0-2 1,1-1-1,0-3 0,1-2 1,1-2-1,2-1 1,0-3-1,-57-45 1,33 15-31,40 31 46,-1 2 0,-1 1-1,-1 2 1,-53-29-1,68 45 197,-1 1-1,1 1 1,-1 0-1,0 1 0,0 0 1,0 1-1,-24 4 0,-9-2 61,38-6-7968,7-6 4166,10-19 768,-3 16-629,2-15-2784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379 0 8242,'0'0'6228,"-20"2"-5509,0-1-541,12-2-125,0 1 1,0 1-1,0-1 0,0 1 1,0 1-1,0-1 0,0 1 1,1 1-1,-1-1 1,1 2-1,0-1 0,-1 1 1,1 0-1,-6 5 0,-5 5 148,0 1 0,1 1 0,0 0-1,1 2 1,1-1 0,1 2-1,1 0 1,1 1 0,0 0 0,1 1-1,1 0 1,2 1 0,0 0-1,1 0 1,1 0 0,1 1 0,1 0-1,1 0 1,0 29 0,3-46-201,1 0 1,0 1 0,0-1-1,0 0 1,1 0-1,0 0 1,0 0 0,1-1-1,-1 1 1,1-1 0,1 1-1,-1-1 1,1 0 0,0 0-1,0 0 1,0-1-1,0 1 1,1-1 0,0 0-1,0-1 1,8 6 0,11 5 52,1-2 1,0 0 0,42 13 0,-35-14 55,1-2 1,1-2-1,0 0 1,0-3-1,66 2 1,-76-7-839,0-1 1,39-8 0,-53 11-4765,-10 1 4662,1 15-4694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1089 4625,'0'0'3515,"8"-26"-3317,54-170 118,-47 145-278,-9 26-4,2 0-1,20-42 1,-11 45-59,-16 21 34,-1 1 1,1 0-1,-1-1 0,1 1 0,-1 0 0,1-1 0,-1 1 0,1 0 0,-1 0 1,1 0-1,-1-1 0,1 1 0,-1 0 0,1 0 0,0 0 0,-1 0 0,1 0 0,-1 0 1,1 0-1,-1 0 0,1 0 0,0 0 0,-1 0 0,1 0 0,-1 1 0,1-1 1,-1 0-1,1 0 0,-1 1 0,1-1 0,-1 0 0,1 1 0,-1-1 0,1 0 0,-1 1 1,1-1-1,-1 1 0,0-1 0,1 0 0,-1 1 0,0-1 0,1 1 0,-1-1 1,0 1-1,0-1 0,0 1 0,1 1 0,6 19 328,0 1 0,-1 0 1,-2 0-1,0 1 0,1 39 0,0-4-72,6 38 15,-2-1 222,37 161 1,-34-235-664,-11-20 146,-1-1-1,0 0 0,1 1 1,-1-1-1,1 0 1,-1 0-1,1 0 1,-1 0-1,0 1 1,1-1-1,-1 0 1,1 0-1,-1 0 1,1 0-1,-1 0 1,1 0-1,-1 0 1,1 0-1,-1 0 1,1 0-1,-1 0 1,0-1-1,1 1 1,-1 0-1,1 0 1,-1 0-1,1-1 1,-1 1-1,0 0 1,1 0-1,-1-1 1,0 1-1,1 0 1,-1-1-1,0 1 0,1 0 1,-1-1-1,0 1 1,0-1-1,1 1 1,-1 0-1,0-1 1,0 1-1,0-1 1,1 1-1,-1-1 1,0 1-1,0 0 1,0-1-1,0 1 1,0-1-1,0 1 1,0-1-1,0 1 1,0-1-1,5-25-19,0-1 1,-2 1-1,-1-1 0,-1 1 0,-3-28 0,1 3 68,3-41-52,-5 0 0,-4 1 0,-22-106 0,11 126 15,8 33 3,-7-44 1,21 159 725,87 394-107,-48-267-510,-34-160-106,0 5 146,27 81-1,-36-128-153,4 5-356,-2-26-519,-2-70 707,-4-1 0,-18-97 0,-68-231 357,16 89-91,67 292-113,3 0-1,0-73 1,19 130 528,37 75 338,-30-54-588,35 53 0,-56-92-280,1 0-1,-1 0 1,0 0 0,1-1 0,-1 1 0,1 0 0,0 0 0,0-1 0,0 1 0,-1-1 0,1 0 0,0 0 0,1 1 0,-1-1 0,0 0 0,0-1 0,0 1 0,1 0 0,-1-1 0,3 1 0,-3-1-15,-1-1 0,1 0 1,-1 1-1,1-1 0,-1 0 1,1 0-1,-1 0 1,1 0-1,-1 0 0,0 0 1,0 0-1,1 0 0,-1-1 1,0 1-1,0 0 1,0-1-1,0 1 0,-1-1 1,1 1-1,0-1 0,-1 1 1,1-1-1,-1 0 0,1 1 1,-1-1-1,0 0 1,1-2-1,4-26 30,-1-1 0,0-48 0,-5 56 28,2 1 1,1-1 0,0 1 0,2-1 0,1 1-1,9-30 1,-13 49-43,1 0-1,-1 0 1,1 0 0,-1 0-1,1 1 1,0-1-1,0 0 1,0 1-1,0-1 1,1 1-1,-1 0 1,1 0 0,4-4-1,-5 5-2,0 1 0,0-1 0,0 0 0,0 1 0,0-1 0,0 1 0,0 0 0,0-1 0,1 1-1,-1 0 1,0 0 0,0 1 0,0-1 0,0 0 0,0 1 0,4 0 0,0 2 28,1 1 1,-1-1-1,0 1 1,0 0-1,0 1 1,0 0-1,-1-1 1,0 2-1,0-1 1,0 1-1,4 6 0,113 176 683,2 1-442,-123-187-246,37 44 6,-35-44-33,0 1 1,0-1-1,0 0 1,0 0 0,0-1-1,0 1 1,0 0-1,1-1 1,-1 0 0,0 0-1,1 0 1,-1 0-1,6 0 1,-7-1-3,-1-1 0,0 1-1,0 0 1,1-1 0,-1 1 0,0 0 0,0-1 0,0 0 0,1 1-1,-1-1 1,0 0 0,0 0 0,0 1 0,0-1 0,0 0 0,-1 0-1,1 0 1,0 0 0,0 0 0,-1 0 0,1 0 0,0-1 0,-1 1-1,1 0 1,-1 0 0,1 0 0,-1-1 0,0 1 0,0 0 0,1-2-1,6-49-213,-6 41 193,11-140-28,13-110 245,-25 260-168,0 1-1,0-1 1,0 0-1,0 1 1,0-1-1,0 0 1,0 1-1,0-1 1,0 1-1,0-1 1,0 0-1,1 1 1,-1-1-1,0 1 1,0-1-1,1 1 1,-1-1-1,0 1 1,1-1-1,-1 1 1,0-1-1,1 1 1,-1-1-1,1 1 1,-1 0-1,1-1 1,-1 1-1,1-1 1,0 1-1,0 1 5,0-1 0,0 1-1,0 0 1,0 0-1,0 0 1,-1 0 0,1 0-1,0 0 1,0 0-1,-1 0 1,1 0 0,-1 1-1,1-1 1,-1 0-1,1 0 1,-1 2 0,51 172 791,-34-109-362,39 102 0,-30-129-377,-26-39-69,0 1 0,1 0-1,-1-1 1,0 1 0,1-1 0,-1 1-1,1 0 1,-1-1 0,1 1 0,-1-1-1,1 0 1,-1 1 0,1-1 0,-1 1-1,1-1 1,0 0 0,-1 1 0,1-1-1,0 0 1,-1 0 0,1 0 0,0 1-1,-1-1 1,1 0 0,0 0 0,0 0 0,-1 0-1,1 0 1,0 0 0,-1 0 0,1 0-1,0-1 1,0 1 0,-1 0 0,1 0-1,0-1 1,-1 1 0,1 0 0,-1-1-1,1 1 1,0 0 0,-1-1 0,1 1-1,-1-1 1,1 1 0,-1-1 0,1 1 0,-1-1-1,0 0 1,1 1 0,-1-1 0,1 1-1,-1-1 1,0 0 0,0 1 0,1-1-1,-1 0 1,0 1 0,0-1 0,0-1-1,9-38-46,-2 0 0,-2-1 0,-1 1-1,-2-1 1,-4-42 0,2 30 25,0 52 34,0 1 0,0-1-1,0 1 1,0 0 0,0-1 0,0 1 0,0 0-1,0-1 1,0 1 0,1-1 0,-1 1 0,0 0-1,0-1 1,0 1 0,1 0 0,-1 0-1,0-1 1,0 1 0,1 0 0,-1 0 0,0-1-1,1 1 1,-1 0 0,0 0 0,1-1 0,-1 1-1,0 0 1,1 0 0,-1 0 0,0 0 0,1 0-1,-1 0 1,0 0 0,1 0 0,-1 0 0,1 0-1,-1 0 1,0 0 0,1 0 0,-1 0-1,1 0 1,-1 0 0,0 0 0,1 0 0,-1 0-1,1 1 1,19 9 15,-5 8 161,-1 1-1,0 0 0,-2 0 0,14 29 0,-7-14-50,32 59-3,-5 1 1,36 105 0,-78-179-76,-4-18-58,0 1-1,1-1 0,-1 0 1,0 0-1,1 0 1,0 0-1,-1 0 1,1 0-1,0 0 1,0 0-1,0-1 0,2 4 1,3-29-1891,-3-2 1750,-1-13 100,3 1 0,0-1 0,3 1 0,16-49 0,-23 84 54,0 1 0,0 0 0,-1 0 0,2 0 0,-1 0 0,0 0 0,0 0 0,1 0 0,-1 0 0,1 0 0,-1 0 0,1 1 0,0-1 0,-1 1 0,1-1 0,0 1 0,0 0 0,0 0 0,0 0 0,1 0 0,-1 0 0,0 0 0,0 0 0,1 1 0,-1-1 0,0 1 0,3-1 0,-2 2 11,1 0 0,-1-1 0,0 1-1,1 0 1,-1 1 0,0-1 0,0 1 0,0-1 0,0 1-1,0 0 1,0 0 0,0 0 0,-1 0 0,1 1 0,-1-1 0,1 1-1,-1 0 1,3 5 0,17 26 333,-1 1 0,-2 1 0,26 69-1,29 124 265,-64-197-509,6 50 151,-14-66-215,0 1 0,2-1-1,0 0 1,7 18 0,-10-31-777,-1-7-500,2-54-102,-1 24 979,-1 0 0,-5-41 1,5 72 332,0-1 1,-1 1-1,0 0 1,1-1 0,-1 1-1,0 0 1,-1 0-1,1 0 1,-1 0 0,1 0-1,-1 0 1,0 0-1,0 1 1,0-1 0,0 1-1,0-1 1,-1 1-1,1 0 1,-1 0 0,0 0-1,0 0 1,-4-2 0,6 4 65,0 0 0,0 0 0,0 1 0,0-1 0,-1 0 0,1 1 0,0-1 0,0 1 0,0-1 0,0 1 0,0 0 0,0-1 0,0 1 0,0 0 0,0 0 0,1-1 0,-1 1 0,0 0 0,0 0 0,1 0 0,-1 0 0,0 0 0,1 0 0,-1 0 0,1 0 0,0 1 0,-1-1 0,1 0 0,0 0 0,-1 0 0,1 0 0,0 1 0,0-1 0,0 1 0,-5 50 515,4-49-525,19 525 2367,2-115-2109,-20-400-350,-1 32-94,1-43 134,0-1-1,0 1 1,-1-1-1,1 0 1,0 1-1,-1-1 1,1 1-1,-1-1 1,1 1-1,-1-1 1,0 0-1,1 1 1,-1-1-1,0 0 1,0 0-1,0 0 1,0 0-1,0 0 1,0 0-1,-1 0 1,1 0-1,-2 1 1,2-1-9,0-1 1,0 0-1,1 0 1,-1 0-1,0 0 1,1 0-1,-1 0 1,0 0-1,0 0 1,1 0 0,-1 0-1,0 0 1,1 0-1,-1-1 1,0 1-1,0 0 1,1-1-1,-1 1 1,1 0-1,-1-1 1,0 1-1,1-1 1,-1 1-1,1-1 1,-1 1-1,1-1 1,-1 1-1,0-2 1,-12-22-524,-2-21-115,-17-78 1,9 31 225,21 83 399,-64-206-1347,53 180 1061,-1 0 0,-2 2 0,-40-63 0,51 89 334,-1 0 0,0 0 0,-1 0 0,1 1 0,-15-10 0,19 14 38,1 1 0,-1 0 0,0-1 0,1 1 0,-1 0 0,0 0 0,0 0 0,0 1 1,0-1-1,0 0 0,0 1 0,0-1 0,0 1 0,0 0 0,0-1 0,0 1 0,0 0 0,0 0 0,0 1 0,0-1 0,-1 0 0,1 1 0,0-1 0,0 1 0,0 0 0,1-1 1,-1 1-1,0 0 0,0 0 0,-2 2 0,-2 6 149,1 0 0,1 0 0,-1 0 1,1 1-1,1 0 0,0 0 0,1 0 1,-1 0-1,0 13 0,1-12-36,-9 66 1751,-4 138 1,14-99-2945,1-141 794,-1-1 1,-2 1-1,-1 0 1,-1 0-1,0 1 0,-2-1 1,-11-24-1,11 34 269,0 0 1,0 1-1,-1 0 1,-1 0-1,-1 1 0,0 0 1,0 1-1,-1 0 1,-1 1-1,0 0 0,0 1 1,-23-15-1,29 22 80,0 0 0,0 0 0,0 0 0,-1 1 0,1 0 0,-1 0 0,0 1 1,-10-2-1,16 3-67,0 0 1,0 1 0,0-1 0,0 0 0,0 1 0,0-1 0,1 1 0,-1-1-1,0 1 1,0-1 0,0 1 0,0 0 0,0-1 0,1 1 0,-1 0 0,0 0 0,1-1-1,-1 1 1,0 0 0,1 0 0,-1 0 0,1 0 0,-1 0 0,1 0 0,0 0-1,-1 0 1,1 0 0,0 0 0,0 0 0,0 0 0,0 0 0,0 0 0,0 2-1,-1 45 220,1-37-200,0 25 57,1 0-1,2 0 0,1 0 1,13 45-1,-14-71-54,1 19 146,-8-33-452,-24-36 98,-1 1-1,-2 2 1,-1 1 0,-2 1-1,-2 2 1,-1 2-1,-1 1 1,-2 2-1,-72-39 1,99 61 178,0 0 0,-1 1 0,0 1 0,0 0 0,0 1-1,-24-3 1,36 6-7,0 0 1,0 0-1,-1 0 0,1 0 0,0 0 0,0 0 0,0 1 0,0-1 0,-1 1 0,1-1 0,0 1 0,0 0 0,0 0 0,0 0 0,0 0 0,0 0 1,1 0-1,-1 0 0,0 1 0,1-1 0,-1 1 0,0-1 0,1 1 0,0 0 0,-1 0 0,1-1 0,0 1 0,0 0 0,0 0 0,0 0 1,0 0-1,0 3 0,-1 6 29,0-1-1,1 1 1,0 0 0,0 0 0,3 14 0,-2-3-7,-1 18 82,0-24 53,0 1 0,2-1-1,-1 1 1,2-1 0,0 0 0,9 30-1,-11-46-180,0 0 0,0 0-1,0 0 1,0 0 0,0 0-1,0 0 1,1 0 0,-1 0-1,0 0 1,0 0 0,0 0-1,0 0 1,0 0 0,0 0-1,0 0 1,1 0 0,-1 0-1,0 0 1,0 0 0,0 0-1,0 0 1,0 0 0,0 0-1,0 0 1,1 0 0,-1 0-1,0 0 1,0 0 0,0 0-1,0 0 1,0 0 0,0 0-1,0 0 1,0 0 0,0 0-1,1 0 1,-1 0 0,0 0-1,0 1 1,0-1 0,0 0-1,0 0 1,0 0-1,0 0 1,0 0 0,0 0-1,0 0 1,0 0 0,0 1-1,0-1 1,0 0 0,0 0-1,0 0 1,0 0 0,0 0-1,0 0 1,0 0 0,0 1-1,0-1 1,0 0 0,0 0-1,0 0 1,2-14-409,-4-26 86,-4 8 250,-1 1-1,-1-1 1,-2 2 0,-1-1 0,-1 1 0,-2 1 0,-1 0 0,-1 1 0,-2 0 0,-1 2 0,-34-39 0,48 59 92,0 0 0,0 1 0,-1-1-1,0 1 1,0 0 0,0 1 0,0-1 0,-1 1-1,1 1 1,-1-1 0,0 1 0,-1 0-1,1 1 1,0-1 0,-1 1 0,1 1 0,-1 0-1,1 0 1,-1 0 0,-14 2 0,19-1 24,0 1 1,0 0-1,0 0 1,0 0-1,0 0 1,0 0-1,1 1 1,-1-1-1,0 1 1,1 0-1,-1 0 1,1 0-1,0 0 1,0 0-1,-1 1 1,1-1-1,1 0 1,-1 1-1,0 0 1,1-1-1,-1 1 1,1 0-1,0 0 1,0 0-1,0 0 1,0 0-1,1 0 1,-1 4-1,-2 14 61,0-1-1,2 0 1,1 28-1,1-24-1,-1-8 1,1 1 0,0-1 0,2 0-1,0 0 1,1 0 0,0-1 0,1 1 0,11 22 0,-13-32-100,0 0-1,0 0 0,1-1 1,-1 0-1,1 1 1,1-1-1,-1-1 0,1 1 1,-1-1-1,1 1 0,0-1 1,1-1-1,-1 1 1,1-1-1,0 0 0,-1 0 1,1-1-1,1 1 1,-1-1-1,0-1 0,0 1 1,1-1-1,-1 0 0,9 0 1,-13-1-34,0 0 1,1-1-1,-1 1 1,0 0-1,0-1 0,1 1 1,-1-1-1,0 0 1,0 0-1,0 0 1,0 0-1,0 0 0,0 0 1,0 0-1,0-1 1,0 1-1,-1-1 1,1 1-1,0-1 0,-1 0 1,0 1-1,1-1 1,-1 0-1,0 0 1,0 0-1,0 0 1,0 0-1,0-1 0,0 1 1,-1 0-1,1-3 1,2-8-80,-2 0 0,1-1 0,-1 1-1,-2-19 1,1 13 51,-1 5 53,0 1-1,-1 0 1,0 1 0,-1-1-1,-1 0 1,1 1-1,-2-1 1,0 1 0,-1 0-1,0 1 1,0-1-1,-1 1 1,-1 1 0,0-1-1,0 1 1,-1 1-1,-1-1 1,1 2 0,-1-1-1,-1 1 1,1 1-1,-2 0 1,-15-8 0,45 15-1234,61 6-86,-35 0-389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1303 280 1568,'0'0'5695,"8"26"-4852,-6-22-801,9 29 391,-1 0 1,-2 1-1,-1 0 0,4 66 0,-9-56 306,0 8-558,-2-53-184,0 1-1,0 0 1,0 0 0,0 0 0,0 0 0,-1 0 0,1 0 0,0 0 0,0-1 0,0 1 0,0 0 0,0 0-1,0 0 1,0 0 0,0 0 0,0 0 0,0 0 0,0 0 0,0 0 0,-1-1 0,1 1 0,0 0 0,0 0-1,0 0 1,0 0 0,0 0 0,0 0 0,0 0 0,-1 0 0,1 0 0,0 0 0,0 0 0,0 0 0,0 0-1,0 0 1,0 0 0,0 0 0,-1 0 0,1 0 0,0 0 0,0 0 0,0 0 0,0 0 0,0 0-1,0 0 1,0 0 0,-1 0 0,1 1 0,0-1 0,0 0 0,0 0 0,0 0 0,0 0 0,0 0 0,0 0-1,0 0 1,-1 1 0,-11-34-290,-11-53 343,3-1 0,-10-103-1,27 132 61,2 46 554,-4 50-31,-9 53-152,-4-1 0,-40 119 0,57-204-443,-1-1 0,0 1 0,0-1 0,0 0 1,-1 0-1,0 0 0,-4 6 0,6-9-55,0 0 0,1-1 0,-1 1 1,1-1-1,-1 1 0,0-1 0,0 1 0,1-1 1,-1 1-1,0-1 0,0 0 0,1 0 0,-1 1 1,0-1-1,0 0 0,0 0 0,0 0 0,1 0 1,-1 0-1,-2 0 0,2 0-40,0-1-1,-1 1 1,1-1 0,0 0-1,0 0 1,0 0 0,0 1-1,0-1 1,0 0 0,0 0-1,0 0 1,0-1 0,0 1-1,0 0 1,1 0 0,-1 0-1,-1-3 1,-14-33-186,2 0 0,-19-76 0,8 22 21,-32-102-429,56 190 697,0 21 41,-1-1-1,0 1 1,-8 27 0,-1 1-96,11-44 9,-8 48 132,-3-1 0,-1 0 0,-27 67-1,38-113-125,0 0 0,0-1 0,-1 1-1,1 0 1,0-1 0,-1 0 0,0 1-1,1-1 1,-1 0 0,0 1 0,0-1-1,0 0 1,-1-1 0,1 1 0,0 0-1,-1-1 1,-3 2 0,5-2-45,-1-1-1,1 0 1,-1 0-1,1 0 1,-1 0 0,1-1-1,-1 1 1,1 0-1,-1-1 1,1 1 0,-1 0-1,1-1 1,0 0-1,-1 1 1,1-1 0,0 0-1,-1 0 1,1 0 0,0 0-1,0 0 1,0 0-1,0 0 1,-1-1 0,-7-11-343,0 1 1,1-1-1,1 0 1,-12-28-1,17 35 371,-69-168-1365,-43-93-196,86 223 1549,27 43 41,1 1-1,-1-1 1,1 0 0,-1 0 0,0 1-1,1-1 1,-1 1 0,0-1 0,0 1-1,1-1 1,-1 1 0,0-1-1,0 1 1,0-1 0,0 1 0,1 0-1,-1 0 1,-2-1 0,3 2 16,-1-1-1,0 1 1,1-1 0,-1 1 0,0-1 0,1 1-1,-1-1 1,1 1 0,-1 0 0,1-1-1,0 1 1,-1 0 0,1 0 0,-1-1 0,1 1-1,0 0 1,0 0 0,-1-1 0,1 1-1,0 0 1,0 0 0,0 0 0,0-1 0,0 1-1,0 0 1,0 1 0,-6 77 475,5-40 13,-3-1-1,-1 1 1,-1-1-1,-21 66 1,26-101-534,0 0 1,0 0 0,0 0 0,-1 0-1,1 0 1,-1 0 0,1 0 0,-1-1-1,0 1 1,0-1 0,-1 1 0,1-1-1,0 0 1,-1 0 0,1 0 0,-1 0-1,0 0 1,0 0 0,0-1 0,0 0-1,0 1 1,0-1 0,0 0 0,0 0-1,0-1 1,0 1 0,-1-1 0,1 0-1,0 1 1,0-1 0,-1-1 0,1 1-1,0 0 1,0-1 0,-1 0 0,1 1-1,0-1 1,-5-3 0,-5-2-241,-1-1 1,1-1-1,1 0 1,-1 0 0,1-1-1,-14-15 1,-32-23-428,22 24-368,-66-33 1,43 33-470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91 7194,'0'0'7953,"-7"0"-6813,-11 0-438,4 0 3012,15-1-3697,-1 0 1,1 0-1,-1 0 1,1 1-1,-1-1 0,1 0 1,-1 0-1,1 0 1,0 1-1,-1-1 0,1 0 1,0 1-1,0-1 1,-1 0-1,1 1 0,0-1 1,0 1-1,0 0 1,0-1-1,0 1 0,0 0 1,2-1-1,59-10-52,0 3 1,1 2-1,107 5 0,-103 1-37,-11 3 22,0 3 0,73 16 0,-69-10 38,100 6 0,40-15 2006,-200-11-7024,0-62-3535,0 35 2321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706 26 4257,'0'0'9026,"1"-1"-8551,-1 1 0,1-1 1,-1 0-1,1 0 0,-1 0 0,1 0 1,-1 0-1,0 0 0,0 0 1,1 0-1,-1 0 0,0 0 0,0-1 1,0 1-1,0-1 0,-10-1-427,1 1 0,0 1 0,0 0 0,-1 0 0,1 1 0,-1 0 0,-10 1 0,-11 0 14,11-2-42,0 1 1,1 1 0,-1 1-1,0 0 1,1 2 0,-1 0 0,1 1-1,0 1 1,1 1 0,-29 14 0,22-5 23,1 0 1,0 2 0,2 1 0,0 0 0,1 2 0,1 0 0,0 2 0,2 0 0,1 1-1,1 0 1,-16 33 0,17-24-28,0 0 0,2 0 0,2 1-1,1 1 1,1 0 0,2 1 0,2-1-1,-2 65 1,8-90-34,-1 1-1,1 0 1,1-1-1,0 1 1,1-1-1,0 0 1,0 1-1,1-1 1,0-1-1,1 1 1,11 17 0,-6-14-2,0 0 1,1-1-1,0-1 1,1 0-1,0 0 1,1-1-1,17 10 1,0-3 7,0-1 0,1-2 1,1-1-1,0-2 0,0-1 1,63 11-1,-65-18 451,1-1 0,31-1-1,-36-1 2388,-12 12-3052,10-6 152,1-1 1,-1-1 0,1-1-1,0-2 1,-1 0 0,31-3-1,-3 1 46,-50 1 1332,-20 0-8344,9 0 328,-3 0-3240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693 1 5697,'0'0'7942,"-17"0"-7362,-55 0-143,64 1-255,1 0-1,0 0 1,0 0-1,-1 1 1,1 0-1,0 0 0,0 1 1,0 0-1,1 0 1,-1 1-1,1 0 0,0 0 1,-6 5-1,-3 4 404,0 1 0,-24 31 0,30-35-544,-27 40 105,2 2 1,3 1-1,2 1 1,-33 87-1,24-44-45,-41 173 0,2 106 313,71-343-358,-9 60 144,5 1 0,3 0 0,8 116 1,0-196-217,0 0 0,2 0 0,-1 0 0,2-1 1,9 27-1,-12-39-3,0 0 1,0 0 0,-1 0-1,1 0 1,0 0 0,0 0-1,0 0 1,0 0-1,0 0 1,0-1 0,1 1-1,-1 0 1,0-1-1,0 1 1,1-1 0,-1 1-1,0-1 1,0 1-1,1-1 1,-1 0 0,0 0-1,1 0 1,-1 0 0,0 0-1,1 0 1,-1 0-1,0 0 1,1 0 0,-1-1-1,0 1 1,2-1-1,48-16-723,-38 12 186,2-1-662,-1 1 1,0-2 0,0 0-1,-1-1 1,1 0-1,16-15 1,-9 8-4451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1034 9914,'0'0'5435,"1"-30"-4809,17-205 613,-5 110-968,6-1-1,5 2 1,49-146-1,-70 260-269,23-55 37,-24 61-48,0 0 0,0 0 0,0 0 0,1 0 0,-1 1 0,1-1-1,0 1 1,0 0 0,0 0 0,0 0 0,1 0 0,6-4 0,-9 8 6,0-1 0,0 0-1,1 0 1,-1 0 0,0 1 0,1-1 0,-1 0 0,0 1-1,0 0 1,0-1 0,0 1 0,1-1 0,-1 1-1,0 0 1,0 0 0,0 0 0,0 0 0,0 0 0,-1 0-1,1 0 1,0 0 0,0 0 0,-1 0 0,1 0 0,-1 0-1,1 0 1,-1 1 0,1 1 0,20 43 295,-19-42-248,25 70 650,30 141 0,-5 81 22,-35-219-669,-14-79-918,3-13 503,4-21 153,21-259 434,-8 53-395,-22 229 141,0 4-19,-1 1-1,1-1 0,1 1 1,0-1-1,0 1 0,1 0 1,-1 0-1,2 0 0,-1 0 1,8-10-1,-11 17 44,1 1 0,-1-1 0,1 1 0,0-1 0,-1 1 0,1 0 0,0-1 0,-1 1 0,1 0 0,0 0 0,-1-1 0,1 1 0,0 0 0,0 0 0,-1 0 0,1 0 0,0 0 0,0 0-1,-1 0 1,1 0 0,0 0 0,0 1 0,-1-1 0,1 0 0,0 0 0,-1 1 0,1-1 0,0 0 0,-1 1 0,1-1 0,-1 0 0,1 1 0,0-1 0,-1 1 0,1-1 0,-1 1 0,1 0 0,-1-1 0,1 1 0,-1-1 0,0 1 0,1 1 0,15 30 56,12 46 557,-4 0 1,17 107-1,7 167 591,-48-350-1617,1 23 1493,-3-15-2954,-22-21-14413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110 109 11899,'0'0'5223,"10"-13"-5539,-5 6 289,-1 0 4,0 0 1,1 1-1,-1 0 1,2 0-1,-1 1 0,0-1 1,1 1-1,0 0 0,0 1 1,1-1-1,-1 1 0,1 1 1,0-1-1,0 1 0,0 0 1,9-2-1,-7 4 15,-1-1 1,1 1-1,0 1 0,0 0 0,0 0 0,8 2 1,-13-1 42,-1 0 1,1 0 0,-1 0-1,1 0 1,-1 1-1,1-1 1,-1 1 0,0 0-1,0 0 1,0 0 0,0 1-1,0-1 1,-1 1-1,1-1 1,-1 1 0,1 0-1,1 4 1,5 8 165,-1 1-1,-1 0 1,0 0-1,-1 1 1,-1 0-1,-1 0 1,0 0 0,-1 1-1,-1-1 1,-1 36-1,-1-32-127,-1 1-1,-1 0 0,-1-1 0,-1 1 1,-1-1-1,-1 0 0,-1 0 0,-14 29 1,18-44-68,0 0 0,0 0 0,0-1 0,-1 1 0,0-1 1,0 0-1,0 0 0,0 0 0,-1-1 0,0 1 1,0-1-1,0 0 0,-1-1 0,1 1 0,-1-1 0,0 0 1,0-1-1,0 1 0,0-1 0,0 0 0,0-1 1,-1 1-1,1-1 0,-1 0 0,-8-1 0,25 0-79,1 1 1,-1 0-1,1 1 0,-1 0 0,1 0 1,-1 1-1,0 1 0,0 0 0,0 0 0,-1 1 1,1 0-1,-1 0 0,-1 1 0,17 14 0,-13-8 141,0 0 1,-1 1-1,0 0 0,-1 1 0,-1 0 0,0 0 0,-1 1 0,-1 0 0,0 1 0,-1 0 1,-1 0-1,0 0 0,-1 0 0,-1 1 0,0 0 0,-2-1 0,0 1 0,0 0 0,-2 0 1,0 0-1,-4 22 0,2-26-35,0-1 0,0 1 1,-1-1-1,0 0 0,-1 0 0,-1 0 1,0 0-1,0-1 0,-2 0 1,1 0-1,-1-1 0,-12 13 1,12-16-105,0-1 0,-1 1 1,0-1-1,0 0 0,0-1 1,-1 0-1,0-1 1,0 0-1,0 0 0,0-1 1,0-1-1,-1 1 1,1-2-1,-1 1 0,0-1 1,-15-1-1,19-1-116,-1 0 0,1 0 0,0 0-1,0-1 1,0 0 0,0 0 0,0-1 0,1 1 0,-1-2-1,1 1 1,-1-1 0,1 0 0,0 0 0,1-1 0,-1 1-1,1-1 1,-8-10 0,-4-6-1191,2-1 0,0-1 0,-16-35 0,-11-35-4533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7842,'0'0'9826,"17"6"-9694,23 10 194,-1 1 0,-1 3 0,-1 1 1,64 48-1,-62-36-110,-2 3 0,-1 0-1,-1 3 1,-2 1 0,-3 1 0,0 2 0,-3 1 0,22 49 0,-7-2 113,-4 2 0,-4 2 0,23 109 0,-34-95 190,18 211 0,-30 110 449,-14-357-686,-3-1 0,-4 0 1,-2-1-1,-27 87 0,37-152-250,1 0 19,-1 0-1,0 1 1,0-1-1,0 0 0,-1 0 1,0 0-1,0-1 0,0 1 1,-8 8-1,7-13-233,0 0 0,0 0 1,-1 0-1,1 0 0,0-1 0,-1 0 0,1 0 0,-1 0 1,1 0-1,-6-2 0,-9 2-1547,-62 0-7829,43 0-503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1387 85 5337,'0'0'5803,"-12"0"-5282,-76 0 1986,-313-12 2474,70-22-3640,267 30-792,-91 5 0,51 1-432,-84-16 695,188 14-807,-14-3-4847,5-4 2831,1 0-1051,-4 0-1839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37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300 9 3449,'0'0'7065,"4"-9"2375,-12 10-9363,-1 1 0,1 0 1,0 0-1,0 0 0,0 1 0,0 0 1,1 1-1,-1 0 0,1 0 1,0 0-1,0 1 0,-7 7 1,-14 11 55,-34 37 1,27-27 60,25-25-78,0 2-1,1-1 1,0 1 0,0 0-1,-10 17 1,17-22-141,1 1 0,0-1-1,0 0 1,1 0 0,0 0 0,0 1 0,0-1-1,0 0 1,2 6 0,-1 9-40,-1-3 60,0-3-25,0-1 1,1 1-1,4 22 0,-4-30 19,1 0 0,1-1-1,-1 1 1,1-1 0,-1 1 0,2-1-1,-1 0 1,0 0 0,1 0 0,0-1-1,7 7 1,2 1-21,2 0 0,-1-1-1,2-1 1,-1 0 0,1-1 0,1-1 0,0 0 0,0-1-1,0-1 1,1-1 0,34 6 0,8-3 25,1-4 1,78-3-1,-70-1 285,-70 2-856,1 1-1,0-1 1,-1 1 0,0-1 0,1 0-1,-1 1 1,0-1 0,0 0-1,0 1 1,-1-1 0,1 0 0,-2 2-1,-10 13-7264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1527 3881,'0'0'9324,"-2"-17"-8938,2 0-238,1 0 0,1-1 0,0 1 0,1 0 0,1 0 0,1 0 0,0 1 0,1-1 0,1 1 0,1 1 0,0-1 0,1 1 0,20-26 0,137-196 1487,262-287-1,-365 451-1549,4 3-1,3 3 1,79-59-1,-122 106-91,0 2-1,2 1 0,0 1 1,0 2-1,2 0 0,0 2 1,0 2-1,1 1 0,0 1 1,0 2-1,1 1 0,55-1 1,-43 5 52,0 2 0,0 1 0,0 3 0,-1 2 0,0 2 0,0 1 0,70 28 0,2 10 95,-3 5 1,165 105-1,-217-117-78,-3 2-1,-1 3 1,-2 3 0,-3 1-1,86 108 1,-46-27 86,-5 4 0,134 282 0,70 320 516,-269-667-495,-3 1 0,-3 1 0,13 139 1,-16 224 585,-17-349-630,-5 0 1,-2-1-1,-5 0 0,-3-2 0,-4 1 0,-39 90 0,56-159-94,-1-1 0,0 0 0,-1 0 0,-1-1 0,0 0 0,-1-1 0,0 0 0,-1 0 0,0-1 0,-1-1 1,0 0-1,-1 0 0,0-1 0,0-1 0,-1 0 0,0-1 0,-28 10 0,-13 0 89,0-3 0,-1-1 0,-92 7 0,108-16-93,-129 12 107,0-8 0,-190-16 1,297 1-138,1-3 1,0-2-1,1-4 1,0-1-1,1-4 1,2-2-1,-90-49 1,-5-17-1,-194-148 0,233 144 29,5-6 0,4-4-1,5-4 1,-156-221-1,232 294-41,2 0 0,1-1-1,2-1 1,1-1 0,2-1-1,2 0 1,1-1 0,2 0-1,-9-75 1,10-8-77,12-233 0,-1 315 90,8-63-4,45-192 0,-25 152-1,77-355-396,-102 489-330,1-1 0,-1 0 0,2 1 0,-1 1 0,1-1 0,1 1 0,-1 0 0,1 0 0,1 1 0,-1 0 0,1 1 0,1 0 0,-1 0 0,1 1 0,16-7 0,-8 3-740,32-20-4854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1499 5945,'0'0'2740,"28"-59"-1828,1-3-675,170-336 806,-133 278-878,180-313 157,-178 325-458,152-183 0,-194 264-175,-26 27 308,0 0 1,0 1-1,0-1 0,0 0 1,0 0-1,0 1 0,0-1 0,0 0 1,0 0-1,0 1 0,0-1 1,0 0-1,0 0 0,0 1 1,0-1-1,0 0 0,0 0 1,0 0-1,0 1 0,0-1 1,1 0-1,-1 0 0,0 1 0,0-1 1,0 0-1,0 0 0,0 0 1,1 1-1,-1-1 0,0 0 1,0 0-1,0 0 0,1 0 1,-1 0-1,0 1 0,0-1 1,1 0-1,-1 0 0,0 0 1,0 0-1,0 0 0,1 0 0,-1 0 1,0 0-1,0 0 0,1 0 1,-1 0-1,0 0 0,0 0 1,1 0-1,-1 0 0,0 0 1,0 0-1,1 0 0,-1 0 1,0 0-1,0-1 0,1 1 0,-1 0 1,0 0-1,0 0 0,0 0 1,1 0-1,-1-1 0,0 1 1,0 0-1,0 0 0,1-1 1,-4 14 106,1 0 0,-2-1 0,1 0 0,-2 1 1,0-1-1,0-1 0,-1 1 0,0-1 0,-10 13 1,-2 6-23,-655 1229 902,655-1225-932,10-20-36,0 0 0,1 0-1,0 0 1,2 1-1,-1-1 1,2 2-1,0-1 1,1 0 0,-2 20-1,62-70-1621,-9-9 1424,-2-2-1,-2-2 0,67-94 0,104-192 14,-107 161-234,-11 18 133,-14 18 165,7 4 0,108-124 0,-167 227 26,-31 30 73,1 0-1,-1-1 0,1 1 1,-1 0-1,1 0 0,-1-1 1,1 1-1,-1 0 0,1 0 1,-1 0-1,1-1 0,-1 1 1,1 0-1,-1 0 0,1 0 1,0 0-1,-1 0 0,1 0 1,-1 0-1,1 0 0,-1 0 1,1 1-1,-1-1 0,1 0 1,-1 0-1,1 0 0,0 1 1,-1-1-1,0 0 0,1 1 1,-1-1-1,1 0 0,-1 1 1,1-1-1,-1 0 0,0 1 1,1-1-1,-1 1 0,1 0 1,0 7 25,0 1 1,-1-1-1,0 0 1,-1 0-1,1 1 1,-1-1 0,-1 0-1,0 0 1,0 0-1,0 0 1,-1 0 0,-1-1-1,1 1 1,-5 7-1,-2 9 4,-442 908 93,75-178 1067,390-756-1920,13-19 365,54-89 109,-5-3 0,110-222-1,-134 236 90,58-109-100,263-457 683,-396 750 1286,-49 88-1410,-103 174 1,45-95-290,-2 8-23,-144 326 258,268-555-393,16-28-563,33-48-274,82-130 256,145-278-1,-55 86-343,-139 248 870,213-319 282,-270 416 6,-9 11-27,0 1 1,1 0-1,0 0 0,1 1 0,-1 0 1,2 0-1,-1 1 0,16-10 1,-20 18 68,-8 22 127,-8 33-115,-2-1-1,-3 0 1,-2-2-1,-26 54 1,-119 210 374,89-178-430,-427 771-111,188-348 117,202-338 1024,111-223-1110,0 0-1,0 0 1,1 0 0,-1 0-1,0 0 1,1 0 0,-1 0-1,0 0 1,0 0-1,1 0 1,-1 0 0,0 0-1,1 0 1,-1 1 0,0-1-1,0 0 1,1 0-1,-1 0 1,0 0 0,0 1-1,0-1 1,1 0 0,-1 0-1,0 0 1,0 1-1,0-1 1,1 0 0,-1 0-1,0 1 1,0-1 0,0 0-1,0 1 1,0-1 0,0 0-1,0 0 1,0 1-1,0-1 1,0 0 0,0 1-1,0-1 1,0 0 0,0 0-1,0 1 1,0-1-1,0 0 1,0 1 0,0-1-1,0 0 1,0 0 0,0 1-1,0-1 1,-1 0 0,1 0-1,0 1 1,0-1-1,0 0 1,-1 0 0,1 1-1,0-1 1,0 0 0,0 0-1,-1 0 1,1 0-1,0 1 1,0-1 0,-1 0-1,28-25-973,69-112 405,-5-3 0,115-244 0,-134 246 164,1-3 45,242-443 480,-218 422 824,173-220 0,-223 336-1315,-40 59 74,-14 34 164,-14 17 67,-2 0 1,-3-2-1,-65 114 0,80-156 58,-520 893 202,229-409 2274,216-332-1455,142-222-2432,294-440 99,-28-50 267,-159 263 815,-119 202 224,32-57 612,6 4 0,110-132 0,-185 251-501,3-1-52,-9 30 642,-11 28-471,-1-2 0,-3 1-1,-2-1 1,-1-1 0,-30 53-1,-8 24-173,-169 393 90,-126 305 127,342-799-245,-6 9-15,2-1-1,2 2 1,0 0 0,2 0-1,2 0 1,-5 47-1,13-73-362,9-12-132,20-24 347,-1 0 0,-1-2 0,-2-1 0,-1-1 0,-2-1 1,33-65-1,-13 24 113,248-434 238,186-294 566,-407 707-735,-70 97-22,0-1 1,0 0 0,0 0 0,0 0 0,0 1-1,0-1 1,1 1 0,-1-1 0,1 1-1,-1-1 1,1 1 0,-1 0 0,1 0 0,0 0-1,0 0 1,-1 0 0,1 0 0,0 0 0,0 1-1,0-1 1,3 0 0,-3 5 20,-1 0 0,0 0 0,0-1 0,-1 1 1,1 0-1,-1 0 0,0 0 0,0 0 0,0 0 0,-1 0 0,1 0 0,-3 8 1,-10 54 54,-3-1 0,-3 0-1,-2-1 1,-4-1 0,-38 71 0,14-28-54,-525 1066 698,553-1131-664,9-22-58,1 0-1,1 1 0,1 0 1,1 0-1,1 1 0,0 0 1,2 1-1,-6 42 0,23-72-1138,65-89 667,-4-3-1,-5-2 1,67-139 0,-102 181 266,125-238-214,80-139 1520,-228 425-594,-5 17-97,-8 36 155,-21 69-176,-196 456-265,131-360-83,49-110-25,-24 54 131,-72 253 0,136-402-165,0-1 0,0 1 0,0-1-1,1 1 1,-1-1 0,0 0 0,0 1-1,1-1 1,-1 1 0,0-1 0,1 1-1,-1-1 1,0 0 0,1 1 0,-1-1-1,1 0 1,-1 1 0,1-1 0,-1 0-1,1 0 1,-1 1 0,1-1 0,-1 0-1,1 0 1,-1 0 0,1 0-1,-1 0 1,1 0 0,-1 0 0,1 0-1,-1 0 1,1 0 0,-1 0 0,1 0-1,-1 0 1,1 0 0,-1 0 0,1 0-1,-1-1 1,1 1 0,-1 0 0,1 0-1,-1-1 1,1 1 0,-1 0 0,1-1-1,0 0 1,28-10-389,-2-14 194,-1-1 1,-2-2-1,0 0 1,28-46-1,-27 39 173,155-238-340,-114 165 257,5 3 0,143-164 0,-210 266 151,87-80 825,-86 80-814,-1 0 0,1 0 0,0 0 0,0 0 0,0 1 0,0 0-1,1 0 1,-1 0 0,0 0 0,1 1 0,-1 0 0,1 0 0,0 1 0,-1-1 0,1 1 0,-1 1 0,1-1 0,10 3-1,-12-1-15,0 1 0,0 0-1,-1 0 1,1 0 0,-1 1-1,0-1 1,0 1-1,0 0 1,0-1 0,-1 1-1,0 0 1,0 1-1,0-1 1,0 0 0,0 1-1,-1-1 1,0 1-1,0-1 1,0 1 0,-1 0-1,1-1 1,-1 1 0,0 0-1,-1-1 1,-1 10-1,3 1 44,3 101 228,-5 0 1,-5 0-1,-6-1 1,-42 188-1,49-282-233,-4 16 107,0 1-1,3 0 1,-3 68-1,39-153-1707,114-185 1138,211-303 474,-348 525-76,0 0 0,0 1 0,1 0 0,0 0 0,0 0 0,1 1 0,1 1 0,-1-1 0,1 2 0,0-1 0,16-7 0,-24 14 16,0 0-1,-1 0 0,1 0 0,-1 0 1,1 0-1,-1 0 0,1 0 1,-1 1-1,1-1 0,-1 0 1,1 1-1,-1-1 0,1 1 0,-1 0 1,0 0-1,1-1 0,-1 1 1,0 0-1,0 0 0,1 0 1,-1 0-1,0 0 0,0 0 0,0 1 1,0-1-1,-1 0 0,1 0 1,0 1-1,0-1 0,-1 0 1,1 1-1,-1-1 0,1 1 0,-1-1 1,1 1-1,-1-1 0,0 1 1,0-1-1,0 1 0,0 0 1,0-1-1,-1 3 0,4 86 499,-4-71-393,-1 33 49,-2 0 1,-2 0-1,-3 0 0,-23 76 1,-83 193 971,81-236-557,12-15-47,17-45-637,14-33-1265,413-668-1347,-393 631 2542,-22 30 142,1 1 0,0 1 0,1-1 1,1 1-1,0 1 0,1 0 0,0 0 1,1 1-1,0 1 0,21-14 0,-33 24 37,0-1-1,1 1 0,-1 0 1,0 0-1,1 0 0,-1 0 1,0 0-1,1 0 1,-1 0-1,0-1 0,1 1 1,-1 0-1,1 0 1,-1 0-1,0 1 0,1-1 1,-1 0-1,0 0 1,1 0-1,-1 0 0,0 0 1,1 0-1,-1 0 1,0 1-1,1-1 0,-1 0 1,0 0-1,1 1 0,-1-1 1,0 0-1,0 0 1,1 1-1,-1-1 0,0 0 1,0 0-1,1 1 1,-1-1-1,0 0 0,0 1 1,0-1-1,0 1 1,0-1-1,0 0 0,0 1 1,1-1-1,-1 0 1,0 1-1,0-1 0,0 0 1,0 1-1,-1-1 0,1 1 1,0-1-1,0 0 1,0 1-1,0-1 0,0 1 1,3 34 221,-1 0 1,-2 0 0,-2 0-1,0 0 1,-3 0-1,-1 0 1,-1-1-1,-14 38 1,-120 278 856,33-91 562,78-187-1835,30-72 168,0 0 0,0-1 0,0 1 0,0 0 0,0 0 0,0 0 0,0 0 0,-1-1 0,1 1 0,0 0 0,0 0 0,0 0 0,0 0 0,0 0 0,0 0 0,-1-1 0,1 1 0,0 0 0,0 0 0,0 0 0,0 0 0,0 0 0,-1 0 0,1 0 0,0 0 0,0 0 0,0 0 0,0 0 0,-1 0 0,1 0 0,0 0 0,0 0 0,0 0 0,0 0 0,-1 0 0,1 0 0,0 0 0,0 0 0,0 0 0,0 0 0,-1 0 0,1 0 0,0 0 0,0 1 0,0-1 0,0 0 0,0 0 0,-1 0 0,1 0 0,0 0 0,0 0 0,0 0 0,0 1 0,0-1 0,0 0 0,0 0 0,0 0 0,0 0 0,-1 1 0,1-1 0,0 0 0,0 0 0,0 1 0,1-42-2218,10-24-858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269 892 4425,'0'0'7248,"-1"-3"-7135,0 0 0,-1 0-1,1 0 1,1 0 0,-1-1 0,0 1-1,1 0 1,-1-1 0,1 1 0,0-1-1,0 1 1,1-6 0,13-16 362,0 0 0,2 1-1,0 1 1,1 1 0,2 1 0,40-37 0,-42 40-240,55-51 102,3 2 0,3 4 0,2 3 0,4 4-1,137-70 1,-153 94-315,2 2-1,0 4 1,2 2-1,1 4 0,1 3 1,0 3-1,150-8 1,-163 21 41,-1 2 1,0 3 0,0 3 0,96 23 0,-113-17 65,-1 2 0,0 2 1,-1 1-1,-1 2 0,-1 2 1,70 52-1,-56-34-12,-2 2 1,-2 2-1,-2 2 0,-1 2 0,-3 3 1,-2 1-1,-3 2 0,-2 1 0,-2 2 1,-3 2-1,-2 0 0,-3 2 0,-3 1 1,27 113-1,-27-43 140,-5 1-1,-7 1 1,-8 223 0,-5-320-184,-2-1 0,-2 1 0,-1-1-1,-2 0 1,-1 0 0,-2-1 0,-30 62 0,17-50 10,-3-1 0,-2-1 1,-2-2-1,-66 71 0,9-30-8,-4-3 1,-3-4-1,-207 123 0,251-168-95,-1-4 0,-1-1 0,-1-3-1,-1-2 1,-2-3 0,-79 16 0,108-29-15,0-2 1,-1-1 0,1-2-1,0-1 1,-1-1-1,1-1 1,0-2 0,0-1-1,0-1 1,1-1-1,0-2 1,0-1 0,1-1-1,-51-28 1,-44-38 19,4-5 1,-160-143-1,212 162-5,2-3 0,3-3 0,3-3 0,3-2 0,-45-82 0,-195-319 130,277 444-127,2 0-1,1-2 0,1 1 0,2-2 0,2 1 1,1-2-1,-8-59 0,8-7-45,5-135 0,4 149 69,1 54-29,0 1 0,3-1 1,0 1-1,2 0 1,2 0-1,0 0 0,3 1 1,0 1-1,2 0 0,28-48 1,-30 60 6,1 1 1,0 1 0,1 0-1,1 1 1,1 0-1,0 1 1,1 1 0,0 0-1,1 2 1,0 0-1,1 0 1,0 2 0,1 0-1,-1 1 1,2 1-1,-1 1 1,1 0 0,24-3-1,24 3-21,86 2 0,-78-25-489,44 18-629,-94 11 1097,-1-2 1,0 0-1,28-7 0,14 1-628,-20 6-5445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1248 6057,'0'0'3332,"16"-49"-3056,56-161-76,-54 162-135,2 1 0,2 1 0,46-73 1,-26 52 18,-115 183 3077,-196 334-2928,198-314 106,65-121-430,10-13-44,11-16-182,-12 11 253,445-524-304,-35-45-128,-273 373-205,-124 174 608,-15 22 88,0 1-1,1-1 0,-1 1 0,1-1 0,-1 1 0,1-1 0,0 1 0,0 0 0,0 0 1,0 0-1,0 0 0,1 0 0,-1 0 0,1 1 0,-1-1 0,1 1 0,0 0 0,2-2 0,-3 16 137,-9 18 11,-1 0 0,-1-1 0,-1 0 0,-2 0 0,-22 39 0,23-46-108,-572 1265 1211,531-1134-974,81-180-2322,64-100 1755,-6-3-1,133-262 1,-159 276 47,1-2 46,196-342-531,-262 524 176,-17 1 624,-2-1-1,-4 0 0,-3-2 1,-59 94-1,24-40 44,-175 320 1350,-316 432 0,665-1053-3666,388-643 1915,-241 392 208,-192 324 103,-24 39-26,90-121 1,-115 177-75,-7 19 33,-6 5 73,-1 0-1,0 0 1,-1 0-1,0 0 0,0 0 1,0 0-1,-1 0 0,-1 0 1,-2 12-1,-27 89 235,-19 33 51,-103 206-1,-104 131 251,115-220-280,-5 12 842,125-221-1297,22-50 171,0 0 0,0 0 0,0 0 0,0 0 0,1 0-1,-1 0 1,0 0 0,0 0 0,0 0 0,1 0 0,-1 0 0,0 0 0,0 0-1,0 1 1,0-1 0,0 0 0,1 0 0,-1 0 0,0 0 0,0 0-1,0 0 1,0 0 0,0 1 0,0-1 0,0 0 0,1 0 0,-1 0 0,0 0-1,0 1 1,0-1 0,0 0 0,0 0 0,0 0 0,0 0 0,0 1 0,0-1-1,0 0 1,0 0 0,0 0 0,0 0 0,0 1 0,0-1 0,0 0 0,0 0-1,0 0 1,0 0 0,0 1 0,0-1 0,0 0 0,-1 0 0,1 0-1,0 0 1,0 1 0,0-1 0,0 0 0,0 0 0,0 0 0,0 0 0,-1 0-1,27-29-564,-25 27 518,176-253-433,172-335 1,-251 416 239,-5 6-80,-15 26-80,109-151 0,-177 278 337,0 1-1,2 1 1,-1 0 0,17-14 0,-23 26 4,-4 13 50,-3 23 63,-2 1 1,-1-1 0,-2-1-1,-1 1 1,-15 38 0,-78 183 431,65-170-260,-467 903 1555,389-784-1406,407-781-3281,179-302 2730,-466 869 173,1-4-15,1 0-1,0 1 1,1 0-1,0 0 1,0 1-1,2 0 1,-1 1-1,1 0 1,17-11-1,-27 20 16,-1 1 0,0 0 0,1-1 0,-1 1-1,0 0 1,1 0 0,-1-1 0,1 1 0,-1 0 0,0 0-1,1 0 1,-1 0 0,1-1 0,-1 1 0,1 0-1,-1 0 1,0 0 0,1 0 0,-1 0 0,1 0 0,-1 0-1,1 0 1,-1 0 0,1 1 0,-1-1 0,0 0-1,1 0 1,-1 0 0,1 0 0,-1 1 0,0-1 0,1 0-1,-1 0 1,1 1 0,-1-1 0,0 0 0,1 1 0,-1-1-1,0 0 1,0 1 0,1-1 0,-1 0 0,0 1-1,0-1 1,0 1 0,1-1 0,-1 1 0,0-1 0,0 0-1,0 1 1,0-1 0,0 1 0,0-1 0,0 1 0,0-1-1,0 1 1,0-1 0,0 0 0,0 1 0,0-1-1,0 1 1,0-1 0,-1 1 0,1-1 0,0 0 0,0 1-1,-1 0 1,3 32 17,-2 1 1,-2 0-1,-1 0 0,-1-1 0,-18 65 1,-67 170 190,57-182-194,-84 227 981,-14-4 1,-294 506 0,379-718-1009,685-1306-1698,-550 1029 1541,151-281-158,-179 355 365,4 3-1,94-109 1,-153 203-28,65-67 66,-69 73-85,1 0 1,0 0-1,0 0 1,1 0 0,-1 1-1,0 0 1,1 0-1,-1 0 1,1 0 0,0 1-1,0-1 1,-1 1-1,1 1 1,0-1 0,0 1-1,5-1 1,-9 2 15,0-1 0,0 0 0,0 0 0,0 1 0,-1-1 0,1 0 0,0 1 0,0-1 0,-1 0 0,1 1 0,0-1 0,-1 1 0,1 0 1,-1-1-1,1 1 0,0-1 0,-1 1 0,1 0 0,-1 0 0,0-1 0,1 1 0,-1 0 0,0 0 0,1-1 0,-1 1 0,0 0 0,0 0 0,1 0 0,-1-1 0,0 1 0,0 0 1,0 0-1,0 0 0,0 0 0,0 0 0,-1-1 0,1 1 0,0 0 0,0 0 0,-1 1 0,1 33 47,-1 0 0,-2 0 0,-1 0 0,-2 0-1,-1-1 1,-19 54 0,-94 211 319,83-213-253,-223 464 1575,-2 3 1022,225-458-2753,37-95 34,0 0 0,1 0 0,-1 0 0,0 0-1,0 0 1,0 0 0,0 0 0,0-1 0,0 1 0,0 0 0,0 0 0,0 0 0,1 0 0,-1 0 0,0 0-1,0 0 1,0 0 0,0 0 0,0 0 0,0 0 0,0 0 0,1 0 0,-1 0 0,0 0 0,0 0 0,0 0-1,0 0 1,0 0 0,0 0 0,0 0 0,0 0 0,1 0 0,-1 0 0,0 0 0,0 1 0,0-1 0,0 0-1,0 0 1,0 0 0,0 0 0,0 0 0,0 0 0,0 0 0,1 0 0,-1 0 0,0 0 0,0 1 0,15-24-606,95-174-516,87-190 936,262-453-755,-445 818 911,-11 15-2,1 1 0,-1 0-1,1 0 1,0 0 0,1 0 0,-1 1 0,1 0 0,0 0 0,1 0 0,-1 0-1,1 1 1,0 0 0,0 0 0,7-3 0,-13 7 35,1 0 1,-1 0-1,1 0 0,-1 0 0,1 0 1,-1 0-1,1 0 0,0 0 0,-1 0 1,1 0-1,-1 0 0,0 0 1,1 1-1,-1-1 0,1 0 0,-1 0 1,1 1-1,-1-1 0,1 0 1,-1 0-1,0 1 0,1-1 0,-1 0 1,1 1-1,-1-1 0,0 1 1,0-1-1,1 0 0,-1 1 0,0-1 1,0 1-1,1-1 0,-1 1 1,0-1-1,0 1 0,0-1 0,0 1 1,0-1-1,0 1 0,0-1 1,0 1-1,0-1 0,0 1 0,0-1 1,0 1-1,0-1 0,0 1 0,0-1 1,0 1-1,-1-1 0,1 1 1,0-1-1,-1 1 0,3 38 31,-3 0 0,-1 0 0,-2 0 0,-2-1 0,-1 1 0,-15 43 0,-89 237 425,102-295-398,-139 330 1038,-23 59 139,191-460-1892,2 2 0,37-57 0,1-4 589,23-65-133,-51 98-229,3 2 0,3 2 0,78-108 1,-110 218-112,-9 12 631,-1-1 0,-3 1 0,-19 76 0,-62 163 765,-8 41 793,88-298-1453,0-1 14,1 0 0,2 1-1,-1 37 1,42-99-1215,9-39 541,65-129 0,-43 72 292,-8 17-188,-6 6-160,5 2-1,133-169 0,-131 215 224,-59 51 297,0 0 0,0 0 1,0 0-1,0 0 0,0 0 0,0 0 1,0 0-1,1 1 0,-1-1 0,0 1 0,1-1 1,-1 1-1,0-1 0,1 1 0,-1 0 0,1-1 1,-1 1-1,0 0 0,1 0 0,-1 0 0,1 0 1,-1 0-1,1 1 0,-1-1 0,0 0 1,1 1-1,-1-1 0,0 1 0,1-1 0,-1 1 1,0-1-1,0 1 0,1 0 0,-1 0 0,0 0 1,0 0-1,0 0 0,0 0 0,0 0 1,0 0-1,0 0 0,0 0 0,-1 0 0,1 1 1,0-1-1,-1 0 0,1 1 0,-1-1 0,1 0 1,-1 1-1,0-1 0,1 2 0,5 53 234,-2 0 0,-3 0 0,-2 0 0,-11 73 0,5-69 214,-3 1 1,-3-2-1,-2 1 1,-2-2-1,-3 0 0,-3-1 1,-47 86-1,86-222-1979,32-38 1157,6 2 0,106-169-1,-134 241 230,-9 13 101,2 0 1,0 1-1,2 1 1,1 1-1,46-44 1,-66 69 46,0 0 0,0 0 1,1 1-1,-1-1 1,1 0-1,0 1 0,-1 0 1,1-1-1,0 1 0,0 0 1,-1 1-1,1-1 1,0 0-1,4 0 0,-6 2 38,0-1-1,1 0 1,-1 0-1,0 1 0,0-1 1,0 1-1,0-1 1,0 1-1,0-1 0,0 1 1,0 0-1,0 0 1,0-1-1,0 1 0,-1 0 1,1 0-1,0 0 1,0 0-1,-1 0 0,1 0 1,0 0-1,-1 0 1,0 0-1,1 2 1,2 8 245,0 1 1,-1-1 0,-1 1 0,0 0-1,-1 20 1,0-29-268,-1 47 192,-2 0-1,-3 0 1,-1-1 0,-3 1-1,-1-2 1,-3 0-1,-2 0 1,-2-1 0,-2-1-1,-2-1 1,-29 43-1,32-57-297,-17 22-388,0-21-3392,6-12-3023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178 166 6241,'0'0'12914,"1"-5"-9860,5-8-2893,7-1-102,0 2 0,1 0 0,0 0 0,1 1 0,1 1-1,30-15 1,-37 20-68,7-3 33,1 1 0,0 0 0,0 1 1,0 1-1,1 1 0,-1 1 0,31-3 0,131 6 176,-88 2-184,-76-1-3,0 1 0,0 1 0,-1 0 0,1 1-1,-1 0 1,0 1 0,0 1 0,0 0 0,-1 1 0,0 1-1,-1 0 1,17 13 0,1 3 39,-2 1 0,0 2 0,40 49 0,-56-60 43,-1 1-1,-1 0 1,0 0 0,-1 1-1,-1 0 1,-1 1-1,0 0 1,-1 0 0,4 29-1,-3 6 238,-2 0 0,-2 63 0,-4-104-270,0 0 0,-1 0 1,0 0-1,-1 0 0,-1 0 1,0-1-1,0 0 0,-12 20 0,-6 9 173,-32 41 0,26-40-184,13-23-32,0 0-1,0-1 0,-2-1 0,0 0 0,-1-1 0,-1-1 1,0-1-1,-36 20 0,-16 3 63,-96 35 1,113-51-79,26-11-44,-1-1 0,0-2 0,0-1 1,-1-1-1,0-2 0,0-1 1,0-1-1,-30-3 0,54 1 20,-1 0 0,1 0 1,-1-1-1,1 0 0,-1 0 0,1-1 0,0 0 1,0 0-1,0 0 0,1 0 0,-1-1 0,1 0 1,0-1-1,0 1 0,0-1 0,1 0 0,-1 0 1,1 0-1,0 0 0,-5-12 0,-7-11-26,2-1 0,1 0 0,-10-35 0,9 24 81,-52-160-5,57 165-36,2 0-1,2-1 0,-3-67 1,6 41-62,0 35 21,2 0 0,0 0 0,5-30-1,-2 47 38,0 1-1,1 0 0,0 0 0,1 1 1,-1-1-1,8-8 0,10-20 0,-15 24-21,1 0 0,1 1 0,0 0 0,0 0 0,1 1 0,1 1 0,0-1 0,0 2 0,1 0 0,0 0 0,1 1 0,0 0 0,19-7 0,55-49 168,-78 43-6076,3-4-1070,-11 16 1937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134 101 3409,'-2'0'10164,"-11"9"-8959,5 6-1159,-1 1-1,2 0 1,0 0 0,1 0 0,-7 29-1,-13 92-503,23-121 467,-36 250-90,85-461-1339,-9 49 1592,8 1-92,-44 141-80,-1 3 0,1 0-1,-1 0 1,0 0 0,1 0-1,-1-1 1,1 1-1,-1 0 1,1 0 0,-1 0-1,1 0 1,0 0-1,-1 1 1,1-1 0,0 0-1,0 0 1,0 0-1,0 1 1,0-1 0,0 0-1,0 1 1,1-2 0,-1 29 541,0 46-566,-4 0-1,-3 0 1,-23 107 0,20-144-93,4-20-11,1 0 0,1 1 0,-3 29 0,6-114-30,3 0 0,13-71 0,-4 72 171,1-9 111,2 1 0,42-118 0,-50 181 69,-3 18-60,-3 21 126,-1-27-248,-4 143 354,-28 177 1,-49 143-640,44-270-64,37-192 341,-4 21-69,6-29-261,11-53-113,-3 19 391,194-826 32,-201 850 27,-1 5-6,1 0 1,0 0-1,0 0 1,1 0-1,10-19 1,-14 31-3,0 0 1,0 0 0,0-1-1,0 1 1,0 0 0,0 0-1,0 0 1,0 0 0,0 0-1,0 0 1,0 0-1,0-1 1,0 1 0,0 0-1,0 0 1,0 0 0,0 0-1,0 0 1,1 0 0,-1 0-1,0-1 1,0 1 0,0 0-1,0 0 1,0 0-1,0 0 1,0 0 0,0 0-1,0 0 1,1 0 0,-1 0-1,0 0 1,0 0 0,0 0-1,0 0 1,0 0 0,0 0-1,0 0 1,1 0-1,-1 0 1,0 0 0,0 0-1,0 0 1,0 0 0,0 0-1,0 0 1,0 0 0,1 0-1,-1 0 1,0 0-1,0 0 1,0 0 0,0 0-1,0 0 1,0 0 0,0 0-1,0 0 1,1 0 0,-1 0-1,0 0 1,0 1 0,0-1-1,0 0 1,0 0-1,2 17 336,-2 11-165,-20 436 278,-4-262-1602,62-407 267,11-83 1097,-46 256-194,-4 25-12,1 0 0,1 0 0,0 0-1,0 0 1,0 0 0,0 0-1,1 0 1,1 1 0,5-13 0,-7 25 132,-8 611 206,7-616-354,0-1 0,0 1 0,-1-1 0,1 1 0,0-1 0,0 1-1,0-1 1,0 1 0,0 0 0,0-1 0,0 1 0,0-1 0,0 1-1,0-1 1,0 1 0,0 0 0,1-1 0,-1 1 0,0-1 0,0 1-1,1-1 1,-1 1 0,0-1 0,1 1 0,-1-1 0,0 1 0,1-1-1,-1 0 1,0 1 0,1-1 0,-1 0 0,1 1 0,-1-1 0,1 0 0,-1 1-1,1-1 1,-1 0 0,1 0 0,0 0 0,-1 1 0,1-1 0,-1 0-1,1 0 1,-1 0 0,1 0 0,0 0 0,-1 0 0,1 0 0,0 0-1,1-1-33,0 0-1,0-1 1,0 1-1,0 0 1,0-1-1,0 1 1,-1-1-1,1 0 1,-1 1-1,1-1 1,-1 0-1,3-4 1,8-16 9,-1-1 0,-1 0-1,-1 0 1,8-35 0,15-104 195,5-14 331,-25 155-430,-5 21 115,-1 15 231,11 84-307,-3 1 1,0 122-1,-15-213-131,2 32 24,-1-40-9,0 0 1,0 0-1,0 0 1,0 0-1,0 1 1,0-1-1,1 0 1,-1 0-1,0 0 1,1 0-1,-1 1 1,1-1-1,-1 0 1,1 0-1,0 0 1,-1 0-1,1 0 0,0 0 1,0-1-1,-1 1 1,1 0-1,0 0 1,2 1-1,-3-3-20,1 1-1,-1 0 1,1 0-1,-1 0 0,1-1 1,0 1-1,-1 0 1,1-1-1,-1 1 0,1 0 1,-1-1-1,1 1 1,-1-1-1,0 1 0,1-1 1,-1 1-1,1-1 1,-1 1-1,0-1 0,0 1 1,1-1-1,-1 1 1,0-1-1,0 0 0,0 1 1,1-1-1,-1 0 1,7-24-113,-6 20 51,44-289 77,-26 137 595,-18 150-520,-2 6-42,1-1 0,0 1-1,0-1 1,0 1 0,1-1 0,-1 1 0,0-1 0,1 1 0,-1-1 0,0 1 0,1-1 0,0 1-1,-1-1 1,1 1 0,0 0 0,0-1 0,0 1 0,0 0 0,0 0 0,2-2 0,-3 3 3,0 0 0,1 0 0,-1 0 1,0 0-1,1 1 0,-1-1 0,0 0 1,1 0-1,-1 0 0,0 1 0,0-1 1,1 0-1,-1 0 0,0 1 1,0-1-1,0 0 0,1 1 0,-1-1 1,0 0-1,0 1 0,0-1 0,0 0 1,0 1-1,0-1 0,1 0 0,-1 1 1,0-1-1,0 0 0,0 1 0,0-1 1,0 0-1,0 1 0,-1-1 1,1 1-1,0-1 0,20 169 842,19 201-915,-21-199-357,-14-158-53,0-17-177,3-24-167,-7 26 829,11-76-141,-3 0 1,-3-102 0,1-24 583,-6 191-388,0 11-57,0 0 0,-1 1 1,1-1-1,0 0 0,0 0 0,0 0 0,0 1 0,0-1 0,1 0 0,-1 0 1,1 1-1,-1-1 0,1 0 0,-1 0 0,1 1 0,0-1 0,1-2 0,-1 11 284,3 98-65,0-68-250,-2-1-1,-2 1 0,-2-1 0,-1 0 0,-14 68 1,11-85-47,3-7 14,0 0 0,-1 0-1,-1 0 1,0 0 0,0-1 0,-1 0 0,-14 20-1,20-31 50,0 1-1,-1-1 0,1 1 0,0-1 0,-1 1 1,1-1-1,0 1 0,-1-1 0,1 1 0,-1-1 1,1 1-1,0-1 0,-1 0 0,1 1 0,-1-1 1,1 0-1,-1 1 0,1-1 0,-1 0 0,0 0 1,1 0-1,-1 0 0,1 1 0,-1-1 0,1 0 1,-1 0-1,0 0 0,1 0 0,-1 0 0,1 0 0,-1 0 1,0 0-1,1-1 0,-1 1 0,1 0 0,-1 0 1,1 0-1,-1-1 0,1 1 0,-1 0 0,1 0 1,-1-1-1,1 1 0,-1-1 0,1 1 0,-1 0 1,1-1-1,0 1 0,-1-1 0,1 1 0,0-1 1,-1 1-1,1-1 0,0 1 0,0-1 0,-1 1 1,1-1-1,0 0 0,0 1 0,0-1 0,0 1 0,0-2 1,-6-41-252,6 40 234,-3-310-517,7 241 517,3 1 0,22-96 0,-20 135 6,1 1 0,21-44 0,-29 192 1539,-2-95-1399,0 39 160,-12 104-1,5-61-836,7-89-460,-1-58 433,15-264 601,-14 303-33,0-1 0,1 1 0,-1 0 0,1 0 0,-1 0 0,1 0 0,1 0 0,-1 0 0,0 0 0,1 0 0,0 0 0,0 1 0,0-1 0,0 1 0,6-7 0,-7 10 12,-1 0-1,1 0 1,-1 0-1,1 1 0,0-1 1,-1 0-1,1 0 1,-1 0-1,1 0 0,-1 1 1,1-1-1,-1 0 1,1 1-1,-1-1 0,1 0 1,-1 1-1,1-1 1,-1 1-1,1-1 1,-1 0-1,0 1 0,1-1 1,-1 1-1,0 0 1,1-1-1,-1 1 0,0-1 1,0 1-1,1-1 1,-1 1-1,0-1 1,0 1-1,0 0 0,0-1 1,0 1-1,0 0 1,0-1-1,0 1 0,0-1 1,0 2-1,4 28 199,0 44-338,-3 0 0,-3 0 0,-4-1 0,-2 1 0,-4-2 0,-42 140-1,49-197-11,-6 21-119,-2 0 0,-2-1 0,-20 36 0,31-63 186,0 0-1,-1-1 1,0 0-1,0 0 0,-1 0 1,0-1-1,0 0 1,0 0-1,-1 0 1,0-1-1,0 0 1,0 0-1,-1-1 1,1 0-1,-1 0 0,0-1 1,0 0-1,-1-1 1,-13 4-1,18-6 56,0 1 1,0-1-1,0 0 0,0-1 0,1 1 0,-1 0 1,0-1-1,0 0 0,0 0 0,1 0 0,-1-1 1,1 1-1,-1-1 0,1 1 0,-1-1 0,1 0 1,0-1-1,-4-3 0,2 1 9,1 0 0,-1 0 1,1-1-1,1 0 0,-1 0 0,1 0 1,0 0-1,0 0 0,-2-12 0,-2-11 20,2 0 0,1 0 0,-1-56 0,5 75-10,-2-58 14,3-1 0,3 0 0,4 1 0,2 0 0,30-106 0,-27 134 262,-7 33 934,-16 74 425,-112 353-293,27-112-463,82-260-701,8-33-358,0 0 1,2 0-1,0 1 1,-2 21-1,5-498-1321,0 460 1516,1 0-1,-1 0 1,0 0 0,0 0-1,0 0 1,-1 0 0,1 0-1,0-1 1,0 1 0,0 0-1,-1 0 1,1 0 0,-1 0-1,1 0 1,-1 0-1,1 0 1,-1 0 0,1 1-1,-2-3 1,1 3-4,1 0 0,-1 0 0,1 0-1,-1 0 1,0 0 0,1 0 0,-1 0 0,0 0 0,1 0-1,-1 0 1,1 0 0,-1 0 0,0 0 0,1 1 0,-1-1 0,1 0-1,-1 0 1,1 1 0,-1-1 0,1 0 0,-1 1 0,1-1-1,-1 0 1,0 1 0,-29 36-332,4 11-1305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0:24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532 366 1280,'0'0'2486,"0"1"-2935,0 4 306,0-4 138,2 1 8,1 0 1,0 1-1,1-1 1,-1 0-1,0-1 1,0 1 0,1-1-1,-1 1 1,1-1-1,-1 0 1,1 0-1,0-1 1,-1 1 0,1-1-1,0 0 1,-1 0-1,6 0 1,14-1 8136,19-18-7654,171-78 450,230-70 0,-378 151-741,1 3 0,115-8 0,24-4 56,-78 9-73,179-1 0,-279 23-156,0 2 0,-1 0-1,0 2 1,0 1 0,-1 1-1,-1 1 1,44 31 0,-67-43-21,43 30 34,-2 2-1,-1 2 1,-2 1 0,-2 2-1,37 48 1,26 26 28,-90-100-73,-1 0 1,0 0-1,-1 1 1,0 0-1,-1 1 1,0-1-1,-1 1 1,-1 1-1,0-1 1,4 22-1,13 165 105,-20-160-89,1 0 0,2 0 0,2-1 0,17 59 0,-10-49-3,-3 1 0,-1 0 0,-3 0 0,-2 1 0,-3 88 0,6 55 1,-4-159 12,-2 0 0,-1 0-1,-2 0 1,-2 0 0,-6 37-1,4-52 1,-1-1 1,-1 1-1,-1-2 0,0 1 0,-2-1 0,0 0 1,-1-1-1,-1-1 0,-24 30 0,-12 9 23,-100 91 0,122-126-27,-1-1 1,-1-1-1,0-2 0,-1-1 1,-1-1-1,-54 19 0,-6-7 170,-1-4 0,-1-4 0,-166 12 0,-292-18-86,445-13-170,39-5 86,-1-4 0,2-2 0,-1-3 1,2-3-1,-97-39 0,-88-22 263,217 69-298,1-2 0,-1-2 0,2-1 0,0-1 0,1-1 1,0-2-1,2-1 0,0-1 0,1-1 0,1-1 0,-28-33 0,23 22-15,2-2 0,2-2-1,1 0 1,2-1 0,1-2-1,2 0 1,-26-79-1,39 80 1,3 0-1,1 0 0,2 0 0,1 0 0,3 0 0,9-53 0,3 22 24,3 2 0,53-132 0,-17 55-26,124-310 33,-170 440-47,1 1 1,0 0-1,1 1 1,0 0-1,15-14 1,23-31 82,-14 6-7,-11 16-30,1 0 0,2 2 0,45-48 0,-58 75-12,0 0 1,1 0-1,0 1 0,-1 1 0,2 1 0,-1-1 0,0 2 0,1 0 0,0 1 0,0 1 0,0 0 1,-1 1-1,1 0 0,23 4 0,84-7 204,-117 2 24,46 0-785,-50 2 370,0 0-1,1 0 1,-1 0-1,0 0 1,0 1-1,1-1 1,-1 0-1,0 1 1,0-1-1,-1 1 1,1-1-1,0 1 1,0 0-1,-1-1 0,1 1 1,-1 0-1,1-1 1,-1 1-1,0 0 1,0-1-1,0 1 1,0 0-1,0 0 1,0-1-1,-1 4 1,1 23-4208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0:24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444 448 2865,'0'0'3518,"25"-29"-3232,74-88-74,-74 88 367,-25 37-271,-6 19-288,0 0-1,-2 0 0,0 0 0,-2-1 0,-1 0 0,-2-1 1,-27 44-1,-19 43-279,-48 117 0,-66 157-267,147-318 459,4 0-1,2 1 1,-18 120-1,37-188 63,0 1-1,1 0 0,0-1 0,-1 1 0,1 0 0,0 0 0,0-1 0,0 1 0,0 0 1,0 0-1,0-1 0,0 1 0,0 0 0,1 0 0,-1-1 0,1 1 0,0 0 0,-1-1 1,1 1-1,0 0 0,0-1 0,0 1 0,0-1 0,0 0 0,0 1 0,0-1 1,1 0-1,-1 0 0,2 2 0,0-3-22,0 1 1,0-1-1,0 0 1,0 0-1,0-1 1,0 1 0,0-1-1,0 1 1,-1-1-1,1 0 1,0 0-1,0 0 1,-1 0-1,1-1 1,3-2-1,92-72-645,66-105 743,-7-7 0,191-301 0,166-203 1075,-561 781-73,-543 749-2183,105-142 2079,485-696-990,0 0 1,0 0-1,0 0 1,0 0-1,0 0 1,0 0-1,0 0 1,0 0-1,0-1 1,-1 1 0,1 0-1,0 0 1,0 0-1,0 0 1,0 0-1,0 0 1,0 0-1,-1 0 1,1 0-1,0 0 1,0 0 0,0 0-1,0 0 1,0 0-1,0 0 1,-1 0-1,1 0 1,0 0-1,0 0 1,0 0-1,0 0 1,11-30-263,28-47 168,270-415-165,147-212-425,-413 653 664,-43 51 40,0 0 0,0 1 0,0-1 0,0 0 0,0 1 1,0-1-1,1 0 0,-1 0 0,0 1 0,0-1 0,0 0 0,1 1 0,-1-1 0,0 0 0,1 0 0,-1 1 0,0-1 0,0 0 0,1 0 0,-1 0 0,0 0 0,1 1 1,-1-1-1,0 0 0,1 0 0,-1 0 0,0 0 0,1 0 0,-1 0 0,1 0 0,-1 0 0,0 0 0,1 0 0,-1 0 0,0 0 0,1 0 0,-1 0 0,0 0 0,1-1 1,-1 1-1,0 0 0,1 0 0,-1 0 0,0 0 0,1-1 0,-1 1 0,0 0 0,0 0 0,1-1 0,-1 1 0,0 0 0,0 0 0,1-1 0,-1 1 0,0 0 0,0-1 0,0 0 1,-8 31-29,-77 105-111,-106 127 1,93-131 128,74-98 45,-393 501 1415,570-730-2048,140-236 1,-125 175 38,-68 102 300,-65 96 137,-32 52 85,-14 22 21,-287 372 59,76-104 392,-115 118 930,314-386-1327,25-35-346,-1 11 222,14-51 43,3 0 1,2 1-1,2 2 1,4 0-1,1 1 1,48-71-1,2-12-89,-6 1-31,-16 24 13,5 2 1,5 4-1,93-119 1,-142 215 290,-12 23-41,-12 26 75,-28 38-114,-2-1 1,-4-2-1,-3-2 1,-86 103-1,17-20 55,-16 23 47,54-77 336,4 2 1,4 4-1,-59 124 1,167-251-1245,54-66 602,-3-4-1,139-186 1,-21 25 125,-171 208-36,142-143 2,-165 174 33,1 1-1,0 0 0,1 1 0,0 1 0,0 1 0,2 0 0,-1 1 0,1 1 0,34-9 1,-50 16 14,1 0 1,-1 1 0,0-1 0,0 1 0,1 0 0,-1-1 0,0 2 0,1-1-1,-1 0 1,0 1 0,0-1 0,0 1 0,1 0 0,-1 0 0,0 0-1,0 1 1,0-1 0,0 1 0,-1 0 0,1-1 0,0 1 0,-1 0 0,1 1-1,-1-1 1,0 0 0,1 1 0,-1-1 0,0 1 0,-1 0 0,1 0 0,0-1-1,-1 1 1,0 0 0,0 0 0,1 1 0,-2-1 0,1 0 0,0 0-1,0 5 1,2 17 79,-1 0 0,-1 1-1,-1-1 1,-4 35-1,1-5-70,1-12 18,-1 0 0,-2 0 0,-2 0 0,-2-1 0,-24 68 0,-97 192 463,39-101 141,7-15 82,77-150-757,19-45-755,83-122 539,-5-5 0,89-180-1,-97 168 141,215-324 220,-307 509 988,-273 378-945,48-82-84,193-267-24,-28 44 219,-70 147 1,165-271-1505,24-32 1081,180-254-921,347-604 1,-552 863 1060,30-49 56,63-144 1,-140 276 147,-2 0 0,-52 66 0,9-14-156,-927 1399 1376,1020-1530-1987,237-376-269,-118 140 118,182-490 0,-318 742 803,-1-1 0,-1 1 0,-1-2 0,-1 1 0,1-35 0,-9 58 25,1 0 0,-1 0 0,0 0 0,1 1 0,-1 0 0,1 0 0,-1 0 0,1 0 0,0 0 0,0 1 0,0-1 0,0 1 0,1 0 0,-1 0 0,-2 4 0,-123 157 17,-196 331-1,92-127 126,148-247 8,29-44 293,2 2 1,-47 99 0,93-155-229,19-22-175,18-23-176,-1-2 1,-1-1 0,-2-1-1,0-1 1,27-40 0,-17 24 66,831-1083-1162,-811 1050 1037,-23 32 100,-8 13 33,-1-1 0,-2-1 0,-1-1 0,-1-1 0,-2-1 0,17-49 0,-36 85 39,0-1 1,0 1-1,-1-1 1,1 1-1,0-1 1,-1 1-1,1 0 1,-1 0-1,1 0 1,0 0-1,-1 0 0,1 0 1,0 0-1,-1 0 1,1 1-1,-1-1 1,1 1-1,0-1 1,0 1-1,-1-1 1,1 1-1,0-1 1,0 1-1,0 0 0,-1 0 1,1 0-1,0 0 1,0 0-1,0 0 1,1 0-1,-1 0 1,0 0-1,-1 2 1,-76 60 235,3 3 1,3 4-1,-69 85 1,-188 262 299,209-260-404,-156 225 142,256-344-485,30-54-84,0 1 1,1 0-1,1 1 0,0 0 0,1 1 0,21-17 0,25-27 206,59-90 39,116-189 0,3-6-517,-193 289-131,-44 54 634,0-1 0,0 1 0,0-1 0,0 0 0,0 1 0,0-1 0,0 1 0,0-1 0,0 0 0,0 1 0,0-1 0,0 1 0,0-1 0,0 0 0,0 1 0,0-1 0,1 0 0,-1 1 0,0-1 0,0 1 0,0-1 0,1 0 0,-1 1 0,0-1 0,0 0 0,1 0 0,-1 1 0,0-1 0,1 0 0,-1 0 0,0 1 0,1-1 0,-1 0 0,0 0 0,1 0 0,-1 1 0,0-1 0,1 0 0,-1 0 0,1 0 0,-1 0-1,0 0 1,1 0 0,-1 0 0,1 0 0,-1 0 0,0 0 0,1 0 0,-1 0 0,1 0 0,-1 0 0,0-1 0,1 1 0,-1 0 0,0 0 0,1 0 0,-1-1 0,0 1 0,1 0 0,-4 22-3,-2 1 1,-1-1-1,-1 0 1,0 0-1,-2 0 1,0-1-1,-2-1 0,-24 38 1,11-16 16,-307 522 949,-125 229 1105,450-783-1994,0 1 0,1 0 0,0 0 0,1 0 1,0 0-1,1 1 0,0-1 0,0 1 0,2 0 0,-1 20 0,2-32-71,0 0-1,0 1 0,0-1 1,0 0-1,0 1 1,0-1-1,0 0 1,0 1-1,0-1 0,0 0 1,0 1-1,1-1 1,-1 0-1,0 1 0,0-1 1,0 0-1,1 1 1,-1-1-1,0 0 1,0 0-1,1 0 0,-1 1 1,0-1-1,0 0 1,1 0-1,-1 0 1,0 1-1,1-1 0,-1 0 1,0 0-1,1 0 1,-1 0-1,0 0 0,1 0 1,-1 0-1,0 0 1,1 0-1,-1 0 1,0 0-1,1 0 0,-1 0 1,1 0-1,-1 0 1,0 0-1,1 0 1,-1 0-1,0-1 0,0 1 1,1 0-1,-1 0 1,0 0-1,1-1 0,-1 1 1,0 0-1,0 0 1,1-1-1,-1 1 1,0 0-1,0-1 0,23-5-87,-1-2-1,0 0 1,-1-1-1,0-2 1,0 0-1,-1-1 1,-1-1-1,0-1 0,0 0 1,-2-2-1,17-17 1,189-214-404,-203 223 446,95-120-407,-7-5-1,-6-5 1,154-313-1,-232 412 597,-22 48 62,-6 10 37,-44 74 353,30-48-761,-268 424 154,-248 442 1057,532-890-1025,-3 3 15,0 1-1,0 1 0,1-1 1,0 0-1,1 1 1,0 0-1,1 0 1,-1 0-1,2 0 0,-1 21 1,14-36-607,53-52 301,-3-4-1,-3-1 0,94-131 1,130-241 152,-189 282-212,433-758-320,-485 818 1251,-45 88 82,-13 21 78,-99 143 464,105-146-1440,-215 339 317,-268 566 0,472-876-115,10-23-20,0 0 1,2 1-1,0 0 1,1 0-1,1 1 1,1 0-1,-6 45 0,79-110-1913,24-57 1762,-6-5 0,-3-3 0,98-175 0,-108 168 64,401-692-484,-473 807 621,0 0-1,0 1 1,0-1-1,0 1 1,1-1-1,-1 1 1,0-1 0,0 0-1,0 1 1,1-1-1,-1 1 1,0-1-1,1 0 1,-1 1-1,0-1 1,1 0 0,-1 1-1,0-1 1,1 0-1,-1 0 1,0 1-1,1-1 1,-1 0 0,1 0-1,-1 0 1,1 1-1,-1-1 1,1 0-1,-1 0 1,0 0-1,1 0 1,-1 0 0,1 0-1,-1 0 1,1 0-1,-1 0 1,1 0-1,-1 0 1,1 0-1,-1-1 1,0 1 0,1 0-1,-1 0 1,1 0-1,-1-1 1,0 1-1,1 0 1,0-1 0,-9 64 335,-32 59-363,-5-3 1,-6-1 0,-105 179 0,42-83 2,-44 82 30,-135 292 734,285-569-710,1 1 0,1 0 0,1 0 0,1 0 1,0 0-1,1 1 0,1 26 0,2-46-57,0 0 0,1-1 1,-1 1-1,0 0 0,1 0 0,-1 0 0,1 0 1,-1-1-1,1 1 0,0 0 0,-1-1 0,1 1 0,0 0 1,-1-1-1,1 1 0,0-1 0,0 1 0,0-1 0,-1 1 1,1-1-1,0 0 0,0 1 0,0-1 0,0 0 1,0 0-1,0 1 0,0-1 0,0 0 0,0 0 0,0 0 1,0 0-1,-1 0 0,1-1 0,0 1 0,0 0 0,0 0 1,0-1-1,0 1 0,0 0 0,0-1 0,-1 1 0,1-1 1,1 0-1,48-20-409,-23 1 291,0-1 0,-1 0-1,-1-2 1,-2-1 0,37-47-1,104-163 73,-110 153 54,101-168 178,-10-6 0,156-384 0,-264 570 469,-33 70 388,-20 42-302,-243 514-141,105-234-472,100-214-61,34-74-47,1 0-1,2 1 1,2 0 0,1 1-1,2 1 1,1 0 0,2 1-1,-3 39 1,12-77-24,0-1 1,0 1-1,1-1 1,-1 1-1,0-1 1,1 0-1,-1 1 1,0-1-1,1 1 1,-1-1-1,1 0 1,-1 1-1,1-1 1,-1 0-1,1 0 1,-1 1-1,0-1 1,1 0-1,0 0 1,-1 0-1,1 0 1,-1 0-1,1 0 1,-1 1-1,1-1 1,-1 0-1,1 0 1,-1-1-1,1 1 1,-1 0-1,1 0 1,-1 0-1,1 0 1,-1 0-1,1-1 1,-1 1-1,1 0 1,-1 0-1,1-1 1,-1 1-1,1 0 1,-1-1-1,0 1 1,1 0-1,-1-1 1,1 1-1,-1-1 1,1 0-1,31-22-362,11-24 217,-2-1 0,-2-2 0,-3-2-1,48-88 1,109-252-474,-94 187 6,-31 69 694,74-211 0,-201 627 2275,-21-39-2310,33-109-137,6 2 0,5 1-1,-23 178 1,58-309 68,0 1 0,1 0 0,-1 0 0,1-1 0,0 1 0,0 0 1,1 0-1,-1-1 0,1 1 0,0 0 0,1 0 0,-1-1 0,4 9 0,-4-12 14,0-1-1,0 1 0,0-1 1,0 1-1,0-1 0,1 1 1,-1-1-1,0 0 0,0 0 0,0 1 1,0-1-1,0 0 0,0 0 1,1 0-1,-1 0 0,0 0 1,0 0-1,0-1 0,0 1 1,0 0-1,0-1 0,0 1 1,1 0-1,-1-1 0,0 0 1,0 1-1,-1-1 0,1 1 1,0-1-1,0 0 0,0 0 1,0 0-1,1-1 0,12-12-154,0 0 0,-1-1 0,0-1-1,20-33 1,37-86-155,-5-3 0,86-268 0,-128 339 291,22-71 208,-43 130 237,-2 22 404,-5 44-680,-3-2 0,-3 1 0,-2-1 0,-35 95-1,-1 9-33,12-32 28,17-69-16,3 1-1,2 1 1,4 0-1,-7 97 1,18-151-260,7-19-409,104-176 139,-8-4 0,109-288 0,-203 458 463,-4 7 58,0 0 1,1 1-1,1 0 1,1 0 0,0 1-1,13-18 1,-21 58 1335,-12 20-1326,-2-1 1,-2 0-1,-2-1 0,-26 45 1,-25 67-28,14-11 287,-54 220 1,138-460-982,61-140 1,9-21 299,-57 150 91,-30 82 176,-2-1 0,0 0 0,-2-1 1,-1 0-1,0 0 0,4-43 0,-11 153-285,-4-1-1,-22 134 1,-4-61-959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4:31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392 193 416,'0'0'2161,"-199"-134"-2161,109 99-80,-12 12-1777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5:10.1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203 353 4417,'0'0'10137,"-12"-3"-5057,60 4-4503,-1-2 0,0-2 1,1-3-1,-2-1 1,64-18-1,-80 13 59,0-2 0,0-1 0,-2-1 0,40-28 0,124-73 993,-172 106-1511,0 2 0,1 0 1,0 1-1,0 2 0,0 0 0,1 1 0,30-3 0,-20 3-38,13-1 201,-1 3 0,84 4 0,-41 1-88,-59 0-165,0 1 0,0 1 0,33 10 0,-34-8 18,-5 0-15,-2 1 0,1 0 0,-1 2 0,0 0 0,26 17 0,-2 3 141,45 39 0,1 12 148,-75-65-267,-13-13-43,-1 0 0,1 0 0,0 0 0,0 0 0,0 0 0,0 0 0,0-1 1,0 1-1,0-1 0,4 2 0,2 2 44,0 1 0,-1 0 1,0 0-1,0 1 0,10 12 0,11 10 14,-12-12-7,-1 1 0,0 0 0,-2 1 0,0 1 0,-1 0 0,17 40 0,18 30 50,-30-58-30,-2 0 0,-1 1 0,-1 0-1,-2 1 1,11 53 0,-10-35 100,-7-32-174,0 0 1,-2 1-1,3 38 1,0 141-8,-6-194 0,1 25 0,-2 1 0,-1-1 0,-1 1 0,-10 41 0,1-19 0,9-38 0,0 0 0,-2 0 0,1-1 0,-2 1 0,-7 14 0,-17 35 0,22-48 0,-1-1 0,0 0 0,-2-1 0,1 0 0,-2-1 0,0 0 0,-1 0 0,0-1 0,-1-1 0,0-1 0,-1 0 0,0 0 0,-24 11 0,-379 185 0,324-161 0,-100 56 0,180-95 0,1-1 0,-1-1 0,1 0 0,-2 0 0,1-2 0,0 0 0,-28 3 0,-110-2 0,114-4 0,11 0 0,-1-1 0,0-1 0,1-1 0,0-2 0,-27-7 0,17 2 0,1-2 0,0-2 0,1-1 0,0-2 0,2-1 0,0-1 0,1-2 0,-30-26 0,-92-92 0,143 129 0,-10-8 0,1 0 0,1-1 0,0-1 0,2-1 0,0-1 0,-14-25 0,-30-54 0,42 73 0,2 0 0,1-1 0,-20-51 0,-20-90 0,41 77 0,4 13 0,6 49 0,1-1 0,2 0 0,4-61 0,0 21 0,0 52 0,1 0 0,1-1 0,0 1 0,1 0 0,2 1 0,9-24 0,-5 17 0,-2-1 0,8-40 0,-11 40 0,1 0 0,19-49 0,-9 41 0,1 0 0,41-55 0,-55 85-7,1 1 0,-1 0 0,1 0 0,0 0 0,9-5 0,-11 7-1,1 0-1,-1 0 1,1 0-1,-1-1 1,0 0-1,0 0 1,0 0-1,0 0 1,4-5-1,-7 7 6,1 0 0,-1 0 0,1 0 0,-1 1 0,1-1-1,0 0 1,-1 0 0,1 1 0,0-1 0,0 1 0,-1-1 0,1 0-1,0 1 1,0 0 0,0-1 0,0 1 0,0-1 0,-1 1 0,1 0-1,0 0 1,0 0 0,0-1 0,0 1 0,0 0 0,0 0 0,0 0-1,1 1 1,-1-1-43,11-9-1046,-7 8-1287,-9 9 1422,-4 5 695,0 1 0,1 0 0,1 1 0,0 0 0,-4 16 0,-15 37-396,-137 290 142,156-345 517,-6 18 6,12-30-31,0-7-659,2-7 675,1 0 0,0 0 0,1 0 0,0 0 0,1 0 0,0 1 0,1 0-1,1 0 1,9-13 0,12-26 49,9-25-35,99-184-463,-130 247 443,3-5 46,-5 19-2,-3 10 4,-3-1-40,1 0 0,-1-1 0,-1 1 0,0-1 0,0 0 1,-1 0-1,0 0 0,-1 0 0,-8 11 0,-6 15 21,-52 108 106,-74 142 319,465-812-1072,-310 512 590,-7 9 11,0 1 0,1-1 0,-1 1 0,1 0 0,1 0 1,-1 0-1,1 1 0,5-5 0,-10 9 30,0 0-1,1-1 1,-1 1 0,0 0 0,0 0-1,1 0 1,-1 0 0,0 0-1,0 0 1,0 0 0,1 0-1,-1 0 1,0 0 0,0 0 0,1 0-1,-1 0 1,0 1 0,0-1-1,0 0 1,1 0 0,-1 0 0,0 0-1,0 0 1,0 0 0,0 0-1,1 1 1,-1-1 0,0 0-1,0 0 1,0 0 0,0 0 0,1 1-1,-1-1 1,0 0 0,0 0-1,0 0 1,0 1 0,0-1-1,0 0 1,0 0 0,0 0 0,0 1-1,0-1 1,0 0 0,0 0-1,0 0 1,0 1 0,0-1-1,0 0 1,0 0 0,0 1 0,0-1-1,0 0 1,0 0 0,0 0-1,0 1 1,0-1 0,0 0-1,-1 0 1,1 0 0,0 1 0,0-1-1,0 0 1,0 0 0,0 0-1,-1 0 1,1 0 0,0 1-1,-1 0-5,-17 49 64,-3 0 1,-33 57-1,20-40-17,-251 544 124,272-581-260,13-25-83,2-7-48,22-40-568,-5 10 1002,179-354 179,-9 15-1413,-175 352 776,-13 18 222,-1 5-67,-3 14 78,0-1 1,0 0-1,-2 0 1,0-1 0,-1 1-1,-1-1 1,0 0-1,-14 22 1,-9 22 76,-173 405 703,189-428-747,21-46-503,29-57 63,-34 62 516,315-658 13,-308 640-149,-7 16 37,0 0 0,1 0-1,-1 0 1,1 1 0,1-1 0,-1 1 0,1 0 0,4-5-1,-11 40-151,-6-6 175,-2-1 0,-16 28 0,4-7 40,-111 209 107,-78 155 420,184-339-443,27-66-427,23-25-429,35-50 854,-4-2 1,70-131-1,-71 116-177,6-10-65,178-282-409,-208 337 471,-20 29 1,1 0 1,1 1-1,0 1 1,0 0-1,22-20 1,-28 31-6,-6 8 61,0-3-11,-155 278 488,41-80-315,56-92-84,-154 305 319,213-411-408,-15 29 128,2 2 0,1 0 0,-13 55 0,28-83-1072,7-12 678,16-22 151,28-44 223,56-104 0,36-96 166,-75 139-252,30-60-4,103-185 20,-190 361 62,-18 35-79,-238 444 481,153-305-390,-23 40 22,-67 123 678,163-289-481,8-16-421,27-39-414,254-379 701,126-171-175,-378 548-86,-9 10 12,1 0 1,0 1-1,1 0 1,1 1-1,0 0 0,17-12 1,-28 26 14,-6 10 6,-6 18 49,-3 0 1,0 0-1,-1-1 0,-27 39 0,19-31 17,-660 1011 1573,675-1037-1525,1-5-29,2 1 1,-1 0-1,0 1 1,1-1-1,0 0 0,0 1 1,1 0-1,-1 0 1,1 0-1,1 0 1,-3 8-1,33-41-857,533-680 786,-203 235-277,-318 417 179,-28 36 53,1 1 0,31-32 1,-48 65 184,-16 20-68,-47 65-1,41-65-38,-515 764 599,399-586-190,122-186-310,13-20-92,0 0 0,0 1 0,1 0 0,1 0 0,-1 0 0,1 1 0,1-1 0,-1 1 0,1 0 0,-2 11 1,11-23-424,18-20 212,0-1-1,25-33 0,-29 32 162,501-673 196,-287 371-200,-55 62-351,-209 327 589,-241 325 171,143-213-236,25-31 61,-333 492 1245,426-609-1289,10-26-173,0 0 1,1 0-1,-1 1 0,0-1 1,0 0-1,0 0 0,1 0 0,-1 1 1,0-1-1,1 0 0,-1 0 1,0 0-1,1 0 0,-1 1 0,0-1 1,1 0-1,-1 0 0,0 0 1,0 0-1,1 0 0,-1 0 0,0 0 1,1 0-1,-1 0 0,1 0 1,-1 0-1,0 0 0,0 0 0,1-1 1,-1 1-1,0 0 0,1 0 1,-1 0-1,0 0 0,1 0 1,-1-1-1,1 1 0,40-27-399,13-23 441,-2-1 0,69-91 0,75-132-19,-91 124-134,105-138-376,-203 280 408,-6 11 72,-8 17 22,-18 21-6,-53 70 0,20-32 16,-112 162 86,-371 505 489,521-722-453,17-20-82,-1 0-1,1 0 1,0 0-1,0 0 1,1 0-1,-1 0 1,1 1-1,0-1 0,-2 7 1,38-44-585,433-571 448,-366 466 82,154-210-34,-159 215-71,-156 201 945,-206 240-303,1 44 6,183-237-440,77-101-214,11-14-206,22-23-70,129-154 255,-122 135 141,7-9-4,537-710-440,-537 705-70,-87 148 370,-284 409 378,16-29 591,306-461-767,3-5-44,0 0-1,0 1 1,0-1 0,1 1-1,-1 0 1,2 0 0,-1 1-1,1-1 1,0 0 0,-1 12-1,8-12-508,10-13 202,7-10 260,-1-1-1,-1-1 1,0 0 0,28-36-1,70-100 103,-90 117-95,108-163-11,31-42-107,-154 228 85,-10 13 37,-7 16 14,3-13-7,-14 33-12,-2-1 1,-36 53-1,24-41 28,6-9 12,-393 595 265,324-496-131,92-133-912,8-10 480,18-20-8,397-544-80,-401 539 336,269-408-851,-333 521 792,-250 352 149,-26-17 111,93-138 172,152-186 405,70-83-663,4-7-116,5-6-188,21-21-29,-1-1-1,42-56 0,-28 31 196,796-1086-224,-783 1064 280,-107 166 168,-476 671 106,321-469 371,188-255-870,37-52 134,0-1-1,-1-1 1,-1 0 0,0-2 0,14-19-1,4-4 66,592-826 102,-532 740-474,-84 117 96,-15 30 0,-46 89 243,-119 181 0,120-209 79,-115 177 142,-77 128 591,235-374-685,1 0 1,1 1-1,0 0 1,1 0-1,-4 19 1,10-33-90,0-1 0,0 1 1,0-1-1,0 0 0,0 1 0,0-1 1,0 1-1,1-1 0,-1 0 0,0 1 1,0-1-1,0 0 0,1 1 0,-1-1 1,0 0-1,1 1 0,-1-1 0,0 0 1,1 0-1,-1 1 0,0-1 0,1 0 1,-1 0-1,0 1 0,1-1 0,-1 0 1,1 0-1,-1 0 0,0 0 0,1 0 1,-1 0-1,1 0 0,-1 0 0,1 0 1,-1 0-1,0 0 0,1 0 1,-1 0-1,1 0 0,-1 0 0,1 0 1,-1 0-1,0-1 0,1 1 0,-1 0 1,1-1-1,25-6-252,-7-6 227,-1 0 1,-1-2 0,0 0-1,-1 0 1,24-32 0,-28 33 40,61-73-29,-4-4 0,-4-3 0,-4-2 0,52-114 0,-106 198-44,-7 18 33,-10 24-16,-34 53 98,-4-1 1,-66 87-1,44-69 60,12-15 30,-131 205 482,176-262-806,15-28 143,0-1 0,0 1 0,0-1 0,0 1 0,0-1 0,0 0 1,0 0-1,0 0 0,0 0 0,-1-1 0,1 1 0,-1 0 0,1-1 0,-1 1 1,1-1-1,1-2 0,41-37 16,-2-1 1,39-51 0,69-106 161,-107 140-108,279-404-10,-240 355-92,-98 168-241,-30 27 367,-65 90 1,77-125-7,-411 578 1374,444-628-1401,-3 3 21,-1 1 0,1 0 0,0 0 1,0 0-1,1 0 0,-4 8 0,35-31-1086,39-52 944,-4-3-1,101-149 0,-136 181 95,144-219 29,41-57 45,-198 300-121,-12 26-115,-17 36 103,-26 40 266,-55 87 0,-34 68 213,128-238-717,18-31-871,331-491 931,-341 508 130,1 1 1,0-1 0,19-16-1,-25 26 50,3-2-223,-3 14-149,-3 3 479,-1 1 0,0-1 1,-1 0-1,-1 0 0,0 0 1,-10 23-1,-48 88 380,32-68-278,-166 323 1255,194-378-1414,1 1 0,0-1-1,0 1 1,0 0-1,0 0 1,0-1 0,1 1-1,-1 0 1,1 0-1,-1 6 1,13-12-1548,3-6 1492,-1 0 0,-1-2 1,1 1-1,-2-2 0,1 0 0,-2 0 0,0-1 1,15-22-1,71-126 281,-86 140-234,24-48 72,-4-1 1,-2-2-1,-4-1 0,-3-1 0,24-148 1,-43 201-16,0-1 0,-2 0 1,0 0-1,-2 0 0,0 0 1,-5-23-1,3 31 11,0 1-1,-1 0 0,-1 0 1,0 1-1,-1-1 0,0 1 1,-1 0-1,0 1 1,-1 0-1,-18-20 0,-119-111 423,110 121-273,32 20-169,-19 2 33,18 2-46,-1-1-1,1 1 0,-1 0 0,1 0 0,0 0 1,1 1-1,-1-1 0,0 1 0,1 0 0,0 0 0,-4 6 1,-29 57 48,25-39-70,2 0 0,1 1 0,1 0 0,2 1 0,-2 40 0,4-12-80,9 105 0,1-122-7,2-1 1,2 0 0,1 0 0,3-1-1,27 53 1,-7-11-161,-31-71 136,1 0 0,0 0-1,1 0 1,-1-1 0,2 0 0,-1 0-1,2-1 1,9 10 0,-15-17 77,0 1 0,0 0 0,0-1 0,0 1 0,1-1 0,-1 0 0,1 0 0,-1 0 0,1 0 0,-1 0 0,1 0 0,0-1 0,-1 0 0,1 1 0,0-1 0,3 0 0,-3-1 12,0 0 1,0 1-1,0-2 1,0 1-1,0 0 1,0-1-1,0 1 1,0-1-1,-1 0 1,1 0-1,0 0 1,-1 0-1,0 0 1,1-1-1,-1 1 1,3-6-1,6-7 37,-2-1 0,0 1-1,-1-2 1,0 1-1,-1-1 1,-1 0 0,-1-1-1,6-31 1,-4 0 105,-3 0-1,-1-56 1,-4 79-62,-1 0 1,-1 0-1,-2 0 0,0 1 1,-2-1-1,0 1 1,-2 1-1,-24-48 0,25 56 13,-1 1-1,-1-1 1,0 2-1,-1-1 1,-1 1-1,0 1 1,-1 0-1,0 1 1,-1 0-1,-1 1 0,0 1 1,0 0-1,-32-14 1,39 21-28,0 0 0,0 1 1,0 0-1,-1 0 0,1 1 0,-1 0 1,1 0-1,-1 1 0,1 0 0,-1 1 1,1 0-1,-1 0 0,1 1 1,-1 0-1,1 1 0,0-1 0,0 2 1,0-1-1,1 1 0,-9 5 0,-6 6-1,1 1 0,1 1 0,0 1 0,1 1 0,-22 28 0,-3 7 77,3 2 0,2 1 1,-53 106-1,72-120-53,1 2 0,2-1 0,2 2 0,3 0 0,1 1 1,-6 59-1,16-88-122,0 0 0,2 0 0,0 0 0,1 0 1,0 0-1,2 0 0,0-1 0,1 1 0,1-1 1,0 0-1,1-1 0,1 0 0,1 0 0,20 28 1,-22-34 17,1-1 0,0 0 0,1-1-1,0 0 1,0 0 0,1-1 0,0 0 0,0 0 0,1-1 0,-1-1 0,1 0 0,0 0 0,1-1 0,-1 0 0,1-1 0,0-1 0,0 0 0,0 0 0,0-1 0,0-1 0,0 0 0,18-2 0,-19 0 22,0-1-1,-1 0 1,1-1 0,-1 0 0,0 0 0,0-1 0,0-1 0,-1 1-1,1-2 1,-1 1 0,-1-1 0,1 0 0,-1-1 0,-1 0 0,1 0-1,10-18 1,6-10 1,-2-2 1,32-74-1,-52 109 31,23-56 2,-2-2-1,-3-1 1,-3 0-1,-2-1 1,-3-1 0,-3 0-1,-3 0 1,-3-1-1,-2 0 1,-9-72-1,4 116 29,0 0 0,-1 1 0,-1 0 0,-1 0 0,-1 1 0,0 0 0,-2 0 0,0 1-1,-1 0 1,-1 0 0,-1 2 0,-17-20 0,24 29 4,-1 1 0,1 0 0,-1 0-1,0 1 1,-1 0 0,1 0 0,-1 0 0,0 1 0,0 0-1,0 1 1,-1 0 0,1 0 0,-1 1 0,0 0-1,0 0 1,0 1 0,0 0 0,1 1 0,-1 0 0,0 1-1,0-1 1,0 2 0,0-1 0,0 1 0,0 0 0,1 1-1,-1 0 1,1 1 0,0-1 0,0 2 0,-12 7 0,1 2 15,0 0 0,1 1 0,1 1 0,1 1 1,-22 28-1,-69 110 223,65-80-111,2 2-1,4 1 1,3 2-1,-40 154 0,49-132-77,6 1 0,4 1-1,-2 174 1,16-248-74,-1-5-18,2 0-1,6 43 1,-6-60-8,1 0 0,1 1 1,0-1-1,0 0 0,0-1 0,1 1 1,0 0-1,1-1 0,-1 0 0,2 0 1,10 12-1,-3-7-53,0-1 0,0 0 0,1-1 1,1 0-1,0-1 0,0-1 0,1 0 0,-1-1 0,2-1 1,-1 0-1,1-1 0,0-1 0,23 2 0,-26-4 34,0-1 0,0-1 0,0-1-1,0 0 1,0 0 0,0-1 0,-1-1 0,1-1 0,-1 0-1,1 0 1,-1-1 0,-1-1 0,1-1 0,-1 1-1,0-2 1,22-17 0,-11 3 44,0-2 0,-1-1 0,-1-1 0,-1 0 0,-2-2 0,-1 0 0,-1-1 0,15-36 0,-2-10 51,-2-2-1,19-92 0,-32 111-41,-2-2 1,-2 0 0,-3 0 0,-3-1-1,-2 1 1,-8-71 0,4 117 1,-2 0 1,0 0-1,0 0 1,-2 1-1,1 0 1,-2 0-1,0 0 1,0 1-1,-1 0 1,-1 0-1,0 1 1,0 0 0,-1 0-1,-1 1 1,-17-13-1,9 8 76,-1 1 0,0 1 0,-1 1-1,-1 1 1,0 1 0,-1 0 0,1 2 0,-30-7-1,30 11-40,1 0 1,-1 2-1,1 0 0,-1 2 0,0 0 0,1 1 0,-1 1 0,1 1 0,-1 2 0,1 0 0,0 0 0,1 2 0,0 1 0,0 1 0,0 0 0,1 1 0,-18 14 0,-4 9 47,1 1 0,2 3 0,2 1 0,1 1 0,2 3 0,2 0-1,2 2 1,2 1 0,-23 52 0,35-66-62,1 1 0,2 0 0,2 0-1,1 2 1,1-1 0,-5 48 0,13-63-62,0 1 0,1 0-1,1-1 1,0 1 0,2-1 0,0 0 0,1 0 0,1 0-1,0 0 1,1-1 0,1 0 0,1-1 0,1 0 0,19 26-1,-6-13-47,1-1-1,2-1 1,1-2-1,0 0 0,2-2 1,41 26-1,-35-27-34,2-2 0,0-1-1,77 26 1,-87-37 8,0-1-1,1-1 1,0-1-1,0-2 1,0 0 0,49-4-1,-66 1 76,-1-1 0,0-1 0,1 0 0,-1-1 1,0 0-1,-1 0 0,1-1 0,0 0 0,-1 0 0,0-1 0,0-1 0,0 0 0,12-11 0,-7 3 22,-1 0 0,0-2-1,-1 1 1,-1-2-1,-1 0 1,14-29 0,1-8 45,-3-1 0,-2-1 0,-3-1 0,-3 0 0,9-67 0,-12 40-5,-5 1 0,-3-1-1,-8-90 1,1 126-11,-3 1-1,-1 0 1,-3 1-1,-20-57 1,21 76-19,-2-1 0,-1 1 1,-1 1-1,0 0 0,-3 2 1,0-1-1,-38-40 0,44 54 31,-1 1 0,0 0-1,-1 1 1,0 0-1,-1 1 1,0 1 0,0 0-1,0 1 1,-28-8-1,29 11-1,1 0-1,0 1 0,0 0 1,-1 1-1,1 1 0,-1 0 1,1 0-1,-1 2 1,1-1-1,0 1 0,0 1 1,0 0-1,-12 6 0,8-2-24,0 2 0,1 0 0,0 1-1,0 1 1,1 0 0,1 1 0,-1 0-1,-11 17 1,-10 12 59,-47 78 0,30-33-7,4 3 0,4 1 0,3 3-1,5 1 1,4 1 0,4 2 0,5 1 0,-14 121 0,33-184-61,1 1 1,2 0-1,2 0 0,5 41 1,-4-67-28,1-1 1,0 0-1,1 0 0,0 0 1,0-1-1,1 1 0,0-1 1,0 0-1,1 0 0,0-1 1,0 0-1,1 0 0,0 0 1,0-1-1,1 0 0,14 9 1,-2-2-57,2-2 0,0 0 0,0-1 1,0-1-1,33 8 0,-24-10 40,0-1 1,0-1-1,0-2 0,1-1 1,-1-2-1,1-1 1,-1-1-1,0-2 0,0-1 1,0-1-1,0-2 1,-1-1-1,-1-1 0,36-17 1,-27 7-11,-1-1 1,-1-2 0,-1-1 0,-1-2 0,-1-1 0,-1-2 0,-2-1-1,-1-2 1,-1 0 0,23-38 0,-6 3-83,-4-1 1,-2-3-1,55-144 1,-76 163 112,-3-1 0,-1-1 0,-3 0 0,-3-1 1,-1 0-1,-2-83 0,-7 123 43,0-1-1,-1 1 1,0-1 0,-1 1-1,-1 0 1,-1 1 0,0-1-1,-1 1 1,0 0 0,-1 1-1,0 0 1,-1 0 0,-1 0 0,0 2-1,-19-19 1,9 12 53,-1 1 1,0 0 0,-1 1-1,-1 2 1,0 0-1,-1 2 1,-1 0-1,-26-8 1,29 14-2,0 0 0,-1 2-1,0 0 1,0 2 0,0 0 0,0 2 0,0 0 0,0 2 0,0 1 0,0 0 0,1 2-1,-1 0 1,1 2 0,1 0 0,-35 17 0,1 5 19,1 3 1,1 1-1,2 3 1,-71 66-1,45-33 58,3 4 0,-65 83-1,102-110-17,3 2 0,2 1 0,2 1-1,2 2 1,-23 60 0,43-91-111,1 0 1,0 1 0,2 0 0,0 0-1,2 0 1,0 1 0,2-1-1,0 1 1,5 42 0,-1-51-56,0 0 1,1 0 0,0 0-1,1 0 1,1-1 0,0 0-1,1 0 1,0-1 0,1 1-1,1-2 1,0 1-1,0-1 1,1 0 0,0-1-1,23 17 1,-13-13-19,0-1 1,1-1-1,1 0 1,-1-2-1,2-1 1,-1-1-1,1 0 1,32 5-1,-5-5-88,1-2 0,98 0 0,-122-7 108,-1 0 0,0-1-1,0-2 1,-1-1 0,1-1 0,-1-1 0,0-1 0,-1-1 0,0-1-1,0-2 1,-1 0 0,0-1 0,-1-2 0,-1 0 0,0-1 0,18-19-1,-19 13-10,0-2 0,-2 0-1,0 0 1,-2-2-1,-1 0 1,-1-1-1,-1 0 1,-2-1-1,-1-1 1,0 1 0,5-39-1,-10 44 34,-1-1 0,-1 0-1,-2 1 1,0-1-1,-1 0 1,-2 0 0,0 0-1,-2 0 1,0 1 0,-2-1-1,0 1 1,-2 1 0,0-1-1,-19-32 1,15 34 28,-1 1 1,0 1 0,-2 0-1,0 1 1,-2 1-1,0 0 1,0 1-1,-2 1 1,0 1-1,0 0 1,-1 1-1,-1 2 1,0 0-1,-1 1 1,0 1-1,0 1 1,-1 1 0,0 1-1,-27-3 1,36 7-24,-1 2 0,1 0 1,-1 1-1,1 0 1,-1 1-1,1 0 0,0 2 1,-1-1-1,2 2 0,-18 7 1,11-2-2,1 1 0,0 0 0,0 2 0,1 0 0,1 1 0,-18 18 0,2 4 37,0 2 0,3 2 0,1 1 0,2 1 0,-27 57 0,33-57-2,1 0-1,2 2 1,2 0-1,2 0 1,1 2 0,3-1-1,2 1 1,2 1-1,0 79 1,6-115-51,1 1-1,1-1 1,0 0 0,0 1-1,1-1 1,1-1-1,0 1 1,0 0 0,1-1-1,1 0 1,-1 0 0,1 0-1,1-1 1,0 0-1,11 11 1,4 0-80,0 0-1,2-2 1,0-1-1,42 23 1,-40-26-14,1-1 0,1-1 1,0-1-1,0-1 1,1-2-1,0-1 0,1-2 1,57 5-1,-67-9 58,1-2-1,0 1 1,-1-2 0,1-1-1,-1-1 1,0 0-1,0-2 1,0 0 0,-1-1-1,0-1 1,0-1-1,-1-1 1,0 0 0,18-15-1,-10 3 26,-1-2 1,-1-1-1,-1-1 0,-1-1 1,-2-1-1,-1-1 0,-1-1 1,-1 0-1,19-51 0,-10 14 53,-4 0-1,-3-1 0,18-118 0,-27 113 47,-2-1 0,-4 0 0,-3 0 0,-13-111 0,9 166 42,-1-1 1,0 1-1,-2 0 0,0 0 1,-1 1-1,-18-35 0,24 52-62,0-1-1,1 0 1,-2 0-1,1 1 1,0-1-1,0 1 1,0-1-1,-1 1 1,1-1-1,-1 1 1,1 0-1,-1-1 1,1 1-1,-1 0 1,0 0-1,0 0 1,-1 0-1,1 1-28,0 0-1,1 1 1,-1-1-1,1 0 1,-1 1-1,0-1 1,1 1 0,-1 0-1,1 0 1,-1-1-1,1 1 1,0 0-1,-1 0 1,1 0 0,0 1-1,0-1 1,-1 0-1,1 0 1,0 1-1,0-1 1,0 0-1,1 1 1,-1-1 0,0 1-1,1-1 1,-2 4-1,-14 33-8,1 2 0,2 0 0,-15 78-1,18-73-9,-71 377 57,69-324-30,5 1 1,6 148 0,2-242-41,-1-1 0,1 0 0,0 1 0,1-1 0,-1 0 0,1 0 0,-1 0 0,1 0 0,0 0-1,1 0 1,-1-1 0,1 1 0,-1-1 0,1 1 0,0-1 0,1 0 0,-1 0 0,0 0 0,1-1 0,-1 1 0,1-1 0,0 0 0,0 0 0,0 0 0,0-1 0,0 1 0,0-1 0,1 0 0,-1 0 0,7 0 0,-1 1-70,0-1-1,1 0 1,-1-1 0,1 0-1,-1-1 1,1 0 0,-1-1-1,1 0 1,-1 0-1,0-1 1,19-8 0,-15 2 38,0 0 0,-1-1 1,0 0-1,-1-1 0,0-1 1,0 0-1,-1 0 0,-1-1 1,0-1-1,-1 1 0,13-27 1,-7 10 3,-1-1 1,-2 0 0,-1-1 0,12-64 0,-17 62 100,-1 0 0,-2 0 0,-1-1 0,-2 1 0,-2 0-1,0 0 1,-3 0 0,-1 0 0,-1 0 0,-2 1 0,-1 0 0,-2 1-1,-1 0 1,-1 1 0,-2 1 0,-1 0 0,-1 1 0,-2 1 0,-1 0 0,-36-36-1,45 52 77,-1 1 0,1 0-1,-1 1 1,-26-14-1,35 21-114,0 1-1,0 0 1,0 0 0,0 1 0,0-1-1,0 1 1,-1 0 0,1 0-1,-1 0 1,1 1 0,0 0-1,-1 0 1,1 0 0,-1 0-1,1 0 1,-1 1 0,1 0 0,0 0-1,-1 0 1,1 1 0,0-1-1,-8 5 1,4 0-10,1 0 0,0 1 0,0 0 0,1 0 0,0 1-1,0-1 1,0 1 0,1 0 0,1 1 0,-7 15 0,-6 17 39,-12 46 1,28-84-47,-24 98-7,4 0 0,5 1 0,4 1 0,2 159 0,10-237-19,1 0 1,1 0 0,6 31 0,-6-49-13,0 0 0,0 0 0,0 0 0,1 0 1,0-1-1,0 1 0,0-1 0,1 0 1,0 0-1,0 0 0,1 0 0,0-1 0,0 0 1,6 5-1,-8-8-14,-1 0 0,1 0 0,0 0 1,0-1-1,0 1 0,0-1 0,0 0 0,0 0 0,0 0 0,0 0 1,0-1-1,1 1 0,-1-1 0,0 0 0,0 0 0,1 0 1,-1 0-1,0-1 0,0 1 0,0-1 0,1 0 0,-1 0 1,0 0-1,0 0 0,5-3 0,-1-1 1,0 0 0,0 0 0,0 0 0,-1-1-1,0 0 1,0-1 0,0 1 0,7-12 0,16-28 3,-2-1 0,-2-1 1,-2-1-1,26-83 0,36-213-294,-72 268 177,-4 0 0,-1-114-1,-10 187 608,-3 20-350,-8 78 34,4 0 0,6 150 0,3-169-85,0-68-52,0 14 8,1 1 0,0 0 0,7 29 0,-8-48-23,1 1 0,0 0 1,-1-1-1,2 1 0,-1 0 1,0-1-1,1 0 0,0 1 1,-1-1-1,1 0 0,1 0 0,-1 0 1,0 0-1,1 0 0,-1 0 1,1-1-1,0 1 0,0-1 0,0 0 1,0 0-1,0 0 0,1 0 1,-1 0-1,1-1 0,-1 1 0,7 0 1,-5-2-9,0 0-1,0 0 1,-1-1 0,1 0 0,0 0 0,0 0 0,-1 0 0,1-1-1,-1 0 1,1 0 0,-1 0 0,0-1 0,0 1 0,0-1 0,0 0-1,0 0 1,-1 0 0,1-1 0,-1 1 0,0-1 0,0 0-1,0 0 1,3-5 0,7-12 52,0-1 0,-2 0 0,11-28 0,4-25 28,-3-1-1,25-146 1,-41 193-91,-3 38-241,-2 52 88,-2-60 215,0 11 1,1 56 294,-3 1 0,-2-1 0,-22 108-1,21-156-207,-8 32 590,-21 55 1,27-95-561,7-24-388,0 9 177,1-29-98,2-1 1,1 1-1,2 0 1,12-40-1,52-129-236,-26 78 6,-32 94 362,-9 24 40,-1-1-1,0 0 1,0 0 0,0 0 0,0 0 0,0-9-1,-5 61 161,-2 0 0,-2-1 0,-1 1 0,-3-2 0,-2 1 0,-19 42 0,8-17 5,-19 55 585,-6-3 1,-81 145 0,125-258-648,4-5-52,-1-1-1,1 0 0,-1 0 1,0 0-1,0 0 0,0 0 0,0 0 1,0-1-1,-1 1 0,1-1 1,-1 1-1,0-1 0,0 0 1,0 0-1,-4 2 0,7-4-53,-1 0 0,1 0-1,0 0 1,0 0 0,-1 0 0,1 0-1,0 0 1,-1 0 0,1 0-1,0 0 1,-1 0 0,1-1-1,0 1 1,0 0 0,-1 0-1,1 0 1,0 0 0,0 0 0,-1-1-1,1 1 1,0 0 0,0 0-1,-1-1 1,1 1 0,0 0-1,0 0 1,0-1 0,0 1 0,-1 0-1,1 0 1,0-1 0,0 1-1,0 0 1,0-1 0,0 1-1,0 0 1,0 0 0,0-1 0,0 1-1,0 0 1,0-1 0,0 1-1,0-1 1,-1-20-229,2 14 153,0-67-167,3 1 0,3-1 0,18-73 0,33-94-206,-59 254 1384,0-1-732,0 1 0,-1 0 0,-5 20 0,4-18-295,-2 3-5936,0-9 369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5:17.3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 1236 4657,'0'0'6344,"-26"9"1590,27-5-7724,-1 0 1,1 1 0,0-1 0,0 0 0,0 0-1,1 0 1,-1 0 0,1 0 0,0 0 0,0 0-1,1 0 1,4 6 0,43 42 479,-16-18-249,74 76 378,-30-34-281,-66-61-324,-10-13-183,-1 0 1,1 1 0,0-1-1,0 0 1,0 0 0,0-1 0,0 1-1,0 0 1,1-1 0,-1 1 0,4 1-1,23 12 312,51 35 0,-58-35-264,1 0-1,1-1 1,41 17-1,-40-22-11,156 51 507,-151-52-489,0-2 1,1 0-1,-1-3 0,34 1 0,-22-2 84,0 2 1,61 14-1,-55-8 12,58 3 1,-72-10-39,0 2-1,0 1 0,-1 1 1,64 24-1,118 67 553,-91-39-436,-96-47-249,-13-6 40,0 1 0,24 14 0,-34-18-37,1 0 0,0-1 0,0 0 0,0-1 0,1 1 0,10 0 1,14 4-5,-7 1-1,-1-2 0,1-1 0,0-1 0,0-1 0,0-1-1,1-1 1,30-5 0,-47 2 4,1 0 0,-1-1 1,0 0-1,0-1 0,0 0 0,0 0 0,-1-1 0,10-9 1,-9 8 5,95-93 79,-56 59-93,2 2-1,100-61 0,-148 100 8,1-1 1,-1 1-1,1-1 1,-1 0-1,0 1 1,1-1-1,-1 0 0,0 0 1,0 0-1,0 0 1,1 0-1,-1 0 1,0 0-1,0 0 1,-1-1-1,1 1 1,0 0-1,0-1 1,-1 1-1,1 0 1,0-1-1,-1 1 1,0-1-1,1 1 0,-1-1 1,0 1-1,0-1 1,1 1-1,-1-1 1,0 1-1,-1-3 1,3-26 162,5-48-2,-2-115 1,-6 139-19,0 45-141,-1 1 0,0-1 0,0 1 0,-1 0 0,0-1 0,-1 1-1,-5-8 1,-3-11-5,-3-8 41,-2 1 1,-39-59 0,34 57 189,-29-61 0,13 22-169,24 46-16,11 21 19,-1 0 1,0 0-1,0 0 1,-1 0-1,0 1 1,-8-10-1,1 5 45,1-1 1,0 0-1,-14-25 0,18 26-124,-1 0 0,0 1 0,-1-1 0,0 2 0,-1-1 0,-20-16 0,6 14 6,0 1 0,-1 1 0,0 1 0,0 1 0,-39-8 0,38 10 0,8 3 0,1 1 0,-1 1 0,-28 0 0,28 2 0,0 0 0,0-2 0,1 0 0,-24-7 0,-61-29 0,99 36 0,0 0 0,-1-1 0,1 1 0,0-1-1,0 0 1,0 0 0,1 0 0,-1 0 0,1-1 0,-1 1 0,1-1 0,-2-5 0,-23-49-64,12 21 49,9 24 23,1 0 0,0-1-1,-3-14 1,-2-22-66,2 5 63,-23-75 0,10 56 92,16 52-97,4 10 0,0 1 0,0-1 0,0 1 0,0-1 0,0 1 0,-1-1 0,1 1 0,0 0 0,0 0 0,-1-1 0,1 1 0,-1 0 0,1 0 0,-1 1 0,0-1 0,1 0 0,-1 0 0,0 1 0,0-1 0,-2 0 0,-6-3 0,-8-5 0,0 0 0,0 1 0,-1 2 0,1 0 0,-2 0 0,1 2 0,0 1 0,-34-2 0,34 5 0,-770 17 0,775-16-74,0 1 0,0 0 0,1 2 0,0-1 0,0 2 0,0 0 0,0 0 0,0 1 0,1 1 0,0 0 0,-20 16 0,-31 20 35,-52 33-170,42-13-130,44-35 294,21-19-102,1 0 0,0 1 1,1-1-1,0 2 1,-8 17-1,-15 24 132,22-42-13,1 0 1,1 0 0,0 0-1,0 1 1,1 0 0,0 0-1,1 0 1,0 1 0,-2 18-1,-11 187-173,8-68 210,7-20-23,1-70-212,1-46 212,1 1-1,0-1 1,0 0 0,2 0-1,-1 0 1,2 0-1,9 20 1,53 88-40,-39-74 39,76 131-33,-98-173-29,-1 0 0,1 0-1,0-1 1,1 1 0,8 4 0,2 2 76,-16-11 0,63 40-108,-63-40-222,6-106-10085,-2 54 6335,2-26-2930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5:20.4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669 97 4489,'0'0'4113,"-9"3"-3344,6-2-719,-2 1 52,-1 0-1,1 0 1,0 0-1,0 1 1,0 0-1,0 0 1,0 0-1,1 0 1,-1 1-1,1 0 1,0 0-1,0 0 1,-6 9-1,-151 228 4027,-136 280-1,297-521-4138,-1 1 0,0 0 0,1 0-1,-1 0 1,1-1 0,-1 1-1,1 0 1,-1 0 0,1 0 0,0 0-1,0 0 1,-1 0 0,1 0-1,0 0 1,0 0 0,0 0 0,0 0-1,0 0 1,0 0 0,0 0-1,0 0 1,1 0 0,-1 0-1,1 1 1,0-2-12,0 0-1,0 0 0,0 0 1,1 0-1,-1 0 0,0 0 1,0-1-1,0 1 1,0 0-1,0-1 0,1 1 1,-1-1-1,0 1 0,0-1 1,0 1-1,0-1 0,0 0 1,0 0-1,0 0 1,19-14 45,-1-1 0,0-1 0,-1-1 0,24-31 0,58-90 341,-94 131-354,210-333 389,-83 129-192,-125 198-196,-7 11-1,1 0-1,0 0 0,0 0 1,1 0-1,-1 0 1,0 0-1,1 1 0,5-5 1,-19 33 432,-258 375 718,-61 98-151,322-484-1042,10-14-312,18-24-88,80-105 317,-5-4 0,-6-5 0,80-165 1,-158 280 67,-5 13 9,-1 0-1,0-1 1,-1 0-1,0 0 1,-1 0-1,0 0 0,0 0 1,2-19-1,-12 32 137,-63 60-287,-88 100 0,-54 92 547,86-102 140,56-68 59,56-68-729,49-56-387,495-612-476,-434 529 780,-90 115 235,1-2-48,0-1 0,1 1 0,0 1 0,18-15 0,-57 65 65,19-28 28,-292 363 349,21 36 546,281-410-907,-11 20 125,-22 49 0,35-72-145,0 0 1,0 0-1,0 0 0,0 0 1,0 0-1,1 0 0,-1 0 1,0 0-1,0 0 0,0 0 0,0 0 1,0 0-1,1 0 0,-1 0 1,0 0-1,0 0 0,0 0 1,0 0-1,0 0 0,0 0 1,1 0-1,-1 0 0,0 0 0,0 0 1,0 1-1,0-1 0,0 0 1,0 0-1,0 0 0,1 0 1,-1 0-1,0 0 0,0 0 0,0 0 1,0 1-1,0-1 0,0 0 1,0 0-1,0 0 0,0 0 1,0 0-1,0 1 0,0-1 1,0 0-1,0 0 0,0 0 0,0 0 1,0 0-1,0 0 0,0 1 1,0-1-1,4-1-57,1-1 0,-1 0 0,0 0 0,0 0 0,0 0-1,-1-1 1,1 0 0,4-3 0,36-36-11,65-81 0,-58 63 71,155-193-79,177-194-63,-381 445 127,0-1 0,0 1 0,0 0 0,1 0 0,-1 0 0,1 0 0,-1 0-1,1 1 1,0-1 0,5-1 0,-8 3 12,0 0 0,1 1 0,-1-1 0,0 1 0,1-1-1,-1 0 1,0 1 0,1-1 0,-1 1 0,0-1 0,0 1-1,0-1 1,0 1 0,1-1 0,-1 1 0,0-1 0,0 1-1,0-1 1,0 1 0,0-1 0,0 1 0,0 0 0,0-1 0,0 1-1,-1-1 1,1 1 0,0-1 0,0 1 0,0-1 0,0 1-1,-1-1 1,1 1 0,0-1 0,-1 0 0,1 1 0,-9 20-34,0-1 0,-13 21 0,-170 271 328,42-73 78,85-133-164,-90 159 463,146-248-533,6-13-89,1 0-1,-1 0 0,1 0 1,-1 0-1,1 1 0,1-1 1,-1 1-1,1-1 0,-1 1 1,1 0-1,1-1 0,-1 1 1,1 0-1,0 0 0,0 6 0,0-10-56,1-1-1,-1 0 0,0 1 0,0-1 0,1 0 0,-1 1 0,0-1 0,1 0 0,-1 0 0,0 1 0,1-1 0,-1 0 0,0 0 0,1 0 0,-1 1 0,0-1 0,1 0 0,-1 0 0,1 0 0,-1 0 0,1 0 0,-1 0 0,0 0 0,1 0 0,-1 0 0,1 0 0,-1 0 0,0 0 1,1 0-1,-1 0 0,1 0 0,-1-1 0,1 1 0,4 0-47,1-1 0,-1 0 0,0 0 1,0-1-1,0 1 0,0-1 1,0 0-1,0 0 0,0-1 0,-1 0 1,6-3-1,50-47-57,-45 38 86,132-141-37,135-184 0,-170 191 51,37-45 38,-121 164-8,-12 18-7,-13 15 2,-12 16 15,-205 304 380,134-209-246,-319 471 1616,391-573-1618,4-7-84,0 0-1,0 0 1,1 0-1,0 0 1,0 1-1,1-1 1,-1 1 0,1-1-1,0 1 1,-1 12-1,11-24-676,158-165-192,121-160 736,70-76-811,-348 401 851,-22 28 77,-201 249 330,70-91-238,-7 12 192,-164 215 1412,310-400-1718,0 0 1,0 0 0,1 0 0,0 1-1,0 0 1,-3 11 0,7-17-372,9-10-92,60-59-57,72-92-1,58-94 529,-116 143-170,24-31 64,-12 14 33,141-145 0,-227 265 37,-17 26 0,-53 82 79,-91 115-1,79-116-20,-285 390 1025,345-473-863,0 1 0,-11 23 0,23-41-225,1 0 1,0 0-1,0 1 0,0-1 0,-1 0 1,1 0-1,0 1 0,0-1 0,0 0 0,-1 0 1,1 1-1,0-1 0,0 0 0,0 0 1,0 1-1,0-1 0,0 0 0,0 1 0,0-1 1,0 0-1,0 1 0,0-1 0,0 0 1,0 0-1,0 1 0,0-1 0,0 0 0,0 1 1,0-1-1,0 0 0,0 1 0,0-1 1,0 0-1,1 0 0,-1 1 0,0-1 0,0 0 1,0 0-1,1 1 0,-1-1 0,22-16-578,399-450 21,-248 265 375,-111 129 123,240-253-124,-293 316 184,0 0-1,1 1 1,0 0 0,0 0 0,15-7-1,-25 14 4,0 1-1,1 0 1,-1-1-1,0 1 0,0 0 1,1 0-1,-1 0 0,0-1 1,1 1-1,-1 0 1,0 0-1,1 0 0,-1 0 1,0-1-1,1 1 0,-1 0 1,0 0-1,1 0 0,-1 0 1,1 0-1,-1 0 1,0 0-1,1 0 0,-1 0 1,0 0-1,1 0 0,-1 0 1,0 1-1,1-1 1,-1 0-1,0 0 0,1 0 1,-1 0-1,0 0 0,1 1 1,-1-1-1,0 0 0,1 0 1,-1 1-1,0-1 1,0 0-1,0 0 0,1 1 1,-1-1-1,0 0 0,0 1 1,0-1-1,1 0 0,-1 1 1,0-1-1,0 0 1,0 1-1,0 0 0,-1 3 0,1-1 0,-1 1 0,0-1-1,-1 1 1,1 0 0,-1-1 0,1 0 0,-4 5-1,-139 209 104,69-108 0,-142 202 212,-143 218 1401,348-510-1539,8-13-103,-1 0 0,1 0 0,0 1 0,1-1 0,0 1 0,0 0 1,0 0-1,1 0 0,0 1 0,-2 7 0,5-12-280,7-7-100,10-6 200,-1-2 1,0 1-1,-1-2 1,-1 0-1,1-1 1,21-27-1,-20 23 84,245-273-35,140-144-313,-360 398 328,-31 32-69,-10 13 50,-20 30-9,-341 452 457,76-117 922,278-364-1299,4-7-20,0 0-1,0 1 0,1-1 0,-1 1 1,1-1-1,-1 1 0,1 0 0,0-1 1,0 1-1,0 0 0,0 0 1,1 0-1,-1 0 0,1 3 0,7-10-649,41-36 529,-2-2 1,-2-2-1,38-49 1,-21 23 100,8-7 30,173-177-263,-235 247 230,-3 4-34,-1-1 0,1 1 1,0-1-1,0 1 0,0 0 0,1 1 0,-1-1 0,9-3 1,-13 6 63,0 0 0,0 0 0,1 0 0,-1 0 0,0 0 0,0 0 0,0 0 1,0 0-1,0 0 0,1 0 0,-1 0 0,0 0 0,0 0 0,0 0 0,0 0 1,1 0-1,-1 0 0,0 0 0,0 0 0,0 1 0,0-1 0,0 0 0,0 0 1,1 0-1,-1 0 0,0 0 0,0 0 0,0 0 0,0 0 0,0 1 0,0-1 1,0 0-1,0 0 0,1 0 0,-1 0 0,0 0 0,0 1 0,0-1 0,0 0 1,0 0-1,0 0 0,0 0 0,0 0 0,0 1 0,0-1 0,0 0 0,0 0 0,0 0 1,0 0-1,0 1 0,0-1 0,0 0 0,0 0 0,0 0 0,-1 0 0,1 0 1,0 1-1,0-1 0,0 0 0,0 0 0,0 0 0,0 0 0,0 0 0,0 0 1,-1 0-1,1 1 0,-1 11 33,0 1 1,-2-1 0,1 1-1,-1-1 1,-1 0-1,0 0 1,-1 0-1,-8 14 1,-62 99 389,40-69-218,-163 257 1660,198-312-1878,1-1 0,-1 0 1,0 0-1,1 0 0,-1 1 0,1-1 0,-1 0 0,1 0 0,-1 0 1,0 0-1,1 0 0,-1 0 0,1 0 0,-1 0 0,1 0 0,-1 0 1,1 0-1,-1 0 0,1 0 0,-1 0 0,0 0 0,1 0 0,-1-1 1,1 1-1,-1 0 0,1 0 0,-1-1 0,0 1 0,1 0 0,-1 0 1,0-1-1,1 1 0,-1 0 0,0-1 0,1 1 0,-1 0 0,0-1 1,0 1-1,0-1 0,1 0 0,55-53-237,95-122-1,-67 74 123,173-191-590,-251 287 708,-1 0-30,1-1 1,-1 1-1,1 0 0,1 1 0,-1-1 1,1 1-1,0 1 0,14-9 1,-16 13-110,-5 9 36,-3 8 120,0 0 1,-2 0 0,0 0-1,0 0 1,-14 27 0,-52 82 193,35-66-76,-242 393 1905,263-423-2013,15-30-20,0 0 0,1 0-1,-1 0 1,0 0 0,0 0-1,0 0 1,0 0-1,0 0 1,1 0 0,-1 0-1,0 0 1,0 0 0,0 0-1,0 0 1,0 0-1,1 0 1,-1 0 0,0 0-1,0 0 1,0 0 0,0 0-1,0 0 1,0 0 0,1 0-1,-1 1 1,0-1-1,0 0 1,0 0 0,0 0-1,0 0 1,0 0 0,0 0-1,0 0 1,0 1 0,0-1-1,0 0 1,1 0-1,-1 0 1,0 0 0,0 0-1,0 1 1,0-1 0,0 0-1,0 0 1,0 0-1,0 0 1,0 0 0,0 0-1,0 1 1,0-1 0,0 0-1,0 0 1,-1 0 0,1 0-1,0 0 1,0 1-1,0-1 1,0 0 0,0 0-1,0 0 1,0 0 0,0 0-1,0 0 1,0 0-1,-1 1 1,16-11-384,55-57 252,-3-2 0,74-100 0,-67 77 40,37-47-169,82-94 101,-171 216 118,-21 17 49,-1 0 0,0 0 0,0 0 0,1 0 0,-1 0 0,0 0 0,1 0 0,-1 0-1,0 0 1,0 0 0,1 1 0,-1-1 0,0 0 0,0 0 0,1 0 0,-1 0 0,0 0 0,0 1 0,0-1 0,1 0 0,-1 0 0,0 1 0,0-1 0,0 0 0,0 0 0,0 1-1,1-1 1,-1 0 0,0 0 0,0 1 0,0-1 0,0 0 0,0 0 0,0 1 0,0-1 0,0 0 0,0 1 0,0-1 0,0 0 0,0 0 0,0 1 0,0-1 0,0 0-1,-1 1 1,0 8 11,-1 0 0,0 1-1,-1-1 1,-6 14-1,-32 57 251,-83 124 0,90-150-204,-222 323 651,153-231 103,96-135-572,-38 56-24,41-59-352,7-7-52,28-31-302,71-92 308,141-221 1,-100 134 64,-119 179 95,-23 29 19,7-5-54,-11 23 67,-35 76 239,-3-2 0,-67 109 0,20-37 408,81-151-627,1 1 0,0-1 0,1 2 0,-6 19 1,11-33-43,0 1 1,0-1 0,0 0-1,0 1 1,0-1 0,1 0-1,-1 0 1,0 1 0,0-1-1,0 0 1,0 1 0,0-1-1,0 0 1,0 0 0,1 1-1,-1-1 1,0 0 0,0 0-1,0 1 1,0-1 0,1 0-1,-1 0 1,0 1 0,0-1-1,1 0 1,-1 0 0,0 0-1,0 0 1,1 0 0,-1 1-1,0-1 1,1 0 0,-1 0-1,0 0 1,0 0 0,1 0 0,-1 0-1,0 0 1,1 0 0,-1 0-1,0 0 1,1 0 0,-1 0-1,0 0 1,1 0 0,-1 0-1,0-1 1,0 1 0,1 0-1,18-6-312,2-6 264,-2-2 0,1 0-1,-2 0 1,0-2-1,-1-1 1,0 0 0,23-32-1,-9 12 36,79-96-114,33-38-203,-134 161 324,-8 8 7,0 0 0,1 0 0,-1 1 1,1-1-1,-1 1 0,1-1 0,0 1 0,-1 0 0,1-1 0,0 1 0,0 0 0,0 0 0,0 0 0,0 0 0,0 1 0,3-1 0,-5 1 10,1 1 0,0-1 0,-1 1 0,1-1 0,0 1-1,-1 0 1,1-1 0,-1 1 0,1 0 0,-1 0 0,1 0-1,-1-1 1,1 1 0,-1 0 0,0 0 0,0 0 0,1 0-1,-1 0 1,0 0 0,0-1 0,0 1 0,0 0-1,0 0 1,0 0 0,0 0 0,0 0 0,0 0 0,-1 0-1,1 0 1,-1 1 0,1 5 16,-6 354 873,6-360-1187,3-2 257,0-1 0,0 1 0,0-1 0,0 0-1,-1 0 1,1 0 0,0 0 0,-1-1-1,1 1 1,-1-1 0,0 0 0,0 1-1,0-1 1,2-4 0,2-1 1,17-23 18,6-9-256,2 2 1,44-43-1,-74 97-37,-18 283 1067,8-201-895,11-102 117,-1 0-1,1 0 0,0 1 1,0-1-1,0 0 0,0 1 1,1-1-1,-1 1 1,1 0-1,0 0 0,0 0 1,4-3-1,5-6-1,8-11 38,6-9-208,1 1 0,2 2 0,0 1 0,41-29 1,-69 56 190,-1 1 1,1-1 0,-1 0 0,1 1 0,0-1 0,-1 1-1,1 0 1,0-1 0,-1 1 0,1-1 0,0 1-1,-1 0 1,1-1 0,0 1 0,0 0 0,-1 0 0,1 0-1,0 0 1,0 0 0,0 0 0,-1 0 0,1 0 0,0 0-1,0 0 1,0 0 0,-1 0 0,1 0 0,0 1 0,0-1-1,-1 0 1,1 1 0,0-1 0,-1 0 0,2 2-1,-1 0 27,0 0 0,-1-1 0,1 1 0,-1 0 0,1 0 0,-1 0 0,0 0 0,0 0 0,0 0 0,0 0 0,0 0 0,0 0 0,-1 3 0,-2 10 198,-1 0 0,-10 26 0,-11 17 286,-2-2 1,-67 101-1,68-212-10495,7 36 2634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5:48.2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1036 22 6737,'-4'0'22681,"-18"-3"-21865,-10-3-704,1 1 0,-1 1 0,0 2 0,0 1-1,-36 4 1,0-2 111,48 0-220,-1 2 0,0 0 0,1 1 0,0 1-1,0 1 1,0 1 0,1 0 0,-22 13 0,-12 8 15,-75 54 1,94-56-31,2 1-1,1 2 1,2 0 0,1 2 0,1 2 0,1 0 0,2 1 0,2 2-1,-22 44 1,37-60-21,0 0 0,2 1 0,0-1 0,1 1 0,1 0 0,1 0 0,1 0 0,3 40 0,-2-21-35,1-35 62,0 1 0,0-1 1,1 1-1,-1-1 0,1 1 0,0-1 0,1 0 1,-1 0-1,1 0 0,0 0 0,0 0 0,1-1 1,-1 0-1,1 1 0,8 5 0,2 3-40,1-1-1,0 0 1,24 13-1,-20-15 35,1 0-1,0-2 1,1 0-1,0-1 0,0-1 1,0-1-1,1-1 1,0-1-1,0-1 1,0-1-1,0 0 1,0-2-1,0-1 1,0 0-1,-1-2 1,1 0-1,-1-2 1,0 0-1,34-16 0,-28 9 20,-21 9 4,0 0 0,1 1 0,-1 0 0,1 0 0,0 0-1,0 1 1,0 0 0,0 1 0,1-1 0,8 1 2431,-51-5-7327,-21 0-6109,25 6 1263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11.0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7 202 1632,'0'0'7143,"-7"-18"-395,8 10-6664,0-1 1,1 1-1,0 0 0,0 0 0,0 0 0,1 0 0,1 0 0,-1 0 1,1 1-1,5-9 0,6-5 8,31-38 0,-44 58-82,0 0 1,0 0 0,0 0-1,1 0 1,-1 1-1,0-1 1,0 1-1,0-1 1,0 1-1,1 0 1,-1 0-1,0 0 1,0 0-1,1 0 1,-1 0 0,0 1-1,3 0 1,0 0 11,-2-1-13,0 1-1,0-1 1,0 1-1,-1 0 1,1 0-1,-1 1 1,1-1 0,0 0-1,-1 1 1,0 0-1,1-1 1,-1 1-1,0 0 1,0 0 0,0 0-1,0 0 1,-1 1-1,1-1 1,0 0-1,-1 1 1,0-1 0,2 6-1,3 4 147,-1 0 0,-1 0-1,5 21 1,3 33 378,4 104 0,-12-104-369,-3-25-301,0-14 1785,12-57-1004,83-229-228,-96 257-416,1 0 1,-1 1-1,1-1 1,0 0-1,0 1 1,0-1-1,0 1 1,0-1-1,0 1 1,0-1-1,1 1 1,-1 0-1,0-1 1,1 1-1,-1 0 1,1 0-1,-1 0 1,1 0-1,0 0 1,-1 1-1,1-1 1,0 0-1,0 1 1,0-1-1,-1 1 1,1 0-1,0 0 1,0-1-1,0 1 1,0 0-1,-1 1 1,1-1-1,0 0 1,0 0-1,0 1 1,0-1-1,-1 1 1,1 0-1,0-1 1,-1 1-1,1 0 1,0 0-1,-1 0 1,1 0-1,-1 0 1,0 1-1,1-1 1,-1 0-1,0 1 1,1-1-1,-1 1 1,0-1-1,0 1 1,-1-1-1,1 1 1,0 0-1,0-1 1,0 3-1,11 22 304,-4-11-169,-1 1 0,0 0-1,-1 1 1,-1 0 0,-1-1-1,0 2 1,2 19 0,-5-14 172,2 1 0,8 31 1,-7-34-222,-2-10-30,1 0 0,0-1 0,0 1-1,1-1 1,8 16 0,-9-22-39,-1 0-1,1 0 0,0-1 1,0 1-1,0-1 1,0 1-1,0-1 0,1 0 1,0 0-1,-1-1 1,1 1-1,0-1 0,0 0 1,1 0-1,6 2 1,-29-6-2202,-14-4-3656,-1 0-4411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16.5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1604 1313 3673,'0'0'6221,"5"-1"-5334,-1-2-675,1 0 0,0 0 0,-1 0 0,1 0 0,-1-1 0,0 1 0,0-1 0,-1 0 0,1-1 0,-1 1 0,4-7 0,36-62 822,-39 65-975,-3 7-54,32-63 274,66-92 0,-98 153-302,1 1 0,0-1 0,0 1 0,0 0 0,0 0 1,0 0-1,1 0 0,-1 1 0,1-1 0,-1 0 0,1 1 1,-1 0-1,1 0 0,3-2 0,-5 3 12,1 1 0,-1-1-1,1 0 1,-1 0 0,0 0 0,1 1-1,-1-1 1,0 1 0,1-1 0,-1 1-1,0-1 1,1 1 0,-1 0-1,0 0 1,0 0 0,0-1 0,0 1-1,0 0 1,0 0 0,0 1 0,0-1-1,0 0 1,0 0 0,-1 0 0,1 1-1,0-1 1,-1 0 0,1 0 0,-1 1-1,1-1 1,-1 3 0,11 30 106,-1 0-1,-2 0 1,8 70 0,-6 113 262,-7-113-250,0-52-27,-1 6 116,-2-56-152,-1-8-9,-4-35-4,-108-552 579,106 563-605,5 9-837,17 36 154,-13-12 774,14 18-108,-1 1 0,0 0-1,-2 1 1,-1 0-1,-1 1 1,10 30-1,-3 5-247,17 92-1,-31-124 153,-1 0-1,-1 38 1,-2-62 203,-1-9-17,-6-24-94,-17-43 0,-2-10 44,-9-58 93,5-2-1,-13-183 1,43 325-136,0-30 71,3 17-261,-3 14 188,0 0-1,0 0 1,0 0-1,0 0 0,0 0 1,0-1-1,0 1 1,0 0-1,1 0 0,-1 0 1,0 0-1,0 0 1,0 0-1,0 0 0,1 0 1,-1 0-1,0 0 1,0-1-1,0 1 0,0 0 1,1 0-1,-1 0 1,0 0-1,0 0 1,0 0-1,0 0 0,1 0 1,-1 0-1,0 0 1,0 0-1,0 1 0,0-1 1,1 0-1,-1 0 1,0 0-1,0 0 0,0 0 1,0 0-1,1 0 1,-1 0-1,0 0 1,0 1-1,0-1 0,0 0 1,0 0-1,0 0 1,0 0-1,1 0 0,-1 1 1,23 25 10,-1 2 0,-2 1 0,27 47 0,-30-47 23,4 6 14,-1 2 0,-2 0 1,-2 1-1,-2 1 0,-1 0 0,-2 1 1,-1 0-1,-3 1 0,5 77 1,-10-74 42,0-33-38,-1 0 0,-1 1-1,0-1 1,-1 0 0,0 1 0,-4 16 0,5-27-29,-1 0-1,1 0 1,0 0-1,-1 0 1,1 0-1,-1-1 1,0 1 0,1 0-1,-1 0 1,1-1-1,-1 1 1,0 0 0,0-1-1,1 1 1,-1-1-1,0 1 1,0-1-1,0 1 1,0-1 0,0 0-1,0 1 1,0-1-1,1 0 1,-1 0-1,0 0 1,0 0 0,0 0-1,0 0 1,0 0-1,0 0 1,0 0 0,0 0-1,0 0 1,-2-1-1,0 0-14,1 0 0,-1 0 0,0 0 0,0 0 0,0-1-1,0 1 1,1-1 0,-1 0 0,1 1 0,-5-6 0,-7-10-4,1 0 0,0-2 1,1 1-1,1-2 0,1 1 0,1-2 1,-9-28-1,-2-14 123,-13-78-1,23 90-146,3-1-1,-2-81 1,10 133 9,-1 0 0,0-1 0,0 1 0,1 0 0,-1 0 0,0-1 0,0 1 0,1 0 0,-1 0 0,0 0 0,0-1 0,1 1 0,-1 0 0,0 0 0,1 0 0,-1 0 0,0 0 0,1 0 0,-1 0 0,0-1 0,1 1 0,-1 0 1,0 0-1,1 0 0,-1 0 0,0 0 0,1 1 0,-1-1 0,0 0 0,1 0 0,-1 0 0,0 0 0,1 0 0,-1 0 0,0 1 0,1-1 0,-1 0 0,0 0 0,1 1 0,14 6-209,-5 2 222,0 0-1,-1 1 1,0 0 0,-1 1 0,0 0 0,-1 0 0,0 1 0,-1-1 0,5 14-1,5 12 69,19 72 0,-26-73 1,-1 0 0,-2 0 0,-1 1 0,-3 0 0,-1 49 0,-2-72-1,0 0 0,-1 0-1,0 0 1,-1 0 0,-1 0-1,0 0 1,-1-1 0,0 0 0,-1 0-1,-1 0 1,0-1 0,-1 0 0,0 0-1,0-1 1,-1 0 0,-18 16 0,21-22-17,1 0 0,-2-1 0,1 0 0,0 0 0,-1 0 0,0-1 0,0 0 1,0 0-1,0-1 0,0 0 0,-1 0 0,1-1 0,0 0 0,-1 0 0,1-1 1,-1 0-1,1 0 0,-1 0 0,1-1 0,-1-1 0,1 1 0,-1-1 0,1 0 1,0-1-1,-11-5 0,2 0 2,1-1 0,1-1 1,0 0-1,0-1 0,1 0 0,0-1 1,1 0-1,0-1 0,1-1 1,-9-15-1,0-1-20,2-2-1,2 0 1,1-1-1,1-1 1,2 0 0,2-1-1,1 0 1,1 0 0,2-1-1,2 0 1,1 0-1,1 0 1,5-40 0,-2 66-36,0 0-1,1 1 1,0-1 0,1 1 0,0-1 0,0 1 0,1 0 0,0 0 0,1 1 0,6-10-1,-8 14-39,1 0-1,0 0 1,-1 0-1,1 0 1,1 1-1,-1 0 0,0 0 1,1 0-1,0 0 1,-1 1-1,1 0 0,0-1 1,0 2-1,1-1 1,-1 1-1,0 0 0,0 0 1,1 0-1,6 0 1,-6 2 31,0 0 0,-1 0 0,1 0 1,0 1-1,0 0 0,-1 0 0,1 0 1,-1 0-1,0 1 0,0 0 0,0 0 1,0 1-1,0-1 0,-1 1 0,1 0 1,-1 1-1,0-1 0,0 1 0,-1-1 1,1 1-1,2 6 0,5 7-37,0 1-1,-1 1 1,-2-1-1,12 36 1,-9-16 95,-2 1-1,-2 0 1,-1 1 0,-2 0 0,-3 72 0,-3-86-7,0 0 0,-2 0 1,-1-1-1,-1 1 1,-1-1-1,-2 0 1,0-1-1,-2 0 1,-21 38-1,24-52 1,1 0-1,-2 0 0,0-1 0,0 0 1,0-1-1,-1 0 0,-1 0 1,1-1-1,-2-1 0,-12 8 1,19-13-23,0 1 1,0-1 0,0 0-1,0-1 1,-1 1 0,1-1 0,0 0-1,-1 0 1,1-1 0,0 0 0,-1 1-1,1-2 1,-1 1 0,1-1 0,0 0-1,-1 0 1,1 0 0,0-1 0,0 0-1,0 0 1,0 0 0,0-1 0,0 1-1,0-1 1,1 0 0,0 0-1,-1-1 1,-3-4 0,-4-6 0,0-1 1,0 0-1,2-1 1,0-1-1,1 1 1,0-2-1,2 1 1,0-1-1,1 0 1,0 0-1,2-1 1,-4-28-1,-1-27 51,2-133 0,7 207-54,0-50-10,2 0-1,11-65 0,-10 99-51,0 1-1,2-1 1,0 0-1,0 1 0,1 0 1,1 1-1,1-1 1,0 1-1,0 1 1,2-1-1,11-12 1,-18 22 8,0 1 1,1-1 0,0 1-1,0 0 1,0 0 0,0 0-1,0 0 1,1 1 0,-1 0-1,1-1 1,0 2 0,0-1-1,-1 1 1,1-1 0,0 1-1,0 1 1,0-1 0,0 1-1,0-1 1,0 2 0,1-1-1,-1 0 1,0 1 0,5 2-1,-1-1 18,-1 2 0,0-1-1,0 1 1,0 1-1,-1-1 1,1 1-1,-1 0 1,0 1-1,-1 0 1,0 0-1,1 1 1,8 12-1,2 6-57,-1 1-1,-1 0 1,-1 1-1,-1 1 1,-2 0-1,-1 0 0,10 45 1,-11-28 63,-2 1 1,-2 0 0,-2 0 0,-4 60-1,-1-74 138,-2-1 0,-2 1 1,-1-2-1,-1 1 0,-1-1 0,-23 51 0,23-62 17,-1 0-1,-1-1 1,0 0 0,-1 0 0,-1-1 0,-1-1-1,0 0 1,-2-1 0,1-1 0,-32 23-1,40-33-78,1 0-1,-1 0 1,0-1 0,1 0-1,-1 0 1,-1-1-1,1 1 1,0-2-1,-1 1 1,1-1-1,-1 0 1,1-1-1,-1 1 1,1-2-1,-1 1 1,1-1 0,-15-3-1,13 1-36,1-1 0,-1 0 0,1 0 0,0-1 0,1 0-1,-1 0 1,1-1 0,0 0 0,0 0 0,1 0 0,0-1 0,0 0 0,1-1 0,-9-13 0,-8-18 22,3 0 0,1-1 1,-22-73-1,-22-132 100,59 233-121,-19-87 36,5-1 0,3-1 1,1-116-1,13 208-73,0 1-1,0 0 1,1 0-1,0 0 1,1 0-1,0 0 1,0 0-1,1 0 1,0 1-1,0-1 1,1 1-1,-1-1 1,2 1-1,-1 1 1,1-1-1,0 1 1,0-1-1,1 1 1,0 1-1,0-1 1,1 1-1,-1 0 1,1 1-1,0-1 1,0 1-1,0 1 1,1 0-1,-1 0 1,1 0-1,0 1 1,0 0-1,9-2 1,3 3-40,-1 0-1,1 1 1,-1 1 0,1 1 0,-1 0-1,0 2 1,1 0 0,-2 1 0,1 1 0,-1 1-1,0 1 1,0 0 0,-1 1 0,0 1 0,0 0-1,-1 2 1,24 21 0,-23-17 15,0 1 0,-1 0 0,-1 2 0,-1-1 0,-1 2 0,0 0 0,-1 0 0,-1 1 0,-1 1 0,-1 0 0,-1 0 0,-1 0 0,-1 1 0,4 34 0,-8-32 148,0 0 1,-2 0-1,-1 0 0,-1 0 1,-1 0-1,-1 0 1,-1 0-1,-1-1 1,-16 40-1,16-50 38,0 0 0,-1-1 0,-1 1 1,0-1-1,-1-1 0,-1 1 0,0-2 0,0 1 0,-1-1 1,0-1-1,-1 0 0,0-1 0,-1 0 0,0-1 0,0 0 1,-29 11-1,32-15-110,-1 0 1,0-1-1,-1 0 0,1-1 1,0 0-1,-1-1 1,0 0-1,1-1 0,-1 0 1,1-1-1,-1 0 1,1-1-1,0 0 1,-1-1-1,1 0 0,0-1 1,0 0-1,1-1 1,-1 0-1,1 0 0,0-1 1,1-1-1,-1 0 1,-14-14-1,4-3-21,0 0 1,2-1-1,1-2 0,1 1 0,2-2 1,0 0-1,-15-49 0,9 15 44,3-1 0,-14-106 0,24 125-81,3 1 0,1-1 0,3 0-1,8-82 1,-7 121-24,0 0 1,0 0-1,1 0 0,0 0 0,-1 0 1,1 0-1,1 1 0,-1-1 0,1 1 1,0-1-1,0 1 0,0 0 0,1 0 1,-1 0-1,1 1 0,0-1 1,0 1-1,0 0 0,1 0 0,-1 0 1,6-2-1,-6 3-8,1 1 1,0 0-1,0 0 0,0 0 1,0 1-1,0-1 0,0 1 1,0 0-1,0 1 1,0-1-1,0 1 0,0 0 1,0 0-1,0 1 1,0-1-1,-1 1 0,1 0 1,-1 0-1,1 1 0,-1-1 1,0 1-1,5 4 1,7 6 45,-2 1-1,0 0 1,0 1 0,-2 1 0,0 0 0,0 0 0,-2 2 0,0-1 0,-1 1 0,9 24 0,-6-9 62,-1 0 0,-2 1-1,-1 0 1,-2 0 0,3 43 0,-8-52 5,-1 0 0,-2 0 0,0 0 1,-2 0-1,0-1 0,-2 1 0,0-1 0,-2 0 1,-14 30-1,14-38 41,0-1 0,0 0 0,-1-1 0,-1 0 0,-1 0 0,0-1 0,0-1 1,-1 0-1,-1 0 0,0-1 0,-1-1 0,0 0 0,0-1 0,-25 12 0,32-18-76,0 0 0,0-1 0,0 1 0,0-1 0,0-1-1,0 1 1,0-1 0,-1 0 0,1-1 0,-1 0 0,1 0 0,0 0-1,-1-1 1,1 0 0,0-1 0,0 0 0,-1 0 0,1 0 0,1-1-1,-1 0 1,0 0 0,1-1 0,-1 0 0,1 0 0,0 0 0,1-1-1,-1 0 1,1 0 0,0 0 0,0-1 0,0 0 0,1 0 0,0 0-1,-6-12 1,-11-22 4,3 0-1,0-1 0,3-1 0,2 0 0,1-1 1,-8-68-1,12 45-37,2-1 1,4-1-1,11-113 1,-6 159-29,0 0-1,2 0 1,0 1 0,2-1 0,0 2 0,12-24 0,-15 36-16,-1 1 0,2-1 1,-1 1-1,1 0 0,0 0 0,1 0 1,-1 1-1,1 0 0,0 0 1,1 0-1,0 1 0,0 0 0,0 0 1,0 1-1,1 0 0,-1 0 0,1 1 1,12-4-1,-14 6 24,1 1 0,-1-1 0,0 1 0,0 0 0,0 1 0,0 0 0,1 0 0,-1 0 0,0 0 0,0 1 0,-1 0 0,1 1 0,0-1 0,-1 1 0,1 0 0,-1 0 0,0 1 0,0 0 0,0-1 0,-1 2 0,1-1 0,-1 0 0,0 1 0,0 0 0,3 6 0,6 7 25,-1 2 1,-1-1 0,-1 2 0,0-1 0,11 39-1,-10-18 51,-1 0 0,-2 1-1,-2 0 1,-2 0 0,-1 1-1,-3-1 1,-1 1 0,-2-1-1,-13 61 1,10-72 99,-2-1 0,-1 0 0,-1-1 1,-2 0-1,0-1 0,-2 0 0,-2-1 0,0-1 0,-1 0 0,-2-1 1,-1-1-1,-1-1 0,-36 33 0,48-50-100,1 0 0,-1 0 0,0-1 0,-1 0 0,1-1 1,-1 0-1,-15 5 0,20-8-43,0 0 1,0 1 0,-1-2-1,1 1 1,0-1-1,-1 0 1,1 0 0,0 0-1,0 0 1,-1-1-1,1 0 1,0-1 0,0 1-1,0-1 1,0 0-1,-7-3 1,6 0-5,1 1 1,-1-1-1,1 0 1,0 0-1,1-1 1,-1 1-1,1-1 1,1 0-1,-1 0 1,1-1-1,-4-9 1,-3-11 5,-12-48 1,5-18 46,4-1 0,4-1 0,5 1 0,8-122 0,-2 170-70,2-1 0,3 2 0,19-77 0,-21 105-46,1 0 0,0 0 0,2 1 0,0 0 0,0 0 0,2 1-1,0 0 1,1 1 0,0 0 0,1 0 0,0 1 0,19-14 0,-27 24 8,0-1-1,1 1 1,0-1 0,-1 1 0,1 1 0,0-1 0,0 1 0,0 0 0,1 0-1,-1 0 1,1 1 0,-1 0 0,1 0 0,-1 0 0,1 1 0,-1 0 0,1 0-1,10 1 1,-11 1 38,-1 0-1,1 0 0,-1 0 0,1 1 1,-1 0-1,0-1 0,0 1 0,0 1 1,-1-1-1,1 1 0,-1-1 1,0 1-1,0 0 0,0 0 0,0 0 1,-1 1-1,1-1 0,-1 1 0,0-1 1,-1 1-1,3 7 0,5 27 40,-1 0-1,-3 0 1,0 1-1,-3 0 0,-5 72 1,2-67 161,-2 0 1,-2 0-1,-3 0 0,-1-1 1,-2 0-1,-2-1 0,-2 0 0,-1-1 1,-3-1-1,-1 0 0,-2-2 1,-2 0-1,-46 56 0,47-67 266,-1-2 0,-32 29 0,49-49-394,-1 0 0,0 0 0,0 0 0,-1-1 0,0 0 0,0-1 0,0 0 0,0 0 0,-1-1 0,1 0 0,-1-1 0,-16 2 0,23-3-43,0-1 1,0 0-1,1 0 0,-1 0 0,0-1 1,0 1-1,0-1 0,1 0 0,-1 0 1,0 1-1,1-2 0,-1 1 0,1 0 1,-1 0-1,1-1 0,0 0 0,-1 1 0,1-1 1,0 0-1,0 0 0,-2-3 0,-2-4-19,1 0 0,0 0 0,0 0-1,-5-18 1,8 23 18,-10-32 0,2 0 0,1 0 0,2 0 0,-3-45 0,1-151 37,8 172-37,1 27 6,-2-42-158,13-125 0,-8 182 101,1 1 1,1 1 0,0-1 0,1 1-1,1 0 1,1 0 0,0 1 0,1 0-1,0 0 1,17-18 0,-17 22-23,0 0 0,1 1 0,1 1 0,-1 0 0,1 0 0,1 1 0,0 0 0,0 1 0,1 1 0,-1 0 0,1 0 0,23-5 0,-30 9 36,0 0 1,0 1-1,0 0 0,1 1 1,-1-1-1,0 1 0,0 1 1,1-1-1,-1 1 0,0 0 1,0 0-1,0 1 0,0 0 1,0 0-1,0 0 0,0 1 1,-1-1-1,1 1 0,-1 1 1,0-1-1,0 1 0,0 0 1,0 0-1,-1 1 0,1-1 1,-1 1-1,0 0 0,-1 0 1,1 0-1,-1 1 0,4 8 1,2 8 7,-1 0 0,0 1 0,-2 0 0,-1 0 0,-1 0 0,0 1 1,-1 29-1,-1-6 26,-3 0 1,-2 0-1,-1 0 0,-3-1 1,-2 0-1,-22 69 1,19-79 270,-2-2 0,-1 1 0,-2-2 0,-1 0 0,-2-1 0,-1-1 1,-1-1-1,-1-1 0,-30 28 0,39-44-32,0 0 0,-1-1 1,-1-1-1,-26 15 0,38-23-222,0-1 0,-1 0 0,1 0 0,-1 0 0,0 0 0,1-1 0,-1 0 0,0 0 0,0 0 0,0-1 0,0 1 0,0-1 0,0 0 0,0-1 0,0 1 0,0-1 0,0 0 0,0 0 0,1 0 0,-1-1 1,0 0-1,1 0 0,-8-4 0,5-1-30,-1 0 0,1 0 0,0 0 0,1-1 0,0-1 1,0 1-1,0-1 0,1 0 0,1 0 0,0 0 1,-4-11-1,-7-24 28,-10-49 1,24 86-9,-10-58 40,2 0 0,4-1 0,3-92 0,2 123-30,1 5-33,0 1 0,2 0 1,2-1-1,0 1 0,2 1 1,1-1-1,13-28 0,-15 42-68,0 1 0,2 0-1,-1 1 1,2 0 0,-1 0-1,2 0 1,0 1 0,0 1-1,1 0 1,1 0 0,-1 1-1,2 1 1,-1 0 0,2 0-1,14-7 1,-20 12-8,1 1 1,0-1-1,0 1 0,0 1 1,1 0-1,-1 0 0,0 1 1,1 0-1,-1 0 1,1 1-1,0 1 0,-1-1 1,1 2-1,-1-1 0,0 1 1,1 1-1,-1-1 0,0 2 1,-1-1-1,1 1 1,12 7-1,-10-3 43,0 1-1,-1-1 1,0 2-1,0-1 1,-1 1 0,0 1-1,-1 0 1,0 0 0,-1 0-1,0 1 1,-1 0 0,0 1-1,-1-1 1,5 18 0,-3-3 82,-2 0 0,-1 0 1,0 0-1,-2 1 0,-2-1 1,0 1-1,-2-1 0,0 0 1,-2 1-1,-2-1 1,0-1-1,-1 1 0,-2-1 1,-1 0-1,-20 38 0,5-19 344,-2 0-1,-3-1 0,0-2 1,-3-2-1,-2 0 1,-1-3-1,-55 45 0,74-67-126,-2-1 0,0-1 0,-39 21 0,49-30-198,0 0 0,-1-1-1,1 0 1,-1 0 0,0-1 0,0 0 0,1-1 0,-1 0-1,0-1 1,0 0 0,-13-1 0,17 0-51,0-1 1,0 1-1,1-1 0,-1 0 1,1 0-1,-1-1 0,1 0 1,0 0-1,0 0 0,0 0 1,0-1-1,1 0 0,-1 0 1,1 0-1,0 0 0,0-1 1,1 1-1,-1-1 0,1 0 1,-5-10-1,-2-8-12,1-1 1,1 0-1,-9-42 1,16 63 21,-14-72 1,-9-141 1,17-78-13,7 259-8,-1-4 1,2 1-1,7-46 1,-5 70-7,0 0 0,1 0 0,0 1 1,1 0-1,0 0 0,1 0 0,1 0 1,0 1-1,16-20 0,-11 18-36,0 1-1,1 1 0,0 0 1,1 0-1,0 2 1,1 0-1,0 0 1,1 1-1,0 1 0,0 1 1,19-6-1,-25 10 30,0 0-1,0 0 0,1 1 1,-1 0-1,1 1 1,-1 1-1,1-1 0,0 2 1,-1-1-1,1 1 0,-1 1 1,1 0-1,-1 1 0,0-1 1,0 2-1,0 0 0,0 0 1,-1 1-1,0 0 1,14 9-1,-11-3-10,0 0 0,-1 0 0,-1 1 1,0 0-1,0 1 0,-1 0 0,-1 0 1,0 1-1,-1 0 0,-1 0 0,0 1 0,7 27 1,-3 0-68,-2 0 0,-2 1 0,1 66 0,-6-73 94,-2 0 1,-1 0 0,-1 0 0,-3 0 0,-1-1-1,-1 0 1,-2 0 0,-1-1 0,-19 39 0,6-25 187,-1 0 0,-3-2 0,-45 58 1,56-83 95,0-1 1,-2-1-1,0 0 0,-1-1 1,-1-1-1,-1-2 1,0 0-1,-41 21 0,52-32-197,0 1-1,-1-1 1,0-1-1,1 0 1,-1-1-1,0 0 0,0-1 1,0 0-1,0-1 1,-15-2-1,22 2-74,1-1 0,-1 1 0,1-1 0,0 0 1,0-1-1,-1 1 0,1-1 0,0 0 0,0 0 0,1 0 0,-1 0 0,0-1 0,1 0 0,-1 0 0,1 0 0,-5-5 0,2-1-19,0 1 0,1-2-1,0 1 1,1-1-1,0 1 1,-3-12-1,-2-6 16,2-1 0,1 0 0,-3-52 0,4-89 74,5 115-87,2 0 0,3 1 0,13-61 0,-12 88-35,1 1 0,1 0 0,2 1 0,0-1 1,2 2-1,0 0 0,2 0 0,28-35 0,-19 30-74,1 1 0,2 2 0,1 1 0,0 0 0,2 3 0,1 0 0,50-26 0,-61 37 3,1 1-1,0 1 1,1 1 0,0 1-1,0 0 1,0 2-1,1 0 1,0 2 0,-1 0-1,1 1 1,0 2 0,0 0-1,42 8 1,-50-5 59,0 0 1,0 1 0,-1 1-1,0 0 1,0 0-1,0 2 1,-1 0 0,0 0-1,0 1 1,-1 0 0,0 1-1,-1 0 1,0 1-1,9 13 1,-9-9 0,0 0 0,-1 1 0,0 0 0,-2 0 0,0 1 1,0 0-1,-2 1 0,0-1 0,-1 1 0,-1 0 0,2 21 0,-5-6 85,-1 1 0,-1-1 0,-2 0 0,-2 0 0,0-1 0,-2 0 0,-2 0 0,-1 0 0,-1-1 0,-2-1 0,-1 0 0,-1-1 0,-28 37 0,21-33 239,-2-2 0,-1-1 1,-2-2-1,0 0 0,-2-2 0,-1-1 0,-1-1 0,-1-2 0,-1-1 1,-72 31-1,90-45-124,-1-1 0,0-1 0,0-1 0,0 0 0,-31 1 0,41-4-114,0-1 1,0 0-1,0-1 1,1 1-1,-1-1 1,0-1-1,1 1 0,-1-1 1,1 0-1,-1-1 1,1 1-1,0-1 1,0-1-1,0 1 1,0-1-1,1 0 1,-9-8-1,6 2-17,0 0 0,1 0 0,1 0 0,0-1-1,0 0 1,1-1 0,1 1 0,0-1 0,0 0 0,1 0 0,-3-23-1,1-16 8,3-80 0,2 91-12,0 8-15,1 0 1,1 0-1,13-59 0,-9 73-7,0 0 0,0 0 1,2 1-1,0 0 1,1 0-1,1 1 0,0 0 1,14-15-1,-9 13-56,1 0 0,1 0 0,1 1 0,0 2 0,1 0 0,1 0-1,0 2 1,1 1 0,0 0 0,38-14 0,-40 20 24,0 1-1,0 0 1,0 2-1,1 0 1,-1 1-1,1 1 1,0 1-1,0 0 1,-1 2 0,1 0-1,-1 1 1,0 1-1,33 12 1,-29-7 68,0 1-1,-1 2 1,-1 0 0,0 1 0,0 1 0,-2 1 0,0 1 0,0 1 0,-2 0 0,0 1 0,-1 1 0,-1 1-1,0 0 1,-2 1 0,0 0 0,-2 1 0,0 0 0,-2 1 0,0 0 0,-1 1 0,-2 0 0,0 0 0,-2 0-1,-1 1 1,0 0 0,-2-1 0,-2 31 0,-1-43 64,0 1-1,0-2 1,-1 1-1,-1 0 1,0-1-1,0 1 1,-1-1-1,-1 0 1,1-1-1,-2 1 1,0-1-1,0-1 1,-1 1 0,0-1-1,0 0 1,-1-1-1,0 0 1,-1-1-1,0 1 1,0-2-1,0 0 1,-1 0-1,0 0 1,0-2-1,-1 1 1,1-2-1,-1 1 1,0-1-1,0-1 1,0 0 0,0-1-1,0-1 1,0 1-1,-16-3 1,25 2-151,-1-1 0,1 1-1,0-1 1,0 0 0,0 0 0,0 0 0,0-1 0,0 1 0,1 0 0,-1-1 0,0 0 0,1 0 0,-1 0 0,1 0 0,-1 0-1,1 0 1,0-1 0,0 1 0,0-1 0,0 0 0,1 1 0,-1-1 0,1 0 0,-1 0 0,1 0 0,0 0 0,0 0 0,-1-6 0,1 0-421,-1 0 1,2-1 0,-1 1 0,1-1 0,1 1 0,-1 0 0,2-1 0,3-14 0,16-19-4512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18.2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632 11 8122,'0'0'11760,"-27"-3"-8864,-4-1-2336,-1 2 0,1 1 1,0 1-1,-42 6 0,55-2-480,0 0 0,1 1 0,-1 0 1,1 2-1,0 0 0,1 1 0,-1 1 1,2 0-1,-1 1 0,1 1 0,-14 13 1,10-7-55,1 0 1,1 1 0,1 1 0,1 0 0,0 1 0,2 1 0,-20 40-1,24-37-12,0 0 0,2 1-1,1 0 1,1 0 0,-3 44 0,5-7 18,6 77 0,-2-133-32,-1 1 1,1-1-1,1 1 0,-1-1 1,1 0-1,1 0 0,-1 0 1,1 0-1,0 0 0,0-1 0,0 1 1,1-1-1,7 8 0,-3-4 5,0-2 0,1 1-1,0-1 1,1 0 0,-1-1-1,1 0 1,11 5 0,11 2 32,0-1 1,1-2-1,0-1 1,40 5-1,14-1 785,159 1-1,-245-14-479,-1-1-308,0 1 1,1 0-1,-1-1 1,1 1-1,-1 0 1,1-1-1,-1 1 1,0 0 0,1 0-1,-1-1 1,1 1-1,-1 0 1,1 0-1,-1 0 1,1 0-1,-1 0 1,1 0-1,-1-1 1,1 1-1,0 0 1,-1 1-1,1-1 1,-1 0-1,1 0 1,-1 0-1,1 0 1,-1 0-1,1 0 1,-1 1-1,1-1 1,8 1 1384,-13-8-1392,-2 1-1127,0-1-1,0 0 0,1 0 0,0-1 0,-5-10 0,-18-25-7051,10 26 1798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19.7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54 4065,'0'0'7376,"19"-1"-5211,-14-5-1328,30-31 1575,-35 36-2399,1 1 1,-1-1 0,1 0-1,0 1 1,-1-1-1,1 0 1,0 1-1,0-1 1,0 1-1,0-1 1,-1 1-1,1-1 1,0 1-1,0 0 1,0 0 0,0-1-1,0 1 1,0 0-1,0 0 1,0 0-1,0 0 1,0 0-1,0 0 1,0 0-1,0 0 1,0 1-1,-1-1 1,1 0 0,0 0-1,0 1 1,0-1-1,0 1 1,0-1-1,0 1 1,-1-1-1,1 1 1,0-1-1,0 1 1,-1 0-1,1-1 1,0 1-1,0 1 1,5 10 133,0 0-1,-1 1 1,-1 0 0,0 0-1,-1 0 1,2 14 0,7 81 486,-11 105 880,-7-172-906,6-40-554,0-15-343,-1-21 323,3 1-1,7-48 0,-6 67-55,1 1 0,0-1 0,1 1 0,0 1 0,1-1 0,1 1 0,0 0 0,12-16 0,-19 28 7,1 1 1,-1-1-1,0 1 0,1-1 1,-1 1-1,0-1 1,1 1-1,-1 0 0,1-1 1,-1 1-1,0-1 1,1 1-1,-1 0 0,1 0 1,-1-1-1,1 1 1,0 0-1,-1 0 0,1 0 1,-1-1-1,1 1 1,-1 0-1,1 0 1,-1 0-1,1 0 0,0 0 1,-1 0-1,1 0 1,-1 0-1,1 0 0,-1 0 1,1 1-1,0-1 1,-1 0-1,1 0 0,-1 1 1,1-1-1,-1 0 1,1 0-1,-1 1 0,1-1 1,-1 0-1,0 1 1,1-1-1,-1 1 0,1-1 1,-1 1-1,0-1 1,1 1-1,-1-1 0,0 2 1,14 26 53,-13-27-40,14 48 366,-3 0-1,11 77 1,-3-10 332,-11-81-155,-6-34-1578,-2-20-3543,-1 4-1760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20.5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459 114 7034,'0'0'7648,"0"-19"-6528,0-35-256,0 13 2616,-45 41 1786,42 1-5235,-1-1-1,1 0 1,0 1 0,0 0 0,0 0-1,-1 0 1,1 0 0,0 0-1,0 1 1,1-1 0,-1 1-1,0 0 1,0 0 0,1 0-1,-1 0 1,1 0 0,-3 4-1,-34 49-75,29-38 85,-23 41 64,3 0 1,-42 116-1,-23 136 508,30-4 42,58-247-506,2-1 0,3 2-1,6 78 1,-3-128-130,1 0 1,0-1 0,0 1 0,1 0 0,0-1-1,0 0 1,1 0 0,1 0 0,-1 0 0,2 0-1,-1-1 1,1 0 0,0 0 0,1-1-1,-1 0 1,2 0 0,-1 0 0,1-1 0,0 0-1,0 0 1,0-1 0,18 8 0,-25-13-18,0 1 0,0-1 1,-1 1-1,1-1 0,0 1 1,0-1-1,0 0 0,0 1 1,0-1-1,0 0 1,0 0-1,0 0 0,-1 0 1,1 0-1,0 0 0,0 0 1,0 0-1,0 0 0,0 0 1,0 0-1,0-1 0,0 1 1,0 0-1,0-1 0,-1 1 1,1 0-1,0-1 0,0 1 1,0-1-1,-1 0 0,1 1 1,0-1-1,-1 0 0,1 1 1,0-2-1,2-34-2778,-4 19 899,1-63-9171,0 44 1649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21.1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0 671 9754,'0'0'6568,"13"-29"-5756,-5 11-649,15-34 370,-3-1 1,14-58-1,19-165 1455,-31 151-1291,-23 125-696,1 0 0,0 0 0,0 0 0,0-1 0,0 1 0,0 0 0,0 0 0,0 0 0,0 0 0,0-1 0,0 1 0,0 0 0,0 0 0,0 0 0,0 0 0,0-1 0,0 1 0,0 0 0,0 0 0,0 0 0,0 0 0,0-1 0,0 1 0,0 0 0,0 0 0,0 0 0,0 0 0,0-1 0,0 1 0,0 0 0,0 0 0,0 0 0,1 0 0,-1 0 0,0-1 1,0 1-1,0 0 0,0 0 0,0 0 0,0 0 0,1 0 0,-1 0 0,0 0 0,0 0 0,0 0 0,0 0 0,1-1 0,-1 1 0,0 0 0,0 0 0,0 0 0,0 0 0,1 0 0,-1 0 0,0 0 0,0 0 0,0 0 0,0 1 0,1-1 0,-1 0 0,0 0 0,0 0 0,0 0 0,0 0 0,1 0 0,5 16 8,3 27 26,17 535 1601,-30-535-1385,2-29-217,1-20-300,3-23 184,0 0 0,3 0 1,0 0-1,12-38 0,46-113 71,-55 160-68,17-48-54,59-111-1,-83 177 113,-1 1 0,1-1 0,0 1 0,0-1 1,0 1-1,0-1 0,0 1 0,0 0 0,1-1 0,-1 1 0,0 0 0,1 0 0,-1 0 0,1 0 0,-1 0 0,1 0 1,0 1-1,-1-1 0,4-1 0,-4 2 20,1 1 1,-1-1-1,1 0 1,-1 0-1,0 1 0,1-1 1,-1 1-1,0-1 1,1 1-1,-1-1 1,0 1-1,0 0 0,0 0 1,0 0-1,1 0 1,-1 0-1,0 0 1,0 0-1,1 1 0,5 8 86,-1 1-1,1-1 0,-2 1 0,8 18 1,-8-17-33,57 143 903,-55-132-962,-1 1 1,-1-1-1,-1 1 0,-1-1 0,0 26 0,-3-49-68,0 0 1,0 1-1,-1-1 1,1 0-1,0 0 1,0 1-1,0-1 1,0 0-1,-1 0 1,1 0-1,0 0 1,0 1-1,-1-1 1,1 0-1,0 0 1,0 0-1,-1 0 1,1 0-1,0 0 1,0 0-1,-1 0 1,1 0-1,0 0 1,0 1-1,-1-1 1,1 0-1,0-1 1,0 1-1,-1 0 1,1 0-1,0 0 1,-1 0-1,1 0 1,0 0-1,0 0 1,-1 0-1,1 0 1,0 0-1,0-1 1,0 1-1,-1 0 1,1 0-1,0 0 1,0-1-1,0 1 1,-1 0-1,1 0 1,0 0-1,0-1 1,0 1-1,-14-10-2597,0-14-3594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21.7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341 115 5049,'0'0'8945,"5"-8"-8740,61-87 3037,-66 94-3135,0 1 0,0-1 0,1 0 0,-1 1-1,0-1 1,1 1 0,-1-1 0,1 0 0,-1 1 0,1-1 0,-1 1-1,1-1 1,-1 1 0,1 0 0,-1-1 0,1 1 0,0-1 0,-1 1-1,1 0 1,-1 0 0,1-1 0,0 1 0,0 0 0,-1 0 0,1 0-1,0 0 1,-1 0 0,1 0 0,1 0 0,16 14 785,5 30-494,-16-28-296,-1 1 1,-1 0 0,0 0 0,-2 1-1,0-1 1,0 1 0,-2-1 0,0 1-1,-1 0 1,-1 0 0,-1-1 0,-6 27-1,2-20-33,-1 0 0,-2-1-1,-1 0 1,0 0 0,-2-1-1,0-1 1,-1 0 0,-23 27-1,7-12 27,-2-1 1,-57 49-1,74-72-86,0-1 1,-1 0 0,0-1 0,-1-1-1,0 0 1,0-2 0,-1 1 0,0-2-1,-30 8 1,45-14-25,1 1-1,-1-1 0,1 1 0,-1-1 1,1 0-1,-1 0 0,0 0 1,1 0-1,-1 0 0,1 0 1,-1 0-1,0 0 0,1 0 1,-1-1-1,1 1 0,-1-1 1,1 1-1,-1-1 0,1 0 1,0 1-1,-1-1 0,-1-1 1,2-1-15,0 1 0,0-1 0,1 1 0,-1-1 0,0 1 0,1-1 0,0 0 0,-1 0 0,1 1 0,0-1 0,1-3 0,-1 0-7,1-1-1,0 1 1,0 0-1,1 0 1,0 0 0,0 1-1,0-1 1,1 0-1,-1 1 1,1-1 0,1 1-1,-1 0 1,1 0-1,0 0 1,0 1 0,0-1-1,1 1 1,-1 0-1,1 0 1,0 0 0,0 1-1,1 0 1,-1 0 0,12-4-1,0 0 4,0 0 0,0 2 0,1 0-1,-1 1 1,1 1 0,0 1 0,29-1 0,-32 4 76,0 1-1,0 0 1,0 1 0,0 1 0,0 0-1,-1 1 1,0 1 0,0 0 0,19 11 0,-10-5-47,0-1 0,28 8 1,-41-18-1647,-25-1-15814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22.7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193 1 6041,'0'0'12386,"7"11"-11508,26 39-249,-3 1 0,-2 2 0,-2 1 0,-3 1-1,-2 1 1,-3 1 0,13 63 0,-8 13-135,-5 1 1,0 175-1,-19-178 361,-25 185-1,17-260-599,-2 0 1,-3-2-1,-2 0 0,-2 0 0,-47 92 1,52-118-59,11-22-94,0 0 0,0 0 0,-1-1 1,0 1-1,0-1 0,0 1 0,-1-1 0,1 0 0,-1 0 0,-1 0 0,-6 5 1,10-10 282,-1 0-276,0 0-1,0 0 0,0 0 1,0 0-1,-1-1 0,1 1 1,0-1-1,0 1 0,0-1 1,0 0-1,0 0 1,0 0-1,-3-2 0,-4-2-697,0 1-1,0 0 1,-1 0 0,1 1-1,-1 0 1,0 1-1,0 0 1,-12 0 0,-47 0-7575,63 2 7164,-39 0-9922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25.2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679 1 5801,'0'0'10478,"0"2"-9784,-7 7 6402,-32-9-6866,0 2-1,0 2 0,1 1 1,0 2-1,0 2 0,1 1 1,0 2-1,0 1 1,-63 34-1,71-31-175,1 0 0,-50 41 0,70-51-36,1 1-1,-1 1 0,2-1 0,-1 1 1,1 0-1,0 1 0,1 0 0,-1 0 1,2 0-1,0 0 0,0 1 1,0 0-1,-3 18 0,1 12-13,2 0-1,2 77 1,3-93-2,1 1 0,2-1 0,0 0 0,1 0 0,18 46 0,-14-50 11,1-1 0,0-1 1,2 0-1,0 0 0,1-2 1,1 1-1,0-1 0,2-1 0,-1-1 1,2 0-1,0-1 0,0-1 1,1-1-1,1 0 0,0-1 1,27 9-1,-3-4 118,0-2 0,1-2 0,1-2 0,-1-1 0,2-3 0,76-1 2183,-124-22-6879,-21-36-3205,16 27 879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26.8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0 710 6129,'0'0'7375,"0"-10"-6584,6-171 4780,-1 140-5140,10-46-1,6-5-322,49-196 220,-70 288-307,0-1 0,0 1 0,0 0 0,0-1 0,0 1 1,0-1-1,0 1 0,0-1 0,0 1 0,0 0 0,1-1 0,-1 1 0,0-1 0,0 1 0,0 0 0,1-1 0,-1 1 0,0 0 0,0-1 0,1 1 0,-1 0 0,0-1 0,1 1 0,-1 0 0,1 0 1,-1-1-1,0 1 0,1 0 0,-1 0 0,1 0 0,-1 0 0,0-1 0,1 1 0,-1 0 0,1 0 0,-1 0 0,1 0 0,-1 0 0,0 0 0,1 0 0,-1 0 0,1 0 0,-1 0 0,1 1 1,-1-1-1,0 0 0,1 0 0,-1 0 0,1 0 0,-1 1 0,0-1 0,1 0 0,-1 0 0,0 1 0,1-1 0,-1 0 0,0 1 0,1-1 0,-1 0 0,0 1 0,1 0 0,20 28 749,-16-22-846,6 6 141,-1 0-1,0 0 0,0 1 0,-2 0 1,1 1-1,-2 0 0,0 0 1,-1 1-1,5 20 0,-7-23-42,18 114 231,-10 99-65,-11-215 1763,3 0-3748,-1 2-5079,-13-21 1826,-8-10 1852,-7-2-1571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27.8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3977,'0'0'4760,"3"14"2649,1-10-6790,65-6 126,-35 0-313,1 2 0,45 5-1,-77-4-396,0 0-1,1 0 1,-1 1-1,0 0 1,0-1 0,0 1-1,-1 0 1,1 1-1,0-1 1,-1 0-1,1 1 1,-1 0-1,0-1 1,0 1-1,0 0 1,0 0-1,0 0 1,1 4-1,3 6 158,0 1 0,9 28-1,-3 9 86,-1 0-1,5 96 1,-10 108 263,-6-215-420,-1-29 53,0-1 0,0 1 0,-1-1 1,-1 1-1,1-1 0,-9 19 0,7-19 25,2-27-256,-3-69-10371,6 55 5863,4 6-892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29.1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289 15 1800,'0'0'11483,"-7"-15"-1089,3 17-10236,1 0-1,0 0 1,-1 1 0,1-1-1,0 1 1,0-1 0,1 1-1,-1 0 1,1 0-1,-1 0 1,1 1 0,0-1-1,0 1 1,-2 6 0,-2 0 22,-11 19-143,1 1 1,2 1 0,2 0 0,-10 36 0,-27 138 173,42-168-173,-29 153 376,9 0-1,-6 346 1,34-520-412,-1 1 1,2-1 0,0 0 0,1 0 0,8 25 0,-8-33 28,0 0 0,0-1 0,1 1 0,0-1 0,0 0 0,1 0 0,0 0 0,0-1 0,1 1 0,0-1 0,0-1 0,11 10 0,-16-15-94,-1 0 0,1 0 0,-1 0 0,0 0 0,1 0 0,-1 0 0,1 0 0,-1 0 0,1 0 0,-1 0 0,0 0 0,1 0 0,-1 0 0,1 0 0,-1-1 0,0 1 0,1 0 0,-1 0 0,1 0 0,-1-1 0,0 1 0,1 0 1,-1 0-1,0-1 0,1 1 0,-1 0 0,0-1 0,0 1 0,1 0 0,-1-1 0,0 1 0,0-1 0,0 1 0,1 0 0,-1-1 0,0 1 0,0-1 0,0 1 0,0 0 0,0-1 0,0 1 0,0-1 0,0 1 0,0-1 0,0 1 0,0 0 0,0-1 0,0 1 0,0-1 0,0 1 1,-1-1-1,3-37-3131,-2 24 1393,2 1 71,1 1-1,0 0 1,8-19 0,0-3-3050,-3 2-1379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30.0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1 840 7458,'0'0'10416,"0"-8"-10051,0 4-359,0-71 760,14-112 1,41-279 407,-54 451-1108,0 0-1,1 0 1,6-25-1,-6 25-57,6 29-160,8 42 528,-3 1-1,-2 0 1,6 96 0,-12-100-167,1 40 194,7 46 150,-13-139-565,0 0 1,0 1-1,0-1 0,0 0 0,0 0 0,0 1 0,-1-1 0,1 0 0,0 0 0,0 1 0,0-1 0,0 0 0,0 0 0,0 1 1,1-1-1,-1 0 0,0 0 0,0 1 0,0-1 0,0 0 0,0 0 0,0 1 0,0-1 0,0 0 0,1 0 0,-1 0 0,0 1 1,0-1-1,0 0 0,0 0 0,1 0 0,-1 1 0,0-1 0,0 0 0,1 0 0,-1 0 0,0 0 0,0 0 0,1 0 0,-1 0 1,0 0-1,0 1 0,1-1 0,-1 0 0,0 0 0,0 0 0,1 0 0,-1 0 0,8-15-380,5-26 99,48-170 203,-46 169-7,2 1 0,43-76-1,-59 115 78,0 0-1,0 0 0,1 0 1,-1-1-1,1 1 0,0 0 1,-1 1-1,1-1 0,0 0 1,0 1-1,0-1 0,0 1 1,0-1-1,1 1 0,1-1 1,-3 2 12,0 0 1,0 0-1,0 0 1,0 0-1,0 0 1,0 0-1,0 0 1,0 0-1,0 0 1,0 1-1,0-1 1,0 0-1,0 1 1,0-1 0,0 1-1,0-1 1,-1 1-1,1 0 1,0-1-1,0 1 1,-1 0-1,1-1 1,0 1-1,-1 0 1,2 1-1,3 7 65,0 0-1,-1 0 0,0 1 1,0 0-1,3 15 0,-6-21 1,15 56 725,-2 1-1,9 108 1,-19-104-4346,-3 0-4386,-1-51-365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30.6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148 0 12483,'0'0'9539,"-12"9"-9380,19-9-125,0 0 0,0 0 1,0 0-1,0 1 0,0 1 0,0-1 1,0 1-1,0 0 0,-1 0 0,1 1 1,-1 0-1,0 0 0,0 1 0,0-1 1,0 1-1,0 1 0,-1-1 0,0 1 1,0 0-1,0 0 0,0 0 0,-1 1 1,0 0-1,0-1 0,-1 2 1,1-1-1,-1 0 0,3 11 0,-3-7 13,1 0 0,-2 0-1,1 0 1,-2 1 0,1-1-1,-1 1 1,-1 0 0,0-1-1,-1 1 1,0-1 0,0 1-1,-1-1 1,-6 19 0,6-23-24,0 0 0,0 0 1,-1 0-1,0 0 0,-1 0 1,1-1-1,-1 0 0,0 1 1,0-2-1,-1 1 0,1 0 1,-1-1-1,0 0 0,0 0 1,-1 0-1,1 0 0,-1-1 1,0 0-1,0-1 1,0 1-1,0-1 0,0 0 1,-8 1-1,-1 0-37,1-1-1,0-1 1,0 0 0,-18-2-1,30 1-9,0 0 1,-1 0-1,1 0 0,0 0 0,0 0 0,0-1 0,0 1 0,0-1 0,0 0 0,0 0 0,0 1 0,0-1 0,0 0 0,0-1 0,0 1 0,0 0 0,1 0 0,-1-1 0,1 1 0,-1-1 1,1 0-1,-1 1 0,1-1 0,0 0 0,0 0 0,0 0 0,0 0 0,0 0 0,0 0 0,0 0 0,1 0 0,-1 0 0,1 0 0,0 0 0,-1-3 0,2 5 8,-1-1 0,0 1-1,1-1 1,-1 1-1,0-1 1,1 0-1,-1 1 1,1-1 0,-1 1-1,1 0 1,-1-1-1,1 1 1,-1-1 0,1 1-1,-1 0 1,1-1-1,-1 1 1,1 0 0,0 0-1,-1-1 1,1 1-1,0 0 1,-1 0 0,1 0-1,0 0 1,-1 0-1,1 0 1,0 0 0,0 0-1,28 0-172,-21 0 129,7 1 71,-1 0-1,1 1 1,-1 1-1,1 0 1,-1 1 0,0 0-1,0 1 1,0 1 0,-1 0-1,0 1 1,0 0 0,21 16-1,-25-16 42,0 1 0,0-1 0,-1 2-1,0-1 1,-1 1 0,1 1 0,-2-1 0,1 1-1,-1 0 1,-1 0 0,0 1 0,-1 0 0,1 0-1,-2 0 1,0 0 0,3 20 0,-5-15 59,-1 0 1,0 0-1,-2 1 1,1-1-1,-2 0 1,0 0-1,-1-1 1,-1 1-1,0-1 1,-1 0 0,-1 0-1,0 0 1,-1-1-1,-19 26 1,15-25-74,-1 0 1,0 0 0,-1-2-1,-1 0 1,0 0-1,0-1 1,-2-1 0,1-1-1,-1 0 1,-1-1 0,1-1-1,-22 7 1,30-12-144,0-1-1,0 0 1,0 0 0,-15 1-1,23-3-12,-1 0-1,0 0 0,0 0 0,1 0 0,-1 0 0,0-1 1,1 1-1,-1 0 0,0-1 0,0 1 0,1-1 0,-1 0 1,1 0-1,-1 1 0,1-1 0,-1 0 0,1 0 0,-1 0 1,1-1-1,0 1 0,0 0 0,-1 0 0,1-1 0,0 1 0,0-1 1,0 1-1,1-1 0,-1 1 0,-1-4 0,-5-34-4115,6-7-2201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31.0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14 160,'0'0'22382,"-8"-3"-21999,-2 0-303,-9-4 60,34 17 316,43 22 121,-2 4 0,-1 1 0,-1 4-1,-3 1 1,-2 3 0,-1 1 0,-3 3 0,62 84 0,-60-62-292,-2 2 0,-4 2 0,54 134-1,-72-144-103,-2 1-1,-4 0 0,-2 1 0,-4 1 0,4 73 0,-11-62 256,-8 112 0,1-169-319,-1 0 0,-1-1 0,-1 0 0,-1 0 0,-1 0 0,-20 39 0,6-23-96,-1 0 0,-42 49 0,50-69-21,-2 0 0,1-1 0,-2 0 0,0-1 0,-1-2 0,-1 0 0,0 0 0,0-2 0,-1-1 0,-39 14 0,0-17-2824,52-7 1473,-1 0 1,1-1-1,-1-1 1,0 1-1,-11-5 0,-22-12-5813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32.7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228 1085 3513,'0'0'6158,"-1"12"1275,-68-131-5005,36 12-1732,12 61-569,4 11 228,2-1-1,-14-46 1,22 56 1576,4 17-1808,0 0 0,1 0 0,0 0 0,-1-17 0,3 25-84,1-4-27,0-1 0,-1 1 0,0-1 0,0 1 0,0 0-1,-1-1 1,0 1 0,0-1 0,-2-5 0,0-11 5,-2-21 4,0-2-45,1-1 0,2 1 0,8-84 0,-3 118-11,0 0 0,1 0 0,0 0 0,0 1-1,1-1 1,1 1 0,0 0 0,0 1 0,1-1 0,0 1 0,1 0-1,0 1 1,0 0 0,1 0 0,0 1 0,19-12 0,-17 11-10,-9 7 15,-1-1 0,1 1 0,-1 0-1,1 0 1,0 0 0,-1 0 0,1 0 0,0 1-1,0-1 1,-1 0 0,1 1 0,0-1 0,0 1-1,3 0 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33.1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 7706,'0'0'10626,"16"0"-10123,65-3-139,-44 1-264,1 1-1,0 2 1,38 6 0,-71-6-41,-1 0 1,0-1-1,0 2 1,0-1 0,0 0-1,0 1 1,0 0 0,0 0-1,-1 0 1,1 0 0,-1 0-1,1 1 1,-1 0 0,0-1-1,0 1 1,0 0 0,0 1-1,-1-1 1,1 0 0,-1 1-1,0 0 1,3 6 0,-2 2 356,0-1 0,0 1 0,-1 0 0,-1 0 0,0 0 0,-2 18 0,1-27-360,-1 0-1,1 1 0,-1-1 0,0 0 0,0 0 0,-1 1 0,1-1 1,-1 0-1,1 0 0,-5 5 0,4-5-462,0-1 0,0 1-1,1 0 1,-1 0 0,1-1 0,0 1-1,0 0 1,0 0 0,0 1 0,-1 4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5:25.2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 1451 7802,'0'0'2462,"45"0"5381,-38 0-8224,3 0 1062,1 2 0,-1-1 0,1 1 0,-1 1-1,0 0 1,1 0 0,17 10 0,71 43-587,-49-26 599,16 6-277,-21-13 34,48 35-1,-70-42-237,-2 2-83,2-2 0,1-1 0,0 0 0,0-2 1,50 19-1,-2-12 123,1-4 1,127 13-1,-173-28-144,0-1 0,0-1-1,0-2 1,32-6 0,-18 2-44,71-20 383,-33 6-341,-9 19 150,135-47 185,-204 49-435,0-1 1,1 1 0,-1-1-1,0 1 1,0-1 0,0 1 0,0-1-1,0 0 1,0 0 0,0 0-1,0 1 1,0-1 0,-1 0 0,1 0-1,0 0 1,-1 0 0,1 0-1,0 0 1,-1-1 0,1 1 0,0-2-1,12-17 44,27-13 49,99-90-5,-127 111-84,0 0 0,0 0 0,-2-1 0,19-28 0,5-5 42,-18 22-37,-1-2 0,-1 1 1,-2-2-1,0 1 1,-2-2-1,14-54 1,-14 32 150,-3 0 1,-1 0 0,-3-1 0,-3-57-1,0 73-8,-1 19-101,-1-1 0,-1 1 1,0 0-1,-1 0 0,-1 0 1,-1 1-1,0-1 0,-1 1 1,0 1-1,-18-27 0,8 22 67,0 1 1,-1 1-1,0 1 0,-2 0 0,-25-15 0,-40-35-11,30 21-3,-99-63 0,81 59-98,29 19 77,-53-48-1,85 70-18,-1 1 0,0 1-1,0 0 1,0 0 0,-20-4-1,14 3-80,-173-45 11,160 42-25,0 0 0,-1 3 0,0 1 0,-1 1-1,-39-1 1,13 6-40,4-1 7,-83 9 0,121-6 17,0 2 1,0 0 0,1 0 0,-1 2 0,1 0 0,1 1 0,-1 1 0,-26 17 0,7-1-60,13-10 62,0 1-1,1 2 0,0 0 1,2 1-1,-34 37 1,-23 33-148,40-34 90,3 2 0,-40 85 0,44-71-16,-23 83 0,47-125 41,1 0-1,1 1 1,2-1 0,1 1-1,3 41 1,0-4-42,17 167 177,-18-225-104,0 0 1,0 0-1,1 0 0,0 0 1,0 0-1,1 0 1,0-1-1,1 1 0,0-1 1,0 0-1,5 8 0,12 12-117,29 33 1,-35-44 159,125 124-21,-137-138-19,0-1 0,0 1 1,0 0-1,1-1 0,-1 0 1,1 0-1,-1 0 0,1 0 1,-1-1-1,1 1 0,-1-1 0,7 0 1,49-3 11,-50 2 33,2 0 1,-4 1-5,1 0-1,-1-1 1,0 0-1,0 0 0,0 0 1,0-1-1,0 0 1,12-6-1,-18 6-4,-1 1-6,-3-14-5167,-27-31-4928,12 23 1221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5:27.6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577 289 4961,'0'0'7752,"-3"18"-7260,2-5-335,0 4 385,-1-1 1,-1 1 0,0-1 0,-1 0-1,-13 30 1,-59 98 1953,-108 150 0,96-160-1921,87-132-568,-5 7 69,0 0-1,0 0 0,-1 0 1,-14 14-1,20-22-281,1-7-139,2-32 252,1 0 1,3 0-1,1 0 0,21-67 0,68-147 222,-84 223-157,14-37 58,4-9-28,2 1 0,50-82 0,-55 106 12,-25 48 63,-4 7 47,-2 12-87,-2-1 0,0 0 0,-1 0 0,-1-1 0,-17 28-1,-9 17-30,-32 68 10,-223 417 189,243-467-104,46-78-107,-1 0-1,1 0-1,0 0 0,0 0 0,0-1 0,0 1 0,0 0 0,0 0 0,0 0 0,0 0 0,0-1 0,0 1 0,0 0 0,0 0 0,0 0 1,-1 0-1,1 0 0,0-1 0,0 1 0,0 0 0,0 0 0,0 0 0,-1 0 0,1 0 0,0 0 0,0 0 0,0 0 0,0 0 0,-1-1 1,1 1-1,0 0 0,0 0 0,0 0 0,-1 0 0,1 0 0,0 0 0,0 0 0,0 0 0,0 0 0,-1 0 0,1 0 0,0 1 0,0-1 1,0 0-1,-1 0 0,1 0 0,4-18-57,1 0 0,0 0 0,1 1 0,1 0 0,1 0 0,13-20 0,-20 35 64,399-655-1,-368 611-212,3 2-1,1 1 0,49-44 0,-84 86 191,0 0-1,0-1 1,0 1-1,0 0 1,0 0-1,0 0 1,1 0-1,-1 1 1,0-1-1,1 0 1,-1 0-1,0 1 1,1-1-1,-1 1 1,1-1-1,2 1 1,-4 1 23,1 1 0,0-1 0,-1 1 0,1-1-1,-1 1 1,0-1 0,1 1 0,-1 0 0,0-1 0,0 1 0,0 0 0,0-1 0,0 1 0,-1 0-1,1-1 1,0 1 0,-1-1 0,0 4 0,-10 39 163,-1-1 0,-32 73 0,34-90-128,-114 267 740,-182 316-1,284-569-482,30-89-1306,67-120 659,-32 77 341,333-661-240,-357 720 92,2 0 0,1 2-1,27-29 1,-50 84 70,-16 38 147,-2 0 0,-3-2-1,-38 76 1,19-44-11,-90 197 54,-55 131 98,163-369-73,15-34 27,1-1 1,0 1-1,-7 28 0,14-44-134,0 7-213,15-22-416,32-49 293,53-99 0,-90 145 309,460-805-53,-376 658 173,-114 230 864,-173 370 25,-110 285-401,296-705-325,0 6-845,26-49-390,342-625 724,-238 437 238,-106 191 46,-12 22-8,-9 21 46,3-17-62,-18 62 95,-4-1 0,-39 77 1,17-41-85,-201 446 738,243-539-658,-22 48-360,24-49-36,3-7-28,16-33-281,290-538 394,-74 140 243,-228 421-46,-3 7-4,0-1 0,0 1 0,0-1-1,1 1 1,6-8 0,-9 13 7,-1 0 0,0 0 1,0 0-1,0-1 0,0 1 1,0 0-1,0 0 0,0 0 1,0 0-1,0 0 0,0 0 1,1-1-1,-1 1 0,0 0 0,0 0 1,0 0-1,0 0 0,0 0 1,1 0-1,-1 0 0,0 0 1,0 0-1,0 0 0,0 0 1,0 0-1,1 0 0,-1 0 0,0 0 1,0 0-1,0 0 0,0 0 1,0 0-1,1 0 0,-1 0 1,0 0-1,0 0 0,0 0 1,0 0-1,0 0 0,1 0 0,-1 0 1,0 1-1,0-1 0,0 0 1,0 0-1,0 0 0,0 0 1,0 0-1,1 0 0,-1 0 1,0 1-1,0-1 0,0 0 0,0 0 1,0 0-1,0 0 0,0 0 1,0 1-1,0-1 0,0 0 1,0 0-1,0 0 0,0 0 1,0 1-1,1 18 80,-1-12-49,-4 37 77,-1 0 0,-2-1 0,-3 0 0,-1 0 1,-21 53-1,6-16-11,-47 141 210,-33 113 135,93-284-465,13-49 6,0-1 0,-1 1 0,1 0-1,0 0 1,0-1 0,0 1 0,0 0 0,0 0 0,0 0 0,0-1 0,0 1 0,0 0-1,0 0 1,0-1 0,0 1 0,0 0 0,1 0 0,-1 0 0,0-1 0,1 1 0,-1 0 0,0-1-1,2 2 1,-1-2-15,0 0 0,0 0-1,0 0 1,0-1-1,1 1 1,-1 0 0,0-1-1,0 1 1,0 0-1,0-1 1,0 0 0,0 1-1,0-1 1,0 0-1,0 1 1,0-1 0,-1 0-1,1 0 1,0 0-1,1-1 1,30-36-146,-2-1 1,41-70 0,-58 88 177,72-117 90,86-195 0,-159 307-83,25-44-1,-34 67-5,3-3 47,-5 26 201,-3 23 48,-2 0 0,-14 68 0,-32 93-26,17-76-149,17-64-79,2-10-3,1 0 0,3 1 0,-3 77 0,13-132-65,0 0 0,0 0 0,1 1 0,-1-1 0,0 0 1,1 0-1,-1 0 0,0 0 0,1 0 0,-1 1 0,0-1 0,1 0 1,-1 0-1,0 0 0,1 0 0,-1 0 0,0 0 0,1 0 1,-1 0-1,0-1 0,1 1 0,-1 0 0,0 0 0,1 0 1,-1 0-1,0 0 0,1 0 0,-1-1 0,0 1 0,1 0 0,-1 0 1,0 0-1,0-1 0,1 1 0,-1 0 0,0 0 0,0-1 1,0 1-1,1 0 0,-1-1 0,19-15-285,14-26 97,53-88-1,23-67 348,-75 136-158,6-14 30,13-25 106,76-107 1,-127 204-97,8-9-42,-10 12 30,0 0-1,0 0 0,1 0 1,-1 0-1,0 0 0,0 0 0,0 0 1,1 0-1,-1 0 0,0 0 0,0 0 1,0 0-1,1 0 0,-1 0 1,0 0-1,0 0 0,0 0 0,1 0 1,-1 0-1,0 0 0,0 0 0,0 0 1,0 0-1,1 0 0,-1 0 0,0 1 1,0-1-1,0 0 0,0 0 1,1 0-1,-1 0 0,0 0 0,0 1 1,0-1-1,0 0 0,0 0 0,0 0 1,0 0-1,0 1 0,1-1 1,-1 0-1,0 0 0,0 0 0,0 1 1,0-1-1,0 0 0,0 0 0,0 0 1,0 1-1,0-1 0,0 0 1,0 0-1,0 0 0,0 1 0,-1-1 1,1 0-1,0 0 0,0 0 0,0 0 1,0 1-1,0-1 0,0 0 1,0 0-1,0 0 0,-1 1 0,-1 26 156,0 0 0,-3-1 0,0 1 0,-13 38 0,-47 118 92,40-119-174,-20 49 46,20-55 16,-25 91 1,50-140-714,4-13 282,11-23-7,-11 21 198,291-532-110,-271 494 216,-13 21-4,0 1 0,2 0 0,1 1 0,28-33 0,-43 55 0,1-1 1,0 0-1,0 0 0,0 0 1,0 1-1,0-1 1,0 0-1,0 0 0,0 0 1,0 1-1,0-1 1,0 0-1,0 0 1,0 0-1,0 1 0,0-1 1,0 0-1,1 0 1,-1 0-1,0 0 0,0 1 1,0-1-1,0 0 1,0 0-1,0 0 1,0 0-1,1 1 0,-1-1 1,0 0-1,0 0 1,0 0-1,0 0 0,1 0 1,-1 0-1,0 0 1,0 0-1,0 1 1,0-1-1,1 0 0,-1 0 1,0 0-1,0 0 1,0 0-1,1 0 0,-1 0 1,0 0-1,0 0 1,0 0-1,1 0 1,-1 0-1,0 0 0,0 0 1,0-1-1,1 1 1,-1 0-1,0 0 0,0 0 1,0 0-1,0 0 1,1 0-1,-1 0 1,0-1-1,1 17 96,-1-1-1,-1 1 1,0-1 0,-1 0 0,-1 0-1,0 0 1,-10 26 0,2-2 31,-88 262 372,-16 66 178,107-325-674,11-27-298,11-23-236,7-16 338,0 0 1,-1-1-1,22-37 0,49-96 263,-54 91-108,-26 46 40,155-258 36,-163 276 11,-3 10 50,-3 22 4,-1 0 0,-2 0 0,-1-1 0,-1 0-1,-1 0 1,-22 43 0,3-3-36,-22 55 14,16-41 220,-34 119 0,68-201-312,0 0-1,0 0 0,1 0 0,-1 0 0,0 0 0,0 0 0,0 0 0,0 0 0,0 0 0,0 0 0,0 0 0,0 0 1,0 0-1,0 0 0,1 0 0,-1 0 0,0 0 0,0 0 0,0 0 0,0 0 0,0 0 0,0 0 0,0 0 0,0 0 1,0 0-1,0 0 0,1 0 0,-1 0 0,0 0 0,0 0 0,0 0 0,0 1 0,0-1 0,0 0 0,0 0 0,0 0 0,0 0 1,0 0-1,0 0 0,0 0 0,0 0 0,0 0 0,0 0 0,0 0 0,0 1 0,1-1 0,-1 0 0,0 0 0,0 0 1,0 0-1,0 0 0,0 0 0,0 0 0,0 0 0,0 0 0,-1 1 0,1-1 0,0 0 0,0 0 0,0 0 0,0 0 0,0 0 1,0 0-1,0 0 0,0 0 0,11-9-252,14-20 5,44-76 67,98-198-1,-10 11 141,-151 282 52,-3 4 0,1 0 0,0 0 1,0 1-1,1-1 0,8-7 0,-11 44 306,-5 19-195,-2 0 0,-3 0 0,-1 0 0,-3-1-1,-2-1 1,-1 0 0,-35 69 0,44-108-1038,2-10 190,1-21-268,7-38 143,10-11 577,37-107 0,-44 150 217,-1 7 568,-4 41-199,-3-14-510,0 0 1,-1 1-1,1-1 1,-1 0-1,-1 0 1,1-1-1,-1 1 1,0 0-1,0-1 1,-1 0-1,1 0 1,-1 0-1,0 0 1,-8 7-1,-30 28-4658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34.9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294 67 7962,'0'0'6266,"-12"16"-6150,-2 5-65,2-1-1,0 2 0,2 0 1,0 0-1,1 1 0,-11 45 0,-168 699 2654,182-736-2316,6-31-393,0 0 0,0 0 0,0 0 1,0 0-1,0 0 0,0 0 0,1 0 1,-1 0-1,0 0 0,0 0 0,0 0 1,0 0-1,0 0 0,0 0 0,0 0 1,0 0-1,0 0 0,1 0 0,-1 0 1,0 0-1,0 0 0,0 0 0,0 0 0,0 1 1,0-1-1,0 0 0,0 0 0,0 0 1,0 0-1,0 0 0,0 0 0,0 0 1,0 0-1,0 0 0,0 1 0,1-1 1,-1 0-1,0 0 0,0 0 0,0 0 0,0 0 1,0 0-1,-1 0 0,1 1 0,0-1 1,0 0-1,0 0 0,0 0 0,0 0 1,0 0-1,0 0 0,0 0 0,0 0 1,0 1-1,0-1 0,0 0 0,18-36-981,-6 13 1053,20-44-32,-2 0 0,-3-2 1,-3-1-1,-4-1 0,-2-1 0,-4 0 1,-3-1-1,3-111 0,-14 170-8,-3-39 124,3 52-141,0-1 0,-1 1 0,1-1 0,0 1 1,-1-1-1,0 1 0,1 0 0,-1-1 0,0 1 1,0-1-1,0 1 0,0 0 0,0 0 0,0 0 1,0 0-1,0 0 0,0 0 0,-1 0 0,1 0 1,0 0-1,0 0 0,-1 1 0,1-1 0,-1 0 0,1 1 1,-1-1-1,-2 0 0,3 1-11,0 0-1,-1 0 1,1 0 0,0 0-1,0 0 1,0 0 0,0 0-1,-1 0 1,1 1 0,0-1-1,0 0 1,0 1 0,0-1-1,0 1 1,0-1 0,0 1-1,0-1 1,0 1-1,0 0 1,0 0 0,0-1-1,0 1 1,0 0 0,-1 2-1,-14 33-120,14-29 111,-15 50 20,2 2-1,2 0 1,-8 116-1,12 187 215,9-312-200,0-39-32,-1 1 41,1 0 0,1-1 0,0 1 1,0 0-1,1 0 0,5 16 0,-6-25-45,1 0-1,0 0 1,0 0-1,0 0 1,0 0-1,0-1 1,0 1-1,1-1 1,-1 1-1,1-1 0,0 0 1,0 0-1,0 0 1,0 0-1,0-1 1,0 1-1,0-1 1,0 0-1,1 0 1,-1 0-1,1 0 1,-1-1-1,0 1 0,1-1 1,4 0-1,1 0-21,-1 0-1,1 0 1,0-1-1,-1-1 1,1 0-1,-1 0 1,1 0-1,-1-1 0,0 0 1,0-1-1,0 0 1,0 0-1,-1-1 1,0 1-1,0-2 1,0 1-1,0-1 0,-1 0 1,0 0-1,0-1 1,6-9-1,9-15 74,0 0-1,-2-1 1,24-56-1,-27 51-125,-1 0 0,-3-1 1,0-1-1,-3 0 0,-1 0 0,-2-1 0,-1 0 0,-3 0 0,-1 0 0,-6-58 0,4 88 78,-1 1-1,0 0 1,0 0-1,-1 0 1,0 0-1,-1 0 1,0 0-1,0 1 0,-1 0 1,-9-12-1,10 16 30,0-1 0,0 1-1,0 0 1,-1 0 0,0 0-1,1 1 1,-1-1 0,-1 1-1,1 0 1,0 1 0,-1-1-1,0 1 1,1 0 0,-1 1-1,0-1 1,0 1 0,-8 0-1,11 1-11,-1-1 0,1 2 0,0-1 0,0 0 0,-1 0 0,1 1 0,0 0 0,0 0 0,0 0 0,0 0 0,0 0 0,0 0 0,0 1 0,1 0 0,-1-1 0,0 1 0,1 0 0,-1 0 0,-2 4 0,-2 3 13,0 0 1,1 0-1,0 1 0,-8 18 1,-8 27 94,3 1 0,2 1 0,2 0 0,-7 66 0,1 15 439,-5 273 1,25-404-512,1 0-1,0-1 0,1 1 1,-1 0-1,1-1 1,0 1-1,1-1 1,0 1-1,0-1 1,0 1-1,5 6 0,-5-10-34,1 0 0,0 0 0,0 0-1,0-1 1,0 1 0,1-1-1,-1 0 1,1 0 0,0 0 0,-1 0-1,1-1 1,0 1 0,0-1-1,0 0 1,0 0 0,0-1 0,8 1-1,-2 0-47,1-1 0,-1 0 0,1 0 0,0-1 0,-1-1 0,1 0 0,-1 0 0,0-1 0,1 0 0,-1-1 0,-1 0 0,1-1 0,-1 0 0,1 0 0,-1-1 0,14-12 0,6-7 25,0-2 0,-2-1 0,-1-1 0,-1-1 0,39-65 0,-21 22-98,57-137 0,-80 161 48,-2-1 0,-2-1 0,18-104 0,-32 133 98,0-1-1,-1 0 1,-2 0 0,-6-44-1,5 53 22,-1 1-1,-1 0 0,-1 0 0,1 0 0,-2 1 0,0-1 0,0 1 1,-1 0-1,-11-12 0,14 18-14,-1 0-1,0 1 1,-1-1 0,1 1 0,-1 0 0,0 1 0,-1-1-1,1 1 1,-1 1 0,1-1 0,-1 1 0,0 0-1,0 1 1,-1-1 0,1 2 0,0-1 0,-1 1 0,1 0-1,-1 0 1,0 1 0,1 0 0,-1 0 0,1 1-1,-1 0 1,1 1 0,-1-1 0,1 1 0,0 1-1,0-1 1,0 1 0,0 0 0,0 1 0,0 0 0,1 0-1,0 0 1,0 1 0,-9 8 0,-4 7-10,0 1 1,1 0-1,1 1 1,2 1-1,0 1 0,1 0 1,1 0-1,-11 33 1,-6 27 86,-24 107 0,33-99 14,3 0 1,5 1-1,4 0 0,4 129 0,4-211-123,2 1 1,0-1-1,0 1 0,1-1 1,1 0-1,0 1 0,6 14 0,-7-21-20,1 0 0,0-1-1,0 1 1,0-1 0,1 0 0,0 0-1,-1 0 1,1 0 0,1-1-1,-1 0 1,0 0 0,1 0-1,-1 0 1,1-1 0,0 1-1,6 1 1,-1 0-58,0-1-1,0 0 1,0-1-1,0 0 1,0 0 0,0-1-1,0-1 1,0 1-1,1-2 1,-1 1-1,0-2 1,0 1 0,0-1-1,0-1 1,0 0-1,0 0 1,9-5 0,-5 0 43,0 0 0,-1-1 1,0 0-1,-1-1 0,0 0 1,0-1-1,-1-1 0,-1 1 1,0-2-1,14-21 0,10-20-13,-3-2 0,-3 0-1,-2-2 1,29-91 0,-44 109 14,-1-1-1,-2 1 1,-1-1 0,-3-1-1,-1 1 1,-2-1 0,-2 1 0,-7-50-1,5 74 19,-1 0 0,-1 0-1,-1 1 1,0-1-1,-1 1 1,-16-29 0,19 39 13,0-1 0,0 1 0,-1 0 0,1 1 0,-1-1 1,-1 1-1,1 0 0,-1 0 0,0 0 0,0 1 0,0 0 1,0 0-1,-1 1 0,0 0 0,1 0 0,-1 0 0,0 1 0,-14-3 1,18 5-4,-1 0 0,1-1 0,0 1 0,-1 1 0,1-1 0,-1 0 0,1 1 0,-1 0 0,1 0 0,0 0 1,-1 0-1,1 0 0,0 1 0,0-1 0,0 1 0,0 0 0,0 0 0,1 0 0,-6 5 0,1 1 4,0 1 0,1 0-1,0 0 1,1 1-1,-8 17 1,-6 18 63,3 0 0,1 1 0,-14 83 0,-5 146 237,24-14 229,10-254-510,0-1 0,0 0 0,0 1 0,1-1 0,0 0 1,1 0-1,-1 0 0,1 0 0,0 0 0,1 0 0,-1 0 0,1-1 0,0 1 1,1-1-1,-1 0 0,8 9 0,-6-10-54,0-1 0,0 1 0,0-1 0,0 0 0,0 0 0,0-1 0,1 0 1,0 0-1,-1 0 0,1 0 0,0-1 0,0 0 0,0 0 0,0-1 0,-1 0 0,12 0 0,-10-1-26,-1 1 1,0-1-1,0-1 0,0 1 1,0-1-1,0 0 0,0 0 1,0-1-1,0 1 0,-1-1 1,1-1-1,-1 1 0,6-6 0,2-3-3,0 0 0,-1-1-1,13-20 1,-3 4 28,-2 0 0,-1-2 1,-2 0-1,-1-1 1,-1-1-1,-2 0 1,-1-1-1,-1-1 0,-3 0 1,0 0-1,-2 0 1,1-64-1,-5 52 30,0-2 52,-5-70 0,2 107-28,0 0 0,-1 0 0,-1 0 0,0 0 0,0 1 0,-1-1 0,-1 1 0,0 0 0,0 0 0,-1 1 1,-9-13-1,12 19-2,-1 1 0,1-1 0,-1 1 0,0 0 0,0 0 0,0 0 0,0 0 0,-1 1-1,1 0 1,-9-4 0,11 6-12,-1-1 0,1 1 0,0-1 0,0 1 0,-1 0 0,1 0-1,0 0 1,-1 0 0,1 0 0,0 0 0,-1 1 0,1-1-1,0 1 1,0 0 0,0-1 0,0 1 0,-1 0 0,1 0-1,0 1 1,0-1 0,1 0 0,-1 1 0,0-1 0,0 1 0,1-1-1,-1 1 1,1 0 0,-1 0 0,0 2 0,-10 16 22,2 1 1,0 0 0,2 0 0,0 1-1,2 0 1,0 0 0,-5 43 0,-6 168 110,18-26-70,-1-200-80,1 0 1,0 0-1,0 0 0,0 0 1,1 0-1,0 0 1,1 0-1,-1-1 1,6 10-1,-6-14-16,0 1 1,-1-1-1,1-1 1,0 1-1,0 0 0,0 0 1,0-1-1,1 1 0,-1-1 1,0 1-1,1-1 1,-1 0-1,0 0 0,1 0 1,0-1-1,-1 1 0,1 0 1,-1-1-1,1 0 1,0 0-1,-1 0 0,1 0 1,0 0-1,-1 0 1,1 0-1,4-2 0,-1 0-6,-1 1 0,1-1-1,0-1 1,-1 1 0,1-1-1,-1 0 1,0 0 0,0-1-1,0 1 1,0-1 0,0 0-1,-1 0 1,0-1 0,0 1 0,0-1-1,-1 0 1,4-6 0,6-11 63,-2-1 1,16-42 0,-23 54-43,18-54-109,-4 0 1,-2-2-1,-3 0 1,-3 0-1,-3-1 1,-2-94-1,-5 160 118,0-9-6,0 1 0,0-1 0,-1 0 0,-5-20 1,6 29 11,-1 0 1,0 0 0,0 1 0,1-1 0,-1 0 0,0 0 0,-1 1 0,1-1 0,0 0-1,0 1 1,-1-1 0,1 1 0,-1-1 0,1 1 0,-1 0 0,0 0 0,1 0 0,-1 0-1,0 0 1,0 0 0,0 0 0,0 1 0,1-1 0,-1 0 0,0 1 0,0 0 0,0-1-1,0 1 1,0 0 0,-3 0 0,4 0 0,0 0 1,-1 0-1,1 1 0,-1-1 0,1 0 1,0 0-1,-1 1 0,1-1 1,0 1-1,-1-1 0,1 1 0,0 0 1,0-1-1,-1 1 0,1 0 1,0 0-1,0 0 0,0 0 0,0 0 1,0 0-1,0 0 0,0 0 1,-1 2-1,-5 8 22,1 1 0,-1 0 1,2 1-1,0-1 0,-7 25 1,-12 76 137,14-45-15,2 1 0,4 0 0,8 131 0,-3-185-155,1 0 1,1 0-1,1 0 0,0 0 1,0 0-1,2-1 1,-1 0-1,2 0 1,0 0-1,1-1 0,0 0 1,15 17-1,-17-23-42,0-1 1,0 0-1,1-1 0,-1 1 0,1-1 0,1-1 0,-1 1 1,1-1-1,-1-1 0,1 1 0,0-1 0,1-1 1,-1 1-1,0-1 0,1-1 0,-1 0 0,1 0 1,-1 0-1,1-1 0,0-1 0,-1 1 0,14-4 0,-12 2 28,1-2-1,0 1 0,-1-1 0,0-1 0,0 0 0,0 0 0,-1-1 0,0-1 0,0 1 0,0-1 1,-1-1-1,0 1 0,0-2 0,9-12 0,6-12 76,-1-1-1,28-56 1,-40 69-37,14-27 58,-2-1 0,-2-1 0,23-91 1,-35 104-54,-1 0 0,-2-1 1,-2 0-1,-2 0 0,-1 1 1,-7-50-1,4 66-34,-1 1 1,-1-1-1,-1 1 0,-17-39 1,21 53 21,-1-1 0,0 1 0,-1 0 0,1 0 0,-1 1 0,0-1 0,-1 1 0,1 0 0,-1 0 0,0 0 0,0 1 0,-1-1 0,1 1 1,-1 1-1,0-1 0,0 1 0,0 0 0,0 0 0,-8-2 0,12 5-9,1-1 1,-1 1-1,0 0 1,0 0-1,0 0 1,0 0-1,1 0 1,-1 0-1,0 1 0,0-1 1,0 0-1,1 1 1,-1 0-1,0-1 1,1 1-1,-1 0 1,0 0-1,1 0 0,-1 0 1,1 0-1,-1 0 1,1 0-1,0 0 1,-1 1-1,1-1 1,-2 3-1,-1 4 14,0 0 1,0 1-1,0-1 0,-4 16 0,8-22-13,-16 52 76,4 0 0,1 0 0,-3 67 0,10 177 90,4-288-169,1 0 0,0 1 0,1-1 0,0 0 0,1 0 0,0 0 0,1-1 0,4 11 0,-7-18-23,1 1 1,-1 0-1,1-1 1,0 1-1,0-1 1,0 1 0,0-1-1,0 0 1,1 0-1,-1 0 1,0 0-1,1 0 1,0-1 0,-1 1-1,1-1 1,0 0-1,0 1 1,0-1-1,0-1 1,0 1 0,0 0-1,0-1 1,0 1-1,0-1 1,0 0-1,0 0 1,0 0 0,0-1-1,1 1 1,3-2-1,-2 1 3,0-1-1,0 0 0,0 0 1,-1-1-1,1 1 0,-1-1 1,1 0-1,-1 0 0,0-1 0,0 1 1,0-1-1,-1 0 0,1 0 1,-1 0-1,0-1 0,0 1 1,3-6-1,3-9 29,0 0 0,11-40 0,-6 3-109,-2 0 1,-3-2-1,-2 1 0,-3-114 1,-4 153 76,0 0 1,-2 0 0,0 0-1,-1 0 1,-1 1 0,-10-28-1,13 40 23,-1 1 0,0-1-1,0 1 1,0 0 0,-1 0-1,1 0 1,-1 0 0,0 0-1,0 0 1,-1 1 0,1-1-1,-1 1 1,1 0 0,-1 0-1,0 1 1,0-1 0,-1 1-1,1 0 1,0 0 0,-1 0-1,1 0 1,-1 1 0,0 0-1,1 0 1,-1 0 0,0 0-1,0 1 1,0 0 0,1 0-1,-10 1 1,-5 3-566,1 0 0,0 1 0,1 1 0,-1 1-1,1 0 1,1 1 0,-20 12 0,-35 24-8255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5:52.9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451 1 7138,'0'0'8040,"-3"8"-609,-2 2-4504,-2-8-2876,1 0 1,0 0-1,0 1 0,0 0 1,1 1-1,-1-1 0,1 1 1,0 0-1,-7 7 0,-45 50-110,43-44 89,-20 21-15,2 2 0,2 2 0,2 1 0,1 1 0,3 1 0,1 1 0,3 1 0,1 1 0,3 0 0,2 2 0,2 0-1,2 0 1,2 1 0,-1 72 0,9-87-16,-2-5 0,2 1 0,2-1 0,1 1 0,1-1 0,16 59 1,-2-38 131,3 0 0,1-1 0,31 47 0,-15-51 654,-22-38-184,-13-10-3914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5:54.0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8 920 7466,'0'0'9536,"-1"0"-9489,1 0 0,0 0 0,0 0 0,0 0 0,-1 0 0,1 0 0,0 0 0,0 0-1,0 0 1,-1 0 0,1 0 0,0 0 0,0 0 0,-1 0 0,1 0 0,0 0 0,0 0 0,0 0 0,-1 0 0,1 0-1,0 0 1,0 0 0,0 0 0,-1-1 0,1 1 0,0 0 0,0 0 0,0 0 0,0 0 0,0-1 0,-1 1-1,1 0 1,0 0 0,0 0 0,0 0 0,0-1 0,0 1 0,0 0 0,0 0 0,0-1 0,0 1 0,-1 0-1,1 0 1,0 0 0,0-1 0,0 1 0,0 0 0,0 0 0,1 0 0,-1-1 0,0 1 0,0 0 0,0 0-1,0-1 1,0 1 0,0 0 0,1-28 377,1 0 0,2 1 0,0 0 0,13-39 0,42-101 106,-30 92-391,17-49-129,86-167 1,-131 289-43,0 153 392,-7 294 455,5-353-790,1-90-145,2-5-52,48-86 357,60-152 0,-49 99-153,-55 129-30,16-36-259,1 1-1,2 1 0,60-82 1,-85 129 250,0-1 1,0 1 0,1-1-1,-1 1 1,0 0 0,0-1-1,1 1 1,-1 0 0,0-1-1,1 1 1,-1 0 0,0 0-1,1-1 1,-1 1 0,0 0-1,1 0 1,-1-1 0,0 1-1,1 0 1,-1 0 0,1 0-1,-1 0 1,1 0 0,-1 0-1,0 0 1,1 0 0,-1 0-1,1 0 1,-1 0 0,0 0-1,1 0 1,-1 0 0,1 0 0,-1 0-1,1 0 1,-1 0 0,0 1-1,1-1 1,-1 0 0,0 0-1,1 1 1,-1-1 0,0 0-1,1 0 1,-1 1 0,0-1-1,1 0 1,-1 1 0,0-1-1,0 0 1,1 1 0,-1-1-1,0 0 1,0 1 0,0-1-1,0 1 1,1-1 0,-1 1-1,0-1 1,0 0 0,0 1-1,7 34 161,-5-27-128,11 91 896,-4 1 0,-6 169-1,-4-151-270,-12 218 4663,12-336-5279,-3 0-46,3 0-134,-11-12-2581,-2-60-9922,8 46 3675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5:54.9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232 248 8066,'0'0'10195,"0"-3"-9875,1-10-72,1 0 0,0 0 0,1 0 0,1 1 0,0-1 0,8-15 1,10-35 319,3-9 280,-20 68 87,-2 11-680,2 20-384,-4-21 250,17 123 924,3 251 1,-23-378-1026,0 0-1,-1 0 1,1 0 0,0 0 0,-1 0 0,1-1 0,-1 1 0,0-1 0,0 1 0,1-1 0,-1 0 0,0 0-1,0-1 1,0 1 0,-3 0 0,-3 1-34,-97 28-163,54-16 859,-94 37 1,145-50-614,27-1-193,74 2 720,-48 1-161,0-3 0,0-2 0,80-13-1,-130 15-477,0-1 0,-1 1-1,1 0 1,0-1-1,-1 1 1,1-1 0,-1 0-1,1 1 1,-1-1-1,1 0 1,-1 0 0,1 0-1,-1 0 1,0 0-1,0 0 1,0-1-1,1 1 1,-1 0 0,0 0-1,0-1 1,-1 1-1,1-1 1,0 1 0,0-1-1,-1 1 1,2-4-1,-2 0-748,0-1-1,0 1 1,0-1-1,-1 1 1,1-1-1,-4-9 1,2 6-665,-4-23-5871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5:55.7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 0 8554,'0'0'13757,"0"1"-13692,-1-1 0,1 0 0,0 1-1,-1-1 1,1 0 0,0 1 0,-1-1 0,1 1-1,0-1 1,0 1 0,-1-1 0,1 0-1,0 1 1,0-1 0,0 1 0,-1-1-1,1 1 1,0-1 0,0 1 0,0-1-1,0 1 1,0-1 0,0 1 0,0-1-1,0 1 1,0-1 0,1 1 0,-1-1-1,0 1 1,0-1 0,0 1 0,0-1 0,1 1-1,17 22 675,38 34 1,4 4-17,-22-16-509,-2 2 0,-3 1 0,-1 2 0,-2 1 0,-3 2-1,35 96 1,-40-82-85,-3 2 0,-3 0 0,-3 1-1,-3 0 1,1 92 0,-9-79-31,-3-1 1,-23 151-1,17-199-26,-1-1 0,-1 0 0,-1 0 0,-3-1 1,0 0-1,-2-1 0,-1-1 0,-1-1 0,-36 45 0,46-64 194,0-1-1,-2-1 1,1 1 0,-1-1 0,0-1-1,0 0 1,-1 0 0,-12 6-1,15-11 49,5-1-629,0 0 0,0-1 0,0 0 0,-1 0 0,1 0 1,0 0-1,0 0 0,0 0 0,-1 0 0,1-1 1,0 1-1,0-1 0,0 1 0,0-1 0,0 0 0,0 0 1,-4-2-1,-3-2-1417,-24-7-4747,-5-2-3035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36.6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1055 0 3929,'0'0'7776,"-15"9"-7550,-44 26-77,57-34-19,0 1 0,0-1 1,-1 0-1,1 0 0,0 0 1,0 0-1,-1 0 0,1 0 0,0 0 1,-1-1-1,1 0 0,-1 1 1,1-1-1,-1 0 0,1 0 0,0 0 1,-1 0-1,1-1 0,-4 0 1,-6-1 405,-18 2-327,0 1 0,0 2 0,0 1 0,0 1 0,1 1 0,0 2 0,-51 20 0,33-7-168,1 2-1,1 2 0,2 1 0,0 3 1,2 2-1,-57 53 0,77-62 12,1 0 0,0 1 0,2 1-1,1 0 1,0 1 0,2 1 0,1 1-1,2 0 1,0 1 0,2 0 0,0 1-1,-8 50 1,10-10-30,2 0 0,3-1-1,4 1 1,14 111 0,-8-132-20,2 1 0,3-2 0,1 1 0,3-2 0,2 0 0,1-1 0,31 52 1,-40-83-47,0 1 1,1-1 0,0-1 0,1 0 0,1-1-1,0 0 1,1-1 0,0 0 0,0-1 0,1-1 0,0 0-1,29 11 1,-16-10-140,0-1 1,1-2-1,0 0 0,0-2 1,0-1-1,40-1 0,-49-3 66,0-1-1,0-1 1,-1 0-1,1-2 1,0 0 0,-1-1-1,0-2 1,30-12-1,-24 6-14,0-2-1,0 0 0,-2-1 0,0-1 0,31-31 1,-21 15-113,-3-2 0,0-1 0,-3-2 1,0 0-1,-3-2 0,-2-1 0,23-54 1,-33 63 147,-1 0 0,-1 0 1,-2-1-1,6-46 0,-12 66 148,-1-1-1,0 0 1,-1 1 0,-1-1-1,0 0 1,-1 1 0,0-1-1,-1 1 1,0 0-1,-1 0 1,-1 0 0,0 0-1,-11-18 1,5 17 119,0 0-1,-1 0 1,0 2 0,-1-1 0,-1 2-1,0-1 1,0 2 0,-1 0 0,0 1-1,-1 0 1,0 2 0,-1-1-1,1 2 1,-20-5 0,-6 0 169,-1 2 0,0 2 1,-1 2-1,-72 0 0,86 5-254,0 2 0,0 0 0,1 3 0,-1 0 0,1 2-1,0 1 1,1 1 0,-1 1 0,2 2 0,0 1 0,0 1-1,1 1 1,1 2 0,1 0 0,-33 30 0,42-33-34,0 0 0,1 2 0,1-1 0,0 2 0,-15 24 0,24-34-56,0 0 0,1 0 0,0 0 0,0 1-1,0-1 1,1 1 0,0 0 0,1-1 0,-1 1 0,1 0 0,1 0 0,0 0 0,0 0 0,0 0 0,1 0 0,3 14 0,-1-16-33,0 0-1,1 0 1,-1 0 0,1-1-1,0 1 1,0-1 0,1 0-1,-1 0 1,1-1 0,0 1-1,1-1 1,-1 0 0,1-1-1,-1 1 1,1-1 0,0 0-1,0-1 1,1 1 0,12 2-1,6 2-244,0-2 0,1 0-1,48 2 1,-46-5 96,-1 0 1,0-2-1,1-1 1,-1-1-1,0-1 1,0-2 0,0-1-1,42-14 1,-43 8-68,0-2 1,-1 0-1,0-2 1,-2-1-1,0-1 0,0 0 1,-2-2-1,0 0 1,-2-2-1,19-26 1,-25 30 22,-1 0 1,-1-1-1,0 0 1,-2-1-1,0 0 1,-2-1-1,0 0 1,-1 0-1,-1 0 1,-1-1-1,-1 0 1,-1 0-1,-1-43 1,-3 51 255,-1 0 0,0 0-1,-1 1 1,0-1 0,-1 1 0,0 0 0,-1 1 0,-1-1-1,0 1 1,-1 0 0,0 1 0,-1 0 0,0 0 0,-1 0-1,0 2 1,0-1 0,-1 1 0,-22-14 0,-1 2 228,-1 1 1,-1 2 0,0 2-1,-1 0 1,-62-15 0,66 22 14,0 2 0,-1 1 1,1 1-1,-1 2 1,0 1-1,0 2 1,0 2-1,-49 7 0,69-6-161,-1 0-1,1 1 1,0 0-1,0 2 0,0-1 1,1 2-1,0-1 1,0 2-1,1 0 1,0 0-1,0 1 0,1 1 1,0 0-1,1 0 1,0 1-1,0 1 1,1-1-1,1 1 0,0 1 1,1 0-1,-12 27 1,12-21-87,1 1 1,0 0-1,2 0 0,0 0 1,1 0-1,1 1 1,1 0-1,1-1 1,1 1-1,1 0 1,0-1-1,2 0 0,0 1 1,9 22-1,-8-29-67,1 0 1,0 0-1,1 0 0,1-1 0,0 0 0,1-1 0,0 0 0,1 0 0,0-1 1,1 0-1,0-1 0,1 0 0,0-1 0,0 0 0,1-1 0,0 0 0,1-1 1,0-1-1,26 9 0,-14-8-74,1-1-1,0-1 1,1-1 0,-1-1 0,1-2-1,-1-1 1,1-1 0,-1-1 0,1-1-1,-1-2 1,0 0 0,34-13-1,-37 9 65,-1 0 0,-1-1 0,0-1 0,0-2 0,-1 0 0,-1-1 0,0-1 0,-1 0 0,-1-2 0,0 0 0,-1-1 0,-1-1 0,25-39 0,-36 50 70,0 0 0,-1-1 0,-1 1 0,1-1 0,-1 0 1,-1 0-1,0 0 0,0-1 0,-1 1 0,1-12 0,-2 17 69,0 0 0,0 0 0,-1 0-1,1 0 1,-1 0 0,0 0 0,0 0 0,0 0-1,-1 0 1,1 0 0,-1 0 0,0 1-1,0-1 1,0 1 0,-1-1 0,1 1-1,-1 0 1,0 0 0,0 0 0,0 0-1,0 0 1,0 1 0,-7-4 0,-7-1 167,0 0 1,0 1-1,-1 2 1,0-1-1,0 2 1,-1 0-1,1 2 1,0 0-1,-1 1 1,1 0-1,-31 6 1,46-6-260,0 0 1,0 1 0,0 0 0,1-1-1,-1 1 1,0 0 0,0 0-1,0 1 1,0-1 0,1 1 0,-1-1-1,1 1 1,-1 0 0,1 0-1,0 0 1,0 0 0,0 0 0,0 0-1,0 1 1,0-1 0,0 1-1,1-1 1,-1 1 0,1 0 0,-2 5-1,2-4-265,1-1 0,0 1 1,-1-1-1,1 1 0,0 0 0,1-1 0,-1 1 0,1-1 0,0 1 0,-1 0 0,1-1 0,1 0 1,-1 1-1,1-1 0,-1 0 0,1 0 0,0 1 0,0-1 0,0-1 0,0 1 0,5 4 0,35 27-6326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38.5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1341 1350 4809,'0'0'11020,"-28"-6"-6439,7-8-4407,1 0-1,1-2 1,0-1 0,1 0 0,0-2 0,-24-33 0,-6-4-115,-49-49 349,-5 4-1,-4 5 1,-5 5-1,-167-107 1,260 187-191,10 7-135,1-1-1,0 1 1,1-1-1,-1 0 1,-5-7 0,9 4-68,3 8-10,0 0 0,0 0 1,0 0-1,0-1 1,0 1-1,0 0 0,0 0 1,0-1-1,0 1 0,-1 0 1,1 0-1,0 0 1,0 0-1,0-1 0,0 1 1,0 0-1,0 0 1,-1 0-1,1 0 0,0-1 1,0 1-1,0 0 0,0 0 1,-1 0-1,1 0 1,0 0-1,0 0 0,0 0 1,-1-1-1,1 1 0,0 0 1,0 0-1,0 0 1,-1 0-1,1 0 0,0 0 1,0 0-1,0 0 0,-1 0 1,1 0-1,0 0 1,0 0-1,-1 0 0,1 0 1,0 1-1,0-1 0,0 0 1,0 0-1,-1 0 1,1 0-1,-5-1 20,0 0 0,0 0 0,0-1 0,0 1 0,0-1 0,0 0 0,1-1 0,-1 1 1,1-1-1,0 0 0,0 0 0,0-1 0,0 1 0,0-1 0,-3-4 0,-52-65-185,41 44 96,-28-62 0,33 64 81,0-1 1,-2 2-1,-19-26 1,19 31 1,12 15 2,-1 0 0,0 0 1,-1 0-1,1 1 1,-1-1-1,0 1 1,0 1-1,-9-7 0,13 10-92,16-16-6134,9 5 1065,1-2-699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39.4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 1019 2841,'0'0'7367,"-5"-5"-5135,3-11-1568,0 0-1,1 0 1,0 0 0,4-29-1,-1-6-120,10-202 827,-4 157-708,-5-1-1,-10-120 1,3 196-219,-1 0 0,0 0 1,-2 0-1,0 1 0,-2 0 0,0 0 0,-18-26 0,27 45-430,2 5-481,-1-2 443,1 1 0,-1-1 0,1 0 0,-1 1 0,1-1 0,0 0 0,0 0 0,0 0 0,0-1 0,0 1 0,3 2 0,332 203 255,-309-193-231,-16-8-19,0 0 0,0 1 0,-1 0-1,18 15 1,-29-20 54,0 0 0,0 0 0,0 0 0,0 0 0,0 0 0,0 0 0,0 0 0,-1 0 0,1 0 0,-1-1 0,1 1-1,-1 0 1,0 0 0,0 0 0,0 0 0,0-1 0,0 1 0,0 0 0,0-1 0,-2 3 0,2-3 0,-84 122 109,27-42 441,-59 113 0,114-190-288,0 0 0,0 0 0,0 0 0,-1 0 0,0 0 0,1-1 0,-1 0 1,0 0-1,-7 4 0,6-4-249,1 0 1,0 0 0,-1 0 0,1 0-1,1 1 1,-1 0 0,0 0 0,1 0-1,-5 7 1,-41 72-101,47-81 297,12 0-3808,90-7-1909,-42 4-172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0.3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277 35 6633,'0'0'7763,"-6"17"-7356,6-16-402,-6 19 202,0 1 0,1-1 1,2 1-1,0 1 0,0 25 0,-28 550 3457,29-574-3696,2-19-316,0-9-870,-1-61-2394,-3 0-1,-12-67 0,8 93 2947,-1 0 0,-2 1 0,-2 0 0,-27-57 0,34 83 932,-1 1 0,-1 0 1,0 0-1,0 1 0,-12-12 1,15 17 778,-1 1 1,1 1 0,-1-1 0,-1 1 0,1 0 0,-11-5 1688,23 7-2518,64-19 1386,-1-3 0,-1-3-1,99-55 1,-127 62-1239,-38 19-372,0 0 0,0 0 0,0 0 0,1 0 0,-1 0-1,0 1 1,0-1 0,1 1 0,-1-1 0,5 1 0,-6 0-42,0 0 0,-1 1 0,1-1 0,0 0 0,0 0 0,-1 1 0,1-1 0,0 0 0,-1 1-1,1-1 1,0 0 0,-1 1 0,1-1 0,0 1 0,-1 0 0,1-1 0,-1 1 0,1-1 0,-1 1 0,1 0 0,0 0 0,0 4-253,0-1 1,0 0-1,0 0 1,-1 1-1,1-1 1,-1 0-1,0 1 1,-1 5-1,1 1-13,0 48-4088,0-3-2035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0.6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 7498,'0'0'10978,"135"14"-9938,-90-8-184,0 0-416,0-6-248,6 3-192,-6-3-120,0 0-864,19-9-1304,-6-11-2281,-20 5-1112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0.9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 1 10178,'0'0'8642,"-39"210"-8298,39-140-144,-6-15-160,6-14-40,0-18-952,6-23-1841,14 0-2208,5-26-464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1.3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284 1 5921,'0'0'10853,"-15"0"-6597,8 1-4122,1 0 1,0 1-1,-1-1 1,1 1-1,0 1 1,0-1-1,0 1 1,1 0-1,-1 1 0,1-1 1,0 1-1,0 0 1,0 1-1,0-1 1,-7 10-1,-8 9-195,-32 50-1,36-49 47,1 1 0,2 1 0,-20 51 0,28-60-47,0 0 1,2 0 0,0 1 0,0-1 0,2 1 0,0 0 0,2 25 0,0-41 15,-1 1 0,1-1 0,0 0 0,0 1 1,-1-1-1,1 0 0,1 0 0,-1 0 0,0 1 0,1-1 0,-1-1 1,1 1-1,-1 0 0,1 0 0,0 0 0,0-1 0,0 1 1,0-1-1,0 0 0,0 1 0,0-1 0,0 0 0,0 0 0,1-1 1,-1 1-1,0 0 0,1-1 0,-1 1 0,1-1 0,-1 0 1,4 0-1,10 1-355,0 0 0,-1-2 0,26-3 0,-40 4 378,13-2-396,0-2 1,0 1 0,0-2-1,0 0 1,-1 0 0,0-1-1,18-11 1,83-65-4790,-54 37 805,-8 12 202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1.6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78 700 1192,'0'0'15445,"-8"-2"-14376,6 1-1026,0 0-1,0 1 0,0-1 0,0 0 0,0 0 1,0 0-1,0-1 0,0 1 0,0 0 0,0-1 1,1 1-1,-1-1 0,1 0 0,-1 1 0,1-1 1,-1 0-1,0-2 0,1 0-21,0 1-1,0-1 0,0 0 1,0 0-1,1 1 1,-1-1-1,1 0 0,0 0 1,0 0-1,1 0 1,-1 1-1,1-1 1,1-4-1,0 2-7,0 0 0,0 1 0,0-1 0,1 1 0,-1 0 0,2 0 0,-1 0 0,0 0 0,1 0 0,0 1 0,0 0 0,0 0 0,1 0 0,-1 0 0,1 0 0,10-5 0,-7 4-36,1 1 0,0 0 0,0 1-1,0 0 1,0 0 0,1 1 0,-1 0 0,1 0 0,18 0-1,-27 2 13,0 0-1,0 0 0,0 0 1,0 0-1,0 0 1,0 1-1,0-1 0,0 0 1,0 0-1,0 1 0,0-1 1,0 1-1,0-1 1,0 1-1,0-1 0,0 1 1,-1 0-1,1-1 0,0 1 1,0 0-1,-1 0 1,1-1-1,0 1 0,-1 0 1,2 2-1,-1-1 16,-1 1 1,1-1-1,0 0 0,-1 1 0,0-1 1,1 1-1,-1 0 0,0-1 1,0 1-1,-1 4 0,-1 1 57,0 0-1,0 0 1,0 0-1,-1 0 0,0 0 1,-6 9-1,1-5-11,1-1-1,-2 0 0,0-1 0,0 0 0,-1 0 0,-18 13 0,21-18-69,0 0-1,0-1 0,0 0 1,0 0-1,0 0 0,-1-1 0,0 0 1,0-1-1,0 0 0,0 0 0,0-1 1,-10 1-1,16-2-27,1 0 1,0 0-1,0-1 1,-1 1-1,1-1 0,0 1 1,0-1-1,-1 1 0,1-1 1,0 1-1,0-1 1,0 0-1,0 0 0,0 0 1,0 0-1,0 1 1,0-1-1,0 0 0,0-1 1,1 1-1,-1 0 0,0 0 1,1 0-1,-1 0 1,1-1-1,-1 1 0,1 0 1,0 0-1,-1-1 1,1 1-1,0 0 0,0-1 1,0-1-1,2-52-1489,-2 50 1324,2-8-168,0 1 0,1 0 0,0 0-1,1 0 1,0 0 0,1 1 0,1 0-1,6-12 1,8-7-1503,34-39-1,-26 33-261,32-41-3774</inkml:trace>
  <inkml:trace contextRef="#ctx0" brushRef="#br0" timeOffset="1">437 176 6409,'0'0'8736,"-1"15"-7994,-8 68 193,-6 104 1042,14-157-1738,0-15-147,1 1-1,0-1 0,2 1 1,3 20-1,-4-31-98,0-1 1,1 0-1,-1 0 0,1-1 1,0 1-1,0 0 0,0-1 1,0 1-1,1-1 0,-1 1 1,1-1-1,0 0 0,0 0 1,0 0-1,0-1 0,1 1 1,-1-1-1,1 0 0,-1 0 1,9 3-1,-6-2 4,1 0 0,0-1 0,0-1 0,0 1 0,-1-1 0,1 0 0,1 0 0,-1-1 0,0 0 0,0 0 0,0-1 0,0 0 0,0 0 0,0-1 0,-1 1 0,1-2 0,7-2 0,-5 0 4,0 0 0,0-1 0,-1 0 0,0 0-1,0-1 1,0 0 0,-1-1 0,0 0 0,-1 0 0,10-14-1,-2-3 7,0-1 0,-2-1 0,-1 1-1,-1-2 1,-1 0 0,-2 0-1,6-42 1,0-75-1546,-12 127 1050,-1 1-1,-1 0 0,-1-1 1,0 1-1,-2 0 0,-5-19 1,-4 9-4131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2.4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3849,'0'0'10137,"1"16"-9776,25 261 2126,-25-234-2252,4 40-116,-4-83-156,-1 0 0,0-1 1,0 1-1,0 0 0,0 0 1,0-1-1,1 1 1,-1 0-1,0 0 0,0-1 1,0 1-1,1 0 0,-1 0 1,0 0-1,0 0 0,0-1 1,1 1-1,-1 0 0,0 0 1,1 0-1,-1 0 1,0 0-1,0 0 0,1 0 1,-1 0-1,0 0 0,0 0 1,1 0-1,-1 0 0,0 0 1,1 0-1,-1 0 1,0 0-1,0 0 0,1 0 1,-1 0-1,0 0 0,1 0 1,-1 0-1,0 0 0,0 1 1,1-1-1,-1 0 0,0 0 1,0 0-1,0 1 1,1-1-1,-1 0 0,0 0 1,0 0-1,0 1 0,0-1 1,1 0-1,-1 0 0,0 1 1,0-1-1,0 0 0,0 0 1,0 1-1,0 0 1,5-18-1896,-1 0 0,4-31 1,-5 28 547,8-48-2901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2.8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19 187 7098,'2'-155'4530,"-8"126"-3188,-4 26 27,6 3-205,3 0 107,2 3-1273,0 0-1,0 0 0,0 0 0,0 0 1,0-1-1,1 1 0,-1 0 0,1-1 1,0 1-1,0-1 0,0 0 1,0 0-1,0 1 0,0-1 0,1-1 1,-1 1-1,1 0 0,-1-1 0,6 3 1,2 3 15,2 2-42,13 8-3,-1 1 1,42 42-1,-60-53 37,0 0 0,0 0 0,-1 1 0,0-1 0,0 1 0,-1 1 0,0-1 0,-1 0 0,1 1 0,-2 0 0,1 0 0,-1 0 0,-1 0 0,1 9 0,0 7 111,-2-1 1,-1 1-1,-1-1 1,-1 0-1,-1 0 1,-12 39 0,11-50-98,0 1 1,-1-1-1,0 0 1,-1-1 0,0 1-1,-1-2 1,-1 1-1,0-1 1,0 0 0,-1-1-1,0 0 1,-20 15-1,28-23-148,0-1-1,-1 1 1,1-1-1,0 1 0,-1-1 1,1 0-1,-1 0 1,1 0-1,-1 0 0,0 0 1,1-1-1,-1 1 1,0-1-1,-4 1 0,7-1-9,-1-1 0,1 1 0,-1 0-1,1 0 1,-1 0 0,1-1 0,-1 1-1,1 0 1,-1-1 0,1 1 0,-1 0-1,1-1 1,0 1 0,-1 0-1,1-1 1,0 1 0,-1-1 0,1 1-1,0-1 1,-1 1 0,1-1 0,0 1-1,0-1 1,-1 0 0,3-24-4247,8-1-2725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3.2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405 1 6737,'0'0'4529,"-31"16"-3202,1-1-970,12-7-154,-1 1 0,2 1 0,-1 0-1,1 2 1,1 0 0,0 1 0,1 0-1,0 1 1,-17 22 0,5-2 573,2 1-1,-33 62 1,49-81-520,2 1 1,0 1-1,1-1 0,0 1 0,2 0 0,0 0 0,1 0 1,-2 32-1,5-46-244,0 0-1,0 0 1,0-1 0,1 1 0,-1 0 0,1 0 0,0-1-1,0 1 1,0 0 0,0-1 0,1 1 0,0-1-1,-1 0 1,1 1 0,0-1 0,1 0 0,-1 0-1,0 0 1,1-1 0,0 1 0,-1 0 0,7 3 0,0-2-24,0 1 1,0-2 0,1 1 0,0-2 0,0 1 0,0-1 0,15 1 0,5 1-58,-1-1 1,1-2-1,0-1 1,35-5-1,-46 2-345,0 0 0,-1-2 0,0 0 0,0-1 0,0-1 0,0 0 0,25-16 0,6-9-2653,-19 4-1427</inkml:trace>
  <inkml:trace contextRef="#ctx0" brushRef="#br0" timeOffset="1">7 452 7786,'0'0'5817,"244"-8"-5657,-167-19-160,-13 4-72,-6 8-1536,-20 7-1673,-25 8-4721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3.5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5065,'0'0'11547,"19"186"-11331,-12-107-216,-1-6-24,-6-15-296,6-17-673,-6-24-855,0-11-1017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3.9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1 193 11947,'0'0'4392,"167"-64"-4191,-78 37-57,1 1-72,-13 0-64,-6 3-8,-26 5-681,-7 9-575,-25 9-1064,-7 0-1633</inkml:trace>
  <inkml:trace contextRef="#ctx0" brushRef="#br0" timeOffset="1">84 604 7986,'0'0'1744,"212"-132"-1408,-142 89-168,1 8-160,0 3-8,12 11-792,-12 15-1016,-20 1-1425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4.3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1 266 9706,'0'0'3195,"9"-31"-2937,38-98-196,-43 122-67,-1 1 0,1-1-1,0 1 1,1 0-1,0 0 1,-1 1-1,2-1 1,-1 1 0,1 0-1,-1 1 1,2-1-1,-1 1 1,0 0-1,1 1 1,-1-1 0,9-2-1,-1 2-33,0 0 0,0 1 0,1 1 0,-1 0 0,0 1 0,16 1 0,-24 0 74,0 0 0,-1 0 0,1 1 0,0 0 0,-1 0-1,1 1 1,-1-1 0,1 1 0,-1 0 0,0 1 0,0 0 0,0-1 0,0 1 0,0 1-1,7 5 1,-6-2 99,0 0-1,0 0 1,-1 0 0,0 1-1,0 0 1,-1 0-1,0 0 1,0 0-1,4 14 1,-4-9 65,-1 0-1,0 0 1,-1 1 0,0-1-1,-1 1 1,-1-1 0,0 1-1,-1-1 1,0 1 0,-1-1-1,-7 26 1,8-33-168,-1 0 0,-1 0 0,1 0 0,-1-1 0,0 1 1,0-1-1,-1 1 0,1-1 0,-1 0 0,0 0 0,-1-1 0,1 1 0,-1-1 0,0 0 0,0 0 0,0-1 0,-1 0 0,1 0 0,-1 0 0,0 0 0,0-1 1,0 0-1,0 0 0,0 0 0,0-1 0,0 0 0,-8 0 0,6 0-202,0-1 0,0 1 1,0-2-1,0 1 0,-1-1 0,1-1 0,-11-2 1,16 2 61,0 1 1,0-1 0,0 0 0,0 1-1,0-1 1,0 0 0,1-1 0,-1 1-1,1 0 1,0-1 0,-1 0 0,1 1-1,0-1 1,0 0 0,1 0 0,-1 0-1,1 0 1,-1-1 0,1 1 0,-1-4-1,-3-19-786,2 0 0,0 1 0,2-1-1,1-27 1,0 32 54,0-68-3349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4.9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0 462 4537,'0'0'4138,"1"30"-3058,0-5-851,1 51 832,14 92-1,-12-145-825,-3-13-128,0 0-1,1 0 1,1 0 0,-1 0-1,1 0 1,1 0 0,6 13-1,-9-23-133,-1 0-1,0 1 0,1-1 0,-1 0 0,0 0 0,1 0 0,-1 0 0,0 0 0,1 0 0,-1 0 0,1 0 0,-1 0 0,0 0 0,1 0 0,-1 0 0,0 0 0,1 0 0,-1-1 0,0 1 1,1 0-1,-1 0 0,0 0 0,1 0 0,-1-1 0,0 1 0,0 0 0,1 0 0,-1-1 0,0 1 0,0 0 0,1 0 0,-1-1 0,0 1 0,0 0 0,0-1 0,0 1 0,1 0 0,-1-1 1,0 1-1,0 0 0,0-1 0,9-16-476,57-201-2401,-30 86-157,4 6 1231,-11 37 4729,-27 82-2014,4-6 3637,-6 13-4458,1 0 1,0 0 0,-1 0 0,1 0-1,0 0 1,0 0 0,-1 1 0,1-1 0,0 0-1,-1 0 1,1 1 0,0-1 0,-1 0-1,1 1 1,-1-1 0,1 0 0,-1 1 0,1-1-1,0 1 1,-1-1 0,0 1 0,1-1-1,-1 1 1,1 1 0,37 40 461,-3 1 1,-2 2-1,-1 1 1,-3 2-1,33 72 1,-57-109-283,1 1 1,0-2 0,1 1-1,0-1 1,9 11 0,-15-20-251,1 1 0,-1 0 0,1-1 1,-1 1-1,1-1 0,0 1 0,-1-1 0,1 0 0,0 0 1,0 0-1,0 0 0,0 0 0,0 0 0,0 0 0,0-1 1,0 1-1,0-1 0,0 0 0,1 1 0,-1-1 0,0 0 1,0 0-1,0 0 0,0-1 0,0 1 0,1 0 1,-1-1-1,0 1 0,0-1 0,0 0 0,0 0 0,0 0 1,0 0-1,0 0 0,-1 0 0,1 0 0,2-3 0,3-3 27,0 0 0,0-1 0,-1 0 0,0 0 0,-1 0-1,0-1 1,5-12 0,26-69 292,-16 20-110,-4 0 0,-2-2-1,3-73 1,0 10 618,-17 133-801,1 0 1,-1 0-1,0-1 0,1 1 0,-1 0 0,1 0 1,-1 0-1,1 0 0,0 0 0,0 0 0,0 0 1,0 0-1,0 0 0,1 0 0,-1 1 0,1-1 1,-1 0-1,1 1 0,2-2 0,-2 2-33,1 0 1,0 0-1,0 0 0,0 1 1,0-1-1,1 1 0,-1 0 0,0 0 1,0 0-1,0 0 0,0 1 0,6 0 1,2 3 64,0 0 1,0 1-1,0-1 1,-1 2-1,0 0 1,0 0-1,0 1 1,-1 0-1,0 1 1,16 16-1,2 0 179,-2-3-12,-1 1 0,-1 1 0,-2 1 0,0 1 0,-1 1 0,-1 0 0,-2 2 0,0 0 0,-2 1 0,-2 0 0,0 1 0,-2 1 0,11 46 0,-22-76-496,1 8 826,-10-14-4644,-22-25-94,-40-30 0,8 16-2293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6:45.3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1 190 8058,'0'0'9615,"30"5"-8547,-9-1-834,1 0 2,-1 0 0,2-1 0,-1-2 0,0 0 0,0-1 0,0-1 0,0-1 0,28-6 0,7-11 680,0-3-1,93-49 0,-2 0 921,-148 71-1833,7-3 107,0 0 0,0 0 0,0 1 0,0 0 1,0 0-1,11-1 0,-17 3-157,-21 14-10336,-5 5 4808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8:02.0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749 32 10066,'0'0'7877,"-8"-9"521,4 6-8756,-39-5 603,0 2 1,-1 3 0,1 1-1,-1 2 1,-48 6 0,73-3-238,1 1 1,-1 1 0,1 0 0,1 1 0,-1 1 0,1 1 0,0 1 0,1 0 0,-17 13 0,14-9 1,1 1-1,0 1 1,1 1-1,0 1 0,1 0 1,2 1-1,-14 21 1,15-17-10,1 0 0,1 2 1,2-1-1,0 1 0,2 0 0,0 1 0,-3 29 1,5-17 12,2 0 0,1 1 0,2-1 1,6 51-1,-3-69-10,1 0 0,1-1 0,0 1 0,1-1 0,1 0 0,1-1 1,0 0-1,1 0 0,1-1 0,1 0 0,0 0 0,1-1 0,1-1 0,0 0 0,1-1 0,25 19 0,-18-18-36,0 0 0,1-1-1,1-1 1,0-1-1,1-1 1,0-1 0,0-1-1,0-2 1,1 0 0,0-1-1,1-2 1,25 1-1,220-2 767,-257-3-724,0-1 1,0-1-1,0 0 0,0-1 1,0 0-1,24-12 1,-22 9 23,1 0 1,0 2 0,0 0 0,24-4-1,36 2 2992,-79 14-4165,-22 21-3597,4-11-1677,2-5-953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8:05.2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419 82 4825,'0'0'13635,"-14"-12"-12652,-22-1-497,0 1 1,-1 2 0,-1 1-1,0 2 1,-61-3-1,44 4 400,29 4-457,26 15-334,-1 13-120,-2 1 1,-8 40 0,-5 36-35,14-56 73,-4 198-191,7-201 90,3 0 1,1-1-1,17 67 0,-6-38 82,-3 2-1,3 73 1,11 65 39,-27-209-49,0 1 1,1-1-1,0 1 1,0-1-1,0 0 1,0 1-1,0-1 0,1 0 1,0 0-1,-1 1 1,1-1-1,0-1 1,1 1-1,-1 0 1,4 3-1,-2-4-16,0 0 0,-1 0 0,2-1 0,-1 1-1,0-1 1,0 0 0,0-1 0,0 1 0,1-1 0,-1 1-1,0-1 1,5-1 0,22-2 85,-1-1-1,1-1 0,-1-1 1,0-2-1,39-17 1,-43 16 108,0 0 0,1 1 0,0 2-1,0 0 1,33-1 0,-127 7-12065,46 0 4805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8:06.7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1 398 8434,'0'0'9786,"0"-6"-9622,0-29-63,1 1 1,2-1-1,2 0 0,1 1 1,1 0-1,2 0 0,2 1 1,1 0-1,16-31 0,-28 63-81,1 0-1,-1-1 0,1 1 0,-1 0 1,1 0-1,-1 0 0,1 0 0,0 0 0,-1 1 1,1-1-1,0 0 0,0 0 0,0 0 1,-1 0-1,1 1 0,0-1 0,0 1 1,0-1-1,0 0 0,0 1 0,0 0 0,1-1 1,-1 1-1,0 0 0,0-1 0,0 1 1,0 0-1,0 0 0,1 0 0,-1 0 0,0 0 1,0 0-1,0 0 0,0 0 0,0 1 1,1-1-1,-1 0 0,0 1 0,0-1 0,0 1 1,0-1-1,0 1 0,0 0 0,0-1 1,0 1-1,0 0 0,-1-1 0,1 1 0,0 0 1,0 0-1,-1 0 0,1 0 0,0 0 1,0 1-1,5 7 199,1 0 1,-2 1-1,1-1 1,5 14-1,11 26 239,-2 1 0,-2 1 0,18 81-1,-28-94-110,3 28 2274,-11-84-4651,0-118 1504,2 127 463,0-1-1,1 1 1,0 0-1,0 1 0,1-1 1,0 1-1,1-1 0,10-14 1,-11 17-5,28-55-222,-26 46 205,2 0-1,0 0 1,15-20-1,-22 34 83,-1-1-1,1 1 0,0 0 0,0-1 0,0 1 0,0 0 0,0 0 1,0 0-1,0 0 0,0 0 0,1 0 0,-1 0 0,0 0 0,0 0 1,1 1-1,-1-1 0,1 0 0,-1 1 0,1-1 0,-1 1 0,1 0 0,-1-1 1,1 1-1,-1 0 0,1 0 0,-1 0 0,1 0 0,-1 0 0,1 0 1,-1 1-1,1-1 0,-1 0 0,1 1 0,-1-1 0,1 1 0,-1 0 1,1-1-1,-1 1 0,0 0 0,0 0 0,1 0 0,-1 0 0,0 0 1,0 0-1,0 0 0,0 0 0,0 1 0,0-1 0,0 0 0,0 2 0,11 15 77,-2 1-1,0 1 0,-1-1 0,-1 1 0,8 28 0,16 105 159,-13-57 26,-13-57-22,-4-30-4223,-5-20-318,-9-3-669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8:07.6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8730,'0'0'8440,"0"6"-2770,5-2-5924,23 3 296,0-2 0,1-1-1,0 0 1,0-3 0,29-1-1,-6 1-39,138 0-47,-188-1 50,0 0 0,0 1 0,0-1 0,-1 1 0,1-1 0,0 1-1,-1 0 1,1 0 0,0 0 0,-1 0 0,1 0 0,-1 0 0,1 0 0,-1 1 0,0-1 0,0 0 0,1 1 0,-1-1 0,0 1 0,0 0 0,0-1 0,-1 1 0,2 2-1,17 49 270,-13-34-198,44 137 17,-8 2 0,24 175 0,0 178-43,-59-470-39,-3-21 48,0 0 0,0 31 0,-6-47-17,-1-1 0,0 1 0,0-1-1,0 0 1,0 0 0,0-1 0,0 1-1,-1 0 1,1-1 0,-1 0 0,0 0-1,-7 3 1,-12 8 146,8-2-109,-1 1 115,-1 0 1,0-1-1,0 0 1,-1-2-1,-1 0 1,-34 11 0,39-18-78,-1-1 0,1 0 0,-28-3 0,6 1-529,35 1-651,0-6 40,1 1 0,0-1 1,0 0-1,0 1 0,0-1 1,1 0-1,0 1 1,0-1-1,1 1 0,3-9 1,12-21-5630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8:08.0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7866,'0'0'14168,"5"0"-13290,112-1 1955,152 3-2311,-257-2-1436,-1 1 0,0 1 0,20 4 0,-28-5 114,0 0 0,1 1 0,-1-1 0,0 1 0,0-1 0,0 1 0,0 0 0,0 0 0,4 4 0,-4 5-5193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8:08.4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29 3993,'0'0'17672,"26"-4"-16281,54-7-94,83-1 1,-126 12-1579,-10-1 864,53 5-1,-30 10-3008,-44-12 1377,0 1-1,0 0 1,-1 0 0,1 1-1,-1 0 1,5 4 0,3 4-5009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8:09.4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791 25 9010,'0'0'10082,"-2"-17"-9195,-1 16-804,0-1 0,0 1 0,-1 0 0,1 0 0,0 1 0,-1-1 0,1 1-1,0-1 1,-1 1 0,1 0 0,-1 0 0,-4 1 0,-2 0 5,-4-1 8,-8-1-3,-1 1 0,1 1 0,-1 1 0,1 0 0,0 2 0,0 1 0,-26 9 0,12 1-14,0 2 0,1 1 1,1 2-1,1 1 1,0 2-1,2 1 0,1 1 1,-42 46-1,54-50-30,0 1 1,1 1-1,1 0 0,1 2 0,2 0 0,0 0 0,2 1 1,0 0-1,2 1 0,1 0 0,1 1 0,-5 47 0,9-38-51,1-1 0,2 1-1,5 38 1,-3-59-10,0-1-1,2 0 1,0 1-1,0-1 1,2-1 0,0 1-1,0-1 1,1 0-1,15 21 1,-4-13-13,0-1-1,1-1 1,1-1 0,0-1-1,2-1 1,0 0 0,1-2-1,1-1 1,48 22 0,11-3 272,149 37 1,-98-33 262,-128-35-464,-1 0 1,1-1-1,-1 0 0,1 0 1,0-1-1,7 0 0,-12 0 70,-20-15-4614,-1-2-148,-5-3-2061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8:10.1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0 362 616,'0'0'13162,"0"17"-11582,3-59-130,14-72 0,-10 72-1232,25-103 131,-31 143-351,-1 0 0,1-1 0,0 1 0,0-1 0,0 1 0,0 0 0,0 0 0,0 0 0,1 0 0,-1 0 0,1 0 0,0 0 0,3-3 0,-5 5 2,1-1-1,0 1 1,0 0-1,0-1 1,0 1-1,0 0 1,-1 0-1,1-1 1,0 1-1,0 0 1,0 0-1,0 0 1,0 0-1,0 0 1,0 1-1,0-1 0,0 0 1,-1 0-1,1 1 1,0-1-1,0 0 1,0 1-1,0-1 1,1 1-1,2 3 37,1 0-1,-1 0 0,0 0 0,0 0 0,-1 1 0,1 0 1,-1-1-1,0 1 0,3 8 0,19 47 294,-4 0-1,-2 2 1,-3 0 0,10 77-1,-20-70-164,-5-45-396,0-62-271,-2-10 351,3 0 0,2 0-1,2 0 1,22-90 0,-26 132 109,1 1-1,-1-1 1,1 1 0,0 0-1,0 0 1,0 0 0,1 0-1,-1 1 1,1-1 0,0 1-1,1 0 1,-1 0 0,10-6-1,-12 9 45,1 0 0,-1-1 0,1 1 0,-1 0 1,1 0-1,-1 1 0,1-1 0,-1 0 0,1 1 0,0 0 0,-1-1 0,1 1 0,0 0 0,0 0 0,-1 1 0,1-1 0,0 1 0,-1-1 0,1 1 0,-1 0 0,1 0 0,-1 0 0,1 0 0,-1 0 0,0 0 0,1 1 0,-1 0 1,0-1-1,0 1 0,0 0 0,0 0 0,1 2 0,13 16 123,-1 1 1,-1 0 0,-1 1-1,14 34 1,-9-19-307,-11-16-1385,-6-12-4684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8:11.2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317 12 8058,'0'0'15059,"-33"-1"-13827,11-3-888,-46-3-1,-8 7 884,68 26-908,-32 68-309,29-73-12,0 0 0,2 1 1,1 0-1,1 1 0,0-1 0,2 1 0,1 1 0,-2 25 0,6 6-25,-1 57 19,4 1-1,22 127 1,-11-159 42,4 0 0,3-2 0,46 112 0,-39-143-194,-27-46 177,0 0 0,1 0 0,-1-1 0,1 1 0,0-1 0,-1 1 0,1-1 0,0 1 0,0-1 0,0 0 0,0 0 0,0 0 0,0 0 0,0-1 0,0 1-1,0 0 1,5 0 0,-6-1-43,0 1 0,0-1 0,0 1 0,0-1 0,0 1 0,0 0 0,0-1 0,0 1 0,-1 0 0,1 0 0,0-1 0,0 1 0,-1 0 0,1 0 0,-1 0 0,1 0 0,0 0 0,-1 0 0,0 0 0,1 0 0,-1 0 0,0 0 0,1 1 0,-1-1 0,0 0 0,0 0 0,0 0 0,0 2 0,2 42-4779,-2-40 3723,0 20-5214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8:13.2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0 574 4761,'0'0'9001,"5"-3"-4070,-3-9-4724,0-67-103,5 0 0,2 0-1,4 0 1,26-86 0,-28 137-141,-8 23-2,-1-1 0,0 1 0,0-1 0,0 0 0,0 0 0,0-9 0,-1 15 26,-1 0 0,0 0 0,1-1 0,-1 1 0,1 0 0,-1 0-1,1 0 1,-1 0 0,1 0 0,-1 0 0,1 1 0,-1-1 0,1 0 0,-1 0-1,1 0 1,-1 0 0,1 0 0,-1 1 0,0-1 0,1 0 0,-1 1-1,1-1 1,-1 0 0,0 0 0,1 1 0,-1-1 0,0 1 0,1-1 0,-1 0-1,0 1 1,0-1 0,1 1 0,12 26 43,-1 1 0,-1 0 0,10 38 0,-2-5 86,0 0-38,-9-29-84,0-1 1,23 45-1,-33-76-14,0 1 0,0 0-1,0-1 1,1 1-1,-1-1 1,0 1-1,1 0 1,-1-1 0,1 1-1,-1-1 1,1 1-1,-1-1 1,1 1 0,-1-1-1,1 1 1,-1-1-1,1 0 1,0 1-1,-1-1 1,1 0 0,0 0-1,-1 1 1,1-1-1,0 0 1,-1 0-1,1 0 1,0 0 0,-1 0-1,1 0 1,1 0-1,14-15-367,6-35 144,-21 46 249,33-99-19,-18 53 33,1 1-1,25-49 0,-41 96-21,0 0-1,0 0 0,0 0 0,0 0 0,0 0 1,0 0-1,1 1 0,-1-1 0,1 1 0,-1-1 0,1 1 1,-1-1-1,1 1 0,0 0 0,0 0 0,0 0 0,-1 0 1,1 0-1,3-1 0,-4 2 12,1 0 1,-1 0-1,1 0 0,-1 1 0,1-1 1,-1 0-1,1 1 0,-1-1 1,1 1-1,-1 0 0,0-1 0,1 1 1,-1 0-1,0 0 0,0 0 1,1 0-1,-1 0 0,0 0 0,0 0 1,1 2-1,6 7 112,0 2 0,-1-1 0,-1 1 0,9 21-1,-11-23-50,24 60 399,31 126 1,-30-90-379,-11-55-1181,-17-49-1184,-1-22-8553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8:13.8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13 323 7578,'0'0'6740,"0"-34"-6374,0-254 596,8 290 282,0 9-1054,0 1 0,-1 0-1,0 0 1,-1 1 0,0 0 0,-1 0-1,0 0 1,3 19 0,8 14-35,52 157 115,-60-168-243,-1 1 0,-1 0 0,1 68 0,-7-103-27,0 0 0,0 0 0,0 0 0,-1 0 0,1 0 0,0 0 0,-1 0 0,1 0 0,0 0 0,-1 0 0,1 0 0,-1 0 0,1 0 0,-1 0 0,0 0 0,1 0 1,-1 0-1,0-1 0,0 1 0,0 0 0,1 0 0,-1-1 0,0 1 0,0-1 0,0 1 0,-2 0 0,-1 0 5,1 0 0,-1 0 1,0 0-1,0 0 0,0-1 0,-1 1 0,-6-1 0,-1-1-10,-1-1-1,1 1 0,0-2 0,-18-5 0,18 4 20,7 2 80,-1 1-1,1-1 0,0 0 1,0-1-1,0 1 1,-10-8 1558,32 10-884,214 0 870,-226 0-1648,0 0 0,0 0 0,0 0 1,0-1-1,0 0 0,-1 0 0,1 0 0,0 0 0,-1-1 0,1 0 1,-1 0-1,1 0 0,-1 0 0,0-1 0,0 0 0,0 1 0,6-7 1,-7 4-218,1 0 0,-1 1 0,0-1 1,-1-1-1,1 1 0,-1 0 1,0-1-1,0 1 0,-1-1 1,1 0-1,-1 1 0,-1-1 0,1-9 1,0-39-3882,-1-4-2232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8:14.2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11082,'0'0'9132,"85"26"-7619,-69-18-1340,-1 0-1,1 1 0,-1 1 1,-1 0-1,0 1 1,-1 1-1,0 0 0,0 1 1,-1 0-1,10 17 0,-6-7-4,-2 1 0,0 1-1,-2 1 1,0-1 0,12 48-1,-6 1 34,-4 1 0,-3 1-1,2 129 1,-11-147-116,-4 306 429,0-350-435,0 1-1,-1-1 1,0 0 0,-1 1-1,-1-2 1,0 1 0,-1 0-1,0-1 1,-1 0 0,-12 16-1,17-27-39,0 0 0,0 0-1,0 0 1,0 0-1,0-1 1,0 1-1,-1-1 1,1 1 0,-1-1-1,1 0 1,-1 0-1,1 0 1,-1-1 0,0 1-1,1 0 1,-1-1-1,0 0 1,1 0-1,-1 0 1,-4 0 0,3 0-186,0 0 1,1 0-1,-1 1 1,0-1 0,0 1-1,1 0 1,-1 0 0,0 0-1,-4 2 1,-75 41-10220,51-24 1627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8:16.3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1 255 6441,'0'0'14862,"0"14"-14063,1 46-629,3-1 0,2-1-1,16 64 1,-13-83-173,2 1-1,2-2 1,2 0 0,1 0-1,28 46 1,-38-74-30,1 0 0,0 0 1,1-1-1,0 0 0,0 0 0,1 0 1,0-2-1,0 1 0,1-1 0,12 7 1,-19-12 17,1-1 0,-1 1 1,1-1-1,0 1 1,-1-1-1,1-1 1,0 1-1,0 0 0,0-1 1,-1 0-1,1 0 1,0 0-1,0 0 0,0-1 1,0 1-1,-1-1 1,1 0-1,0 0 0,-1 0 1,1-1-1,-1 1 1,1-1-1,-1 0 0,0 0 1,1 0-1,-1 0 1,0-1-1,0 1 1,-1-1-1,1 0 0,-1 0 1,1 0-1,-1 0 1,3-6-1,7-11 13,-1 0-1,0-1 0,-2 0 1,-1-1-1,0 0 1,-2 0-1,0-1 1,4-41-1,-3-19 73,-5-91 0,-2 122-64,0 9 107,-3 0 0,-1 0 1,-2 0-1,-12-42 0,10 49 49,5 23 15,0-1 0,-1 1 0,-9-21 0,11 50 3333,-11 32-9826,0-14-1460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8:17.3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527 90 6649,'0'0'8129,"0"-8"-7217,0 3-765,0 3-47,0 0 0,1 0 0,-1 0 1,0 0-1,0 0 0,0 0 0,0 0 1,-1 0-1,1 0 0,0 0 1,-1 0-1,0 0 0,1 0 0,-1 0 1,0 0-1,0 0 0,0 0 0,0 1 1,0-1-1,-1 0 0,1 1 1,0-1-1,-1 1 0,0-1 0,1 1 1,-3-2-1,-15-3 226,-1 1 0,0 0 0,0 1 0,-1 1 1,1 1-1,-1 1 0,1 1 0,-1 1 0,1 1 0,-27 5 0,33-4-305,1 1 1,-1 0-1,1 1 0,0 0 0,1 1 0,-1 1 0,1 0 0,0 1 0,1 0 0,0 0 0,0 1 0,1 1 0,0 0 0,1 0 0,0 1 0,0 0 0,1 1 0,1 0 0,0 0 1,1 1-1,0-1 0,0 1 0,2 0 0,0 1 0,0-1 0,1 1 0,1 0 0,0 0 0,1 0 0,0 0 0,1 0 0,1 0 0,1 0 0,-1 0 0,2 0 0,0-1 1,6 15-1,-1-6-24,2 0 0,0-1 0,2 0 0,0-1 0,1 0 0,1-1 0,1-1 1,1 0-1,0-1 0,2-1 0,-1 0 0,23 14 0,-17-15 47,1 0 0,1-2 1,0-1-1,0 0 0,2-2 0,-1-1 0,1-2 0,0 0 0,1-2 1,28 2-1,187 3 1640,-242-10-1249,-15 0-8233,-4 0 1347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8:18.0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0 433 8370,'0'0'6679,"0"-32"-6365,1-105-146,0 116-138,0-1-1,1 1 1,2 0-1,0 0 0,13-41 1,-3 18-23,-12 38-3,-1 0-1,2 1 0,-1-1 1,0 0-1,6-8 0,-7 14 3,-1-1 0,0 1 0,1-1 0,-1 0 0,1 1 0,0-1 0,-1 1 0,1-1 0,-1 1 0,1-1 0,0 1 0,0 0 0,-1-1 0,1 1 0,0 0 0,-1-1 0,1 1 0,0 0 0,0 0 0,0 0 0,0 0-1,1 0 13,-1 0 0,0 1 0,1-1 0,-1 1 0,0 0 0,0-1 0,0 1 0,0 0 0,0 0 0,1 0 0,-1 0 0,-1 0 0,1 0 0,0 0 0,0 0 0,0 0 0,1 2 0,16 27 518,-2 1 0,0 1 0,-2 0 1,17 60-1,-23-76-870,-1-24 111,4-43 31,-5 21 193,-1 12 11,-3 7-25,1 0 1,0 1-1,1 0 1,0-1 0,0 1-1,1 1 1,0-1-1,1 1 1,11-14 0,-17 22 3,1 0 0,0 1 0,0-1 1,0 1-1,0-1 0,0 0 0,0 1 1,0 0-1,0-1 0,0 1 1,0 0-1,0-1 0,0 1 0,0 0 1,1 0-1,-1 0 0,0 0 1,0 0-1,0 0 0,0 0 0,0 0 1,0 1-1,0-1 0,0 0 1,1 1-1,-1-1 0,1 1 0,0 1 15,1 0 0,-1 0-1,1 0 1,-1 0 0,0 0 0,0 1-1,0-1 1,0 1 0,2 4-1,2 5-33,0 1 0,-1-1 0,5 17-1,-3 13-1579,-6-13-2683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8:18.7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276 7 5033,'-5'-1'18231,"-22"-4"-18061,22 6-138,1-1 0,0 1 0,-1 0 0,1 1 0,0-1 0,-1 1 0,1 0 0,0 0 0,0 0 0,0 1 0,1-1 0,-1 1 0,1 0 0,-1 0 0,1 0 0,0 0 0,0 1 0,0-1 0,1 1 0,-1 0 0,-1 5 0,-9 12-21,2 1 0,-14 38 1,1 13-6,3 1 0,3 0 1,3 1-1,-6 100 0,7 305 389,14-473-382,0 14 27,2 1 0,0-1 0,1 0 0,1 0 0,1 0 0,1 0 1,1-1-1,1 0 0,10 20 0,-9-25-51,-1 0 0,1-1 0,1-1 0,1 1 0,0-2 0,1 1 0,0-1 0,0-1 0,1-1 0,1 0 0,21 12 0,-35-21-42,1 0-1,0-1 1,0 1-1,-1-1 1,1 1-1,0-1 1,0 0-1,-1 1 1,1-1 0,0 0-1,0 1 1,0-1-1,0 0 1,0 0-1,0 0 1,-1 0 0,1 0-1,0 0 1,0 0-1,0 0 1,0 0-1,0 0 1,0-1-1,-1 1 1,1 0 0,0 0-1,1-2 1,6-19-3592,-6 8 2974,10-24-3817,1 2-1170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8:19.2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1 609 8266,'0'0'4629,"0"-32"-3096,0-207 549,-1 177-1570,3-73 264,-2 133-750,0 0-1,0 0 0,0 0 0,0 0 0,1 0 0,-1 0 0,0 0 0,1 0 0,0 0 1,-1 0-1,1 0 0,0 0 0,0 0 0,0 1 0,0-1 0,0 0 0,1 1 0,1-3 1,-2 4 1,0 0 0,0-1 0,0 1 1,0 0-1,0 0 0,0 0 0,0 0 1,0 0-1,0 0 0,0 0 0,0 1 1,0-1-1,0 0 0,-1 1 0,1-1 1,0 0-1,0 1 0,0-1 0,0 1 1,0-1-1,-1 1 0,1 0 0,0-1 1,0 1-1,0 1 0,7 6 174,-1 0-1,-1 0 1,1 1 0,-1 0 0,5 9-1,5 14 115,-2 0 0,0 1 0,-3 0-1,0 1 1,-2 1 0,-2-1-1,-1 2 1,2 52 0,-5-73-426,0-34-688,-4-43 371,3 0 0,2-1 0,3 1 0,3 1 0,20-69 0,-28 122 376,16-38-87,-17 44 135,0 0 0,0 0 0,0 0 0,0 0 0,0 0 1,1 1-1,-1-1 0,1 0 0,0 1 0,-1-1 1,1 1-1,0-1 0,0 1 0,0 0 0,0 0 0,0 0 1,3-1-1,-4 2 18,1 0 0,-1 1-1,0 0 1,1-1 0,-1 1 0,0 0 0,1-1 0,-1 1 0,0 0-1,0 0 1,0 0 0,0 0 0,0 0 0,0 0 0,0 0 0,0 1-1,0-1 1,0 0 0,-1 0 0,1 1 0,-1-1 0,1 0 0,-1 1-1,1-1 1,0 3 0,15 50 408,-13-44-327,12 57-175,-3 1 0,-3 1-1,-3-1 1,-3 87 0,-3-149-736,0 9-479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8:19.7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 65 5217,'0'0'6947,"12"-10"-6094,37-33 109,-48 42-880,0 0 1,1 0-1,-1 0 1,0 0-1,0 0 0,0 0 1,1 1-1,-1-1 1,0 1-1,1-1 0,-1 1 1,0-1-1,1 1 1,-1-1-1,1 1 0,-1 0 1,0 0-1,1 0 0,-1 0 1,1 0-1,-1 0 1,1 0-1,-1 1 0,0-1 1,1 0-1,-1 1 1,1-1-1,-1 1 0,0 0 1,0-1-1,1 1 1,-1 0-1,0 0 0,0 0 1,0 0-1,0 0 1,0 0-1,0 0 0,0 0 1,0 0-1,0 0 1,0 0-1,-1 1 0,2 1 1,1 3 55,0 0 0,-1 1-1,1-1 1,-2 1 0,1-1 0,1 11 0,-1-4-91,-1 0-1,0 0 1,-1-1-1,-1 1 1,0 0-1,-5 24 1,4-32-93,0 0 0,0 0 0,-1 0 0,1 0 1,-1 0-1,0 0 0,0-1 0,-1 1 0,1-1 1,-1 0-1,0 0 0,0-1 0,0 1 0,-1-1 1,1 0-1,-1 0 0,-9 4 0,6-3-139,-1 0 0,1-1-1,-1 0 1,0-1 0,0 0 0,0 0 0,0-1-1,-1 0 1,-12 0 0,21-2 159,1 1-1,-1 0 1,1 0 0,-1 0 0,1 0 0,0-1-1,-1 1 1,1 0 0,-1 0 0,1-1 0,0 1-1,-1 0 1,1-1 0,0 1 0,-1 0 0,1-1-1,0 1 1,-1-1 0,1 1 0,0 0 0,0-1-1,0 1 1,-1-1 0,1 1 0,0-1 0,0 1-1,0-1 1,0 1 0,0-1 0,0 1 0,0-1-1,0 1 1,0-1 0,0 1 0,0-1-1,0 1 1,0 0 0,0-1 0,1 1 0,-1-1-1,0 1 1,0-1 0,0 1 0,1 0 0,-1-1-1,0 1 1,1-1 0,-1 1 0,0 0 0,1-1-1,-1 1 1,0 0 0,1-1 0,14-2 108,0 0-1,1 1 1,-1 1 0,0 1-1,0 0 1,1 1 0,21 3-1,-25-1 247,1 0 0,-1 0 0,18 8 0,-21-7-281,1 0 1,0 0-1,1-1 0,-1-1 1,0 0-1,16 1 0,-26-4-152,1 1 0,0-1 0,0 0 0,-1 0 0,1 1 0,0-1 0,-1 0 0,1 0 0,-1 0 0,1 0 0,-1 0 0,1 0 0,-1 0 0,0 0 0,1 0 0,-1 0 0,0 0 0,0 0 0,0 0 0,0 0 0,0 0 0,0 0 0,0 0 0,0 0-1,0 0 1,-1 0 0,0-2 0,1-3-572,0-36-3862,0-4-4118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8:20.1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6553,'0'0'11279,"7"14"-10454,23 41-159,152 309 2018,-153-295-2260,-2 1 0,-3 2 0,21 113 1,-33-94 316,-2 179 1,-10-264-806,0-1 0,0 1 0,0 0 1,-1-1-1,0 1 0,0-1 0,0 1 0,-1-1 1,0 0-1,0 0 0,0 1 0,-1-1 1,1-1-1,-1 1 0,0 0 0,-1-1 0,1 1 1,-1-1-1,0 0 0,0 0 0,0-1 1,-1 1-1,1-1 0,-1 0 0,0 0 1,0 0-1,0-1 0,0 0 0,0 0 0,0 0 1,-1 0-1,1-1 0,-9 1 0,-18-1-6514,25-1 1420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8:20.5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73 9058,'0'0'10842,"70"0"-10058,-38 0 129,0 0-233,1 0-344,-14 0-336,6 0-8,-12 0-1032,0-11-1361,-6-19-2568,-7-2-2329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8:20.9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 0 12323,'0'0'5065,"-20"216"-4657,14-120 496,6-12-144,0-5-760,0-15-592,6-11-1728,7-13-2554,-6-13-5632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8:21.2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82 9858,'0'0'5113,"0"-38"-11002,0 20-2233</inkml:trace>
  <inkml:trace contextRef="#ctx0" brushRef="#br0" timeOffset="1">309 47 11707,'0'0'5057,"6"-47"-17780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8:21.6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12 11739,'0'0'10058,"0"-5"-12363,0-1-1688,-6 6-3568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0 4929,'0'0'9855,"-2"0"-9535,0 0 0,1 1 0,-1-1-1,0 0 1,1 1 0,-1-1-1,1 1 1,-1-1 0,0 1 0,1 0-1,-1 0 1,1-1 0,0 1-1,-3 2 1,-14 41 244,2 1 0,-17 74 1,11-38-445,-23 95 14,8 2 1,-22 282 0,58-399-278,1-60-220,0-7-2952,0-50-4452,0 24 1231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5209,'0'0'11165,"0"0"-11128,0 0 0,-1 0 0,1 0-1,0 0 1,0 0 0,0 0 0,-1 1 0,1-1 0,0 0-1,0 0 1,0 0 0,0 0 0,-1 1 0,1-1 0,0 0-1,0 0 1,0 1 0,0-1 0,0 0 0,0 0 0,0 0-1,0 1 1,-1-1 0,1 0 0,0 0 0,0 1-1,0-1 1,0 0 0,0 0 0,0 1 0,0-1 0,1 0-1,-1 0 1,0 1 0,0-1 0,0 0 0,0 0 0,0 1-1,0-1 1,0 0 0,0 0 0,1 0 0,-1 1 0,6 4 162,0 0 0,1-1 0,-1 1 0,1-1 0,0-1 0,0 1 0,1-1 0,-1-1 0,15 4 0,1 2 138,16 5 116,1-2 1,0-2 0,45 5-1,126 4 326,-196-17-750,238 12 363,216 19 314,-457-29-1595,2 7-6210,-6-5 4086,5 6-4067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796 21 3017,'0'0'9326,"-15"-3"-4655,-393-14 614,407 18-5285,0-1-1,1 1 0,-1 0 0,1 0 0,-1-1 1,1 1-1,-1 0 0,1 0 0,-1 0 1,1 0-1,0 0 0,-1 0 0,1 0 0,0 0 1,0 0-1,0 0 0,0 1 0,-2 5-1,-48 117-15,-13 37-71,-9 43-105,24-76 88,-57 248-1,95-323 88,3 1 0,-1 64 1,8-117 10,1 1-1,-1-1 1,1 0 0,0 1 0,0-1 0,-1 0 0,1 0 0,0 1 0,0-1-1,0 0 1,1 0 0,-1 0 0,0 0 0,0 0 0,0 0 0,1-1 0,-1 1 0,1 0-1,-1-1 1,0 1 0,3 0 0,37 12-4,-37-11 15,210 48 467,-113-29-248,-101-21-432,1-1-1,-1 1 1,1-1-1,0 0 0,-1 1 1,1-1-1,-1 0 1,0 0-1,1 1 0,-1-1 1,1 0-1,-1 0 1,0 0-1,0 0 0,0 1 1,1-1-1,-1 0 0,0 0 1,0 0-1,0 0 1,0 0-1,0 1 0,-1-3 1,1-31-3963,0 28 2324,0-26-5752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0 621 7210,'0'0'7907,"3"-8"-7809,51-127 1474,-15 30-600,82-152 1,-120 255-976,0 0 0,0 0 0,0 1 1,0-1-1,0 0 0,0 0 0,1 0 0,-1 1 0,1-1 0,-1 1 0,1-1 0,-1 1 1,1-1-1,0 1 0,0 0 0,0 0 0,0 0 0,-1 0 0,1 0 0,1 1 1,-1-1-1,0 0 0,0 1 0,0 0 0,0-1 0,0 1 0,0 0 0,1 0 1,-1 0-1,0 0 0,0 1 0,0-1 0,3 1 0,-2 1 28,1 0-1,-1 0 1,1 1-1,-1-1 1,0 1-1,0 0 1,0 0-1,0 0 1,0 0-1,-1 0 1,1 0-1,-1 1 1,0-1-1,0 1 1,0 0-1,1 6 1,6 20 240,-3 1 0,0 0 0,-2 0 0,-1 0 0,-2 1 0,-3 47-1,1-11 476,1-68-840,0-44-222,1 20 342,1 0 0,1 0-1,1 1 1,13-41 0,39-88-304,-35 101 84,-17 41 149,-3 5 22,0 0 1,1 0-1,0 1 0,0-1 1,0 1-1,0-1 0,1 1 1,0 0-1,0 0 0,0 0 1,5-5-1,-7 8-18,13 4-225,-7 6 406,0 0-1,0 1 1,-1-1 0,0 1-1,-1 1 1,7 20-1,1 6 63,-2 1 0,-2 1 0,-2 0 0,-1 0 0,-2 1 0,-2-1 0,-2 41 1,1-20 57,1-36-48,-1 0 0,-2-1 0,0 1 0,-7 32 0,7-112-9879,1 24 2532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26 2817,'0'0'14985,"-15"0"-13088,198-13-1146,7 0-490,-189 13-249,0 0 0,0 0 0,0 0 0,1 0 0,-1 1 0,0-1 0,0 0 0,0 1-1,0-1 1,0 1 0,0-1 0,0 1 0,0-1 0,0 1 0,0-1 0,0 1 0,-1 0 0,1 0 0,0-1 0,0 1 0,-1 0 0,1 0-1,0 0 1,-1 0 0,1 0 0,-1 0 0,1 0 0,0 2 0,4 37 593,-3-18-278,12 104 412,-3 161 0,-4-35-664,42 155-63,-3-37 219,-38-213 8,-36-149-90,-88 12 641,-139 8 0,122-16 347,103-11-807,23-1-685,1 0 0,-1 1 0,1-1 0,-1 1 0,1 0 0,0 1 0,-1 0 0,1 0 0,0 0 0,0 1 0,0-1 0,-9 8 0,-50 41-3687,19-9-1652,-5 7-4871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1527 3881,'0'0'9324,"-2"-17"-8938,2 0-238,1 0 0,1-1 0,0 1 0,1 0 0,1 0 0,1 0 0,0 1 0,1-1 0,1 1 0,1 1 0,0-1 0,1 1 0,20-26 0,137-196 1487,262-287-1,-365 451-1549,4 3-1,3 3 1,79-59-1,-122 106-91,0 2-1,2 1 0,0 1 1,0 2-1,2 0 0,0 2 1,0 2-1,1 1 0,0 1 1,0 2-1,1 1 0,55-1 1,-43 5 52,0 2 0,0 1 0,0 3 0,-1 2 0,0 2 0,0 1 0,70 28 0,2 10 95,-3 5 1,165 105-1,-217-117-78,-3 2-1,-1 3 1,-2 3 0,-3 1-1,86 108 1,-46-27 86,-5 4 0,134 282 0,70 320 516,-269-667-495,-3 1 0,-3 1 0,13 139 1,-16 224 585,-17-349-630,-5 0 1,-2-1-1,-5 0 0,-3-2 0,-4 1 0,-39 90 0,56-159-94,-1-1 0,0 0 0,-1 0 0,-1-1 0,0 0 0,-1-1 0,0 0 0,-1 0 0,0-1 0,-1-1 1,0 0-1,-1 0 0,0-1 0,0-1 0,-1 0 0,0-1 0,-28 10 0,-13 0 89,0-3 0,-1-1 0,-92 7 0,108-16-93,-129 12 107,0-8 0,-190-16 1,297 1-138,1-3 1,0-2-1,1-4 1,0-1-1,1-4 1,2-2-1,-90-49 1,-5-17-1,-194-148 0,233 144 29,5-6 0,4-4-1,5-4 1,-156-221-1,232 294-41,2 0 0,1-1-1,2-1 1,1-1 0,2-1-1,2 0 1,1-1 0,2 0-1,-9-75 1,10-8-77,12-233 0,-1 315 90,8-63-4,45-192 0,-25 152-1,77-355-396,-102 489-330,1-1 0,-1 0 0,2 1 0,-1 1 0,1-1 0,1 1 0,-1 0 0,1 0 0,1 1 0,-1 0 0,1 1 0,1 0 0,-1 0 0,1 1 0,16-7 0,-8 3-740,32-20-4854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1499 5945,'0'0'2740,"28"-59"-1828,1-3-675,170-336 806,-133 278-878,180-313 157,-178 325-458,152-183 0,-194 264-175,-26 27 308,0 0 1,0 1-1,0-1 0,0 0 1,0 0-1,0 1 0,0-1 0,0 0 1,0 0-1,0 1 0,0-1 1,0 0-1,0 0 0,0 1 1,0-1-1,0 0 0,0 0 1,0 0-1,0 1 0,0-1 1,1 0-1,-1 0 0,0 1 0,0-1 1,0 0-1,0 0 0,0 0 1,1 1-1,-1-1 0,0 0 1,0 0-1,0 0 0,1 0 1,-1 0-1,0 1 0,0-1 1,1 0-1,-1 0 0,0 0 1,0 0-1,0 0 0,1 0 0,-1 0 1,0 0-1,0 0 0,1 0 1,-1 0-1,0 0 0,0 0 1,1 0-1,-1 0 0,0 0 1,0 0-1,1 0 0,-1 0 1,0 0-1,0-1 0,1 1 0,-1 0 1,0 0-1,0 0 0,0 0 1,1 0-1,-1-1 0,0 1 1,0 0-1,0 0 0,1-1 1,-4 14 106,1 0 0,-2-1 0,1 0 0,-2 1 1,0-1-1,0-1 0,-1 1 0,0-1 0,-10 13 1,-2 6-23,-655 1229 902,655-1225-932,10-20-36,0 0 0,1 0-1,0 0 1,2 1-1,-1-1 1,2 2-1,0-1 1,1 0 0,-2 20-1,62-70-1621,-9-9 1424,-2-2-1,-2-2 0,67-94 0,104-192 14,-107 161-234,-11 18 133,-14 18 165,7 4 0,108-124 0,-167 227 26,-31 30 73,1 0-1,-1-1 0,1 1 1,-1 0-1,1 0 0,-1-1 1,1 1-1,-1 0 0,1 0 1,-1 0-1,1-1 0,-1 1 1,1 0-1,-1 0 0,1 0 1,0 0-1,-1 0 0,1 0 1,-1 0-1,1 0 0,-1 0 1,1 1-1,-1-1 0,1 0 1,-1 0-1,1 0 0,0 1 1,-1-1-1,0 0 0,1 1 1,-1-1-1,1 0 0,-1 1 1,1-1-1,-1 0 0,0 1 1,1-1-1,-1 1 0,1 0 1,0 7 25,0 1 1,-1-1-1,0 0 1,-1 0-1,1 1 1,-1-1 0,-1 0-1,0 0 1,0 0-1,0 0 1,-1 0 0,-1-1-1,1 1 1,-5 7-1,-2 9 4,-442 908 93,75-178 1067,390-756-1920,13-19 365,54-89 109,-5-3 0,110-222-1,-134 236 90,58-109-100,263-457 683,-396 750 1286,-49 88-1410,-103 174 1,45-95-290,-2 8-23,-144 326 258,268-555-393,16-28-563,33-48-274,82-130 256,145-278-1,-55 86-343,-139 248 870,213-319 282,-270 416 6,-9 11-27,0 1 1,1 0-1,0 0 0,1 1 0,-1 0 1,2 0-1,-1 1 0,16-10 1,-20 18 68,-8 22 127,-8 33-115,-2-1-1,-3 0 1,-2-2-1,-26 54 1,-119 210 374,89-178-430,-427 771-111,188-348 117,202-338 1024,111-223-1110,0 0-1,0 0 1,1 0 0,-1 0-1,0 0 1,1 0 0,-1 0-1,0 0 1,0 0-1,1 0 1,-1 0 0,0 0-1,1 0 1,-1 1 0,0-1-1,0 0 1,1 0-1,-1 0 1,0 0 0,0 1-1,0-1 1,1 0 0,-1 0-1,0 0 1,0 1-1,0-1 1,1 0 0,-1 0-1,0 1 1,0-1 0,0 0-1,0 1 1,0-1 0,0 0-1,0 0 1,0 1-1,0-1 1,0 0 0,0 1-1,0-1 1,0 0 0,0 0-1,0 1 1,0-1-1,0 0 1,0 1 0,0-1-1,0 0 1,0 0 0,0 1-1,0-1 1,-1 0 0,1 0-1,0 1 1,0-1-1,0 0 1,-1 0 0,1 1-1,0-1 1,0 0 0,0 0-1,-1 0 1,1 0-1,0 1 1,0-1 0,-1 0-1,28-25-973,69-112 405,-5-3 0,115-244 0,-134 246 164,1-3 45,242-443 480,-218 422 824,173-220 0,-223 336-1315,-40 59 74,-14 34 164,-14 17 67,-2 0 1,-3-2-1,-65 114 0,80-156 58,-520 893 202,229-409 2274,216-332-1455,142-222-2432,294-440 99,-28-50 267,-159 263 815,-119 202 224,32-57 612,6 4 0,110-132 0,-185 251-501,3-1-52,-9 30 642,-11 28-471,-1-2 0,-3 1-1,-2-1 1,-1-1 0,-30 53-1,-8 24-173,-169 393 90,-126 305 127,342-799-245,-6 9-15,2-1-1,2 2 1,0 0 0,2 0-1,2 0 1,-5 47-1,13-73-362,9-12-132,20-24 347,-1 0 0,-1-2 0,-2-1 0,-1-1 0,-2-1 1,33-65-1,-13 24 113,248-434 238,186-294 566,-407 707-735,-70 97-22,0-1 1,0 0 0,0 0 0,0 0 0,0 1-1,0-1 1,1 1 0,-1-1 0,1 1-1,-1-1 1,1 1 0,-1 0 0,1 0 0,0 0-1,0 0 1,-1 0 0,1 0 0,0 0 0,0 1-1,0-1 1,3 0 0,-3 5 20,-1 0 0,0 0 0,0-1 0,-1 1 1,1 0-1,-1 0 0,0 0 0,0 0 0,0 0 0,-1 0 0,1 0 0,-3 8 1,-10 54 54,-3-1 0,-3 0-1,-2-1 1,-4-1 0,-38 71 0,14-28-54,-525 1066 698,553-1131-664,9-22-58,1 0-1,1 1 0,1 0 1,1 0-1,1 1 0,0 0 1,2 1-1,-6 42 0,23-72-1138,65-89 667,-4-3-1,-5-2 1,67-139 0,-102 181 266,125-238-214,80-139 1520,-228 425-594,-5 17-97,-8 36 155,-21 69-176,-196 456-265,131-360-83,49-110-25,-24 54 131,-72 253 0,136-402-165,0-1 0,0 1 0,0-1-1,1 1 1,-1-1 0,0 0 0,0 1-1,1-1 1,-1 1 0,0-1 0,1 1-1,-1-1 1,0 0 0,1 1 0,-1-1-1,1 0 1,-1 1 0,1-1 0,-1 0-1,1 0 1,-1 1 0,1-1 0,-1 0-1,1 0 1,-1 0 0,1 0-1,-1 0 1,1 0 0,-1 0 0,1 0-1,-1 0 1,1 0 0,-1 0 0,1 0-1,-1 0 1,1 0 0,-1 0 0,1 0-1,-1-1 1,1 1 0,-1 0 0,1 0-1,-1-1 1,1 1 0,-1 0 0,1-1-1,0 0 1,28-10-389,-2-14 194,-1-1 1,-2-2-1,0 0 1,28-46-1,-27 39 173,155-238-340,-114 165 257,5 3 0,143-164 0,-210 266 151,87-80 825,-86 80-814,-1 0 0,1 0 0,0 0 0,0 0 0,0 1 0,0 0-1,1 0 1,-1 0 0,0 0 0,1 1 0,-1 0 0,1 0 0,0 1 0,-1-1 0,1 1 0,-1 1 0,1-1 0,10 3-1,-12-1-15,0 1 0,0 0-1,-1 0 1,1 0 0,-1 1-1,0-1 1,0 1-1,0 0 1,0-1 0,-1 1-1,0 0 1,0 1-1,0-1 1,0 0 0,0 1-1,-1-1 1,0 1-1,0-1 1,0 1 0,-1 0-1,1-1 1,-1 1 0,0 0-1,-1-1 1,-1 10-1,3 1 44,3 101 228,-5 0 1,-5 0-1,-6-1 1,-42 188-1,49-282-233,-4 16 107,0 1-1,3 0 1,-3 68-1,39-153-1707,114-185 1138,211-303 474,-348 525-76,0 0 0,0 1 0,1 0 0,0 0 0,0 0 0,1 1 0,1 1 0,-1-1 0,1 2 0,0-1 0,16-7 0,-24 14 16,0 0-1,-1 0 0,1 0 0,-1 0 1,1 0-1,-1 0 0,1 0 1,-1 1-1,1-1 0,-1 0 1,1 1-1,-1-1 0,1 1 0,-1 0 1,0 0-1,1-1 0,-1 1 1,0 0-1,0 0 0,1 0 1,-1 0-1,0 0 0,0 0 0,0 1 1,0-1-1,-1 0 0,1 0 1,0 1-1,0-1 0,-1 0 1,1 1-1,-1-1 0,1 1 0,-1-1 1,1 1-1,-1-1 0,0 1 1,0-1-1,0 1 0,0 0 1,0-1-1,-1 3 0,4 86 499,-4-71-393,-1 33 49,-2 0 1,-2 0-1,-3 0 0,-23 76 1,-83 193 971,81-236-557,12-15-47,17-45-637,14-33-1265,413-668-1347,-393 631 2542,-22 30 142,1 1 0,0 1 0,1-1 1,1 1-1,0 1 0,1 0 0,0 0 1,1 1-1,0 1 0,21-14 0,-33 24 37,0-1-1,1 1 0,-1 0 1,0 0-1,1 0 0,-1 0 1,0 0-1,1 0 1,-1 0-1,0-1 0,1 1 1,-1 0-1,1 0 1,-1 0-1,0 1 0,1-1 1,-1 0-1,0 0 1,1 0-1,-1 0 0,0 0 1,1 0-1,-1 0 1,0 1-1,1-1 0,-1 0 1,0 0-1,1 1 0,-1-1 1,0 0-1,0 0 1,1 1-1,-1-1 0,0 0 1,0 0-1,1 1 1,-1-1-1,0 0 0,0 1 1,0-1-1,0 1 1,0-1-1,0 0 0,0 1 1,1-1-1,-1 0 1,0 1-1,0-1 0,0 0 1,0 1-1,-1-1 0,1 1 1,0-1-1,0 0 1,0 1-1,0-1 0,0 1 1,3 34 221,-1 0 1,-2 0 0,-2 0-1,0 0 1,-3 0-1,-1 0 1,-1-1-1,-14 38 1,-120 278 856,33-91 562,78-187-1835,30-72 168,0 0 0,0-1 0,0 1 0,0 0 0,0 0 0,0 0 0,0 0 0,-1-1 0,1 1 0,0 0 0,0 0 0,0 0 0,0 0 0,0 0 0,0 0 0,-1-1 0,1 1 0,0 0 0,0 0 0,0 0 0,0 0 0,0 0 0,-1 0 0,1 0 0,0 0 0,0 0 0,0 0 0,0 0 0,-1 0 0,1 0 0,0 0 0,0 0 0,0 0 0,0 0 0,-1 0 0,1 0 0,0 0 0,0 0 0,0 0 0,0 0 0,-1 0 0,1 0 0,0 0 0,0 1 0,0-1 0,0 0 0,0 0 0,-1 0 0,1 0 0,0 0 0,0 0 0,0 0 0,0 1 0,0-1 0,0 0 0,0 0 0,0 0 0,0 0 0,-1 1 0,1-1 0,0 0 0,0 0 0,0 1 0,1-42-2218,10-24-858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269 892 4425,'0'0'7248,"-1"-3"-7135,0 0 0,-1 0-1,1 0 1,1 0 0,-1-1 0,0 1-1,1 0 1,-1-1 0,1 1 0,0-1-1,0 1 1,1-6 0,13-16 362,0 0 0,2 1-1,0 1 1,1 1 0,2 1 0,40-37 0,-42 40-240,55-51 102,3 2 0,3 4 0,2 3 0,4 4-1,137-70 1,-153 94-315,2 2-1,0 4 1,2 2-1,1 4 0,1 3 1,0 3-1,150-8 1,-163 21 41,-1 2 1,0 3 0,0 3 0,96 23 0,-113-17 65,-1 2 0,0 2 1,-1 1-1,-1 2 0,-1 2 1,70 52-1,-56-34-12,-2 2 1,-2 2-1,-2 2 0,-1 2 0,-3 3 1,-2 1-1,-3 2 0,-2 1 0,-2 2 1,-3 2-1,-2 0 0,-3 2 0,-3 1 1,27 113-1,-27-43 140,-5 1-1,-7 1 1,-8 223 0,-5-320-184,-2-1 0,-2 1 0,-1-1-1,-2 0 1,-1 0 0,-2-1 0,-30 62 0,17-50 10,-3-1 0,-2-1 1,-2-2-1,-66 71 0,9-30-8,-4-3 1,-3-4-1,-207 123 0,251-168-95,-1-4 0,-1-1 0,-1-3-1,-1-2 1,-2-3 0,-79 16 0,108-29-15,0-2 1,-1-1 0,1-2-1,0-1 1,-1-1-1,1-1 1,0-2 0,0-1-1,0-1 1,1-1-1,0-2 1,0-1 0,1-1-1,-51-28 1,-44-38 19,4-5 1,-160-143-1,212 162-5,2-3 0,3-3 0,3-3 0,3-2 0,-45-82 0,-195-319 130,277 444-127,2 0-1,1-2 0,1 1 0,2-2 0,2 1 1,1-2-1,-8-59 0,8-7-45,5-135 0,4 149 69,1 54-29,0 1 0,3-1 1,0 1-1,2 0 1,2 0-1,0 0 0,3 1 1,0 1-1,2 0 0,28-48 1,-30 60 6,1 1 1,0 1 0,1 0-1,1 1 1,1 0-1,0 1 1,1 1 0,0 0-1,1 2 1,0 0-1,1 0 1,0 2 0,1 0-1,-1 1 1,2 1-1,-1 1 1,1 0 0,24-3-1,24 3-21,86 2 0,-78-25-489,44 18-629,-94 11 1097,-1-2 1,0 0-1,28-7 0,14 1-628,-20 6-5445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1248 6057,'0'0'3332,"16"-49"-3056,56-161-76,-54 162-135,2 1 0,2 1 0,46-73 1,-26 52 18,-115 183 3077,-196 334-2928,198-314 106,65-121-430,10-13-44,11-16-182,-12 11 253,445-524-304,-35-45-128,-273 373-205,-124 174 608,-15 22 88,0 1-1,1-1 0,-1 1 0,1-1 0,-1 1 0,1-1 0,0 1 0,0 0 0,0 0 1,0 0-1,0 0 0,1 0 0,-1 0 0,1 1 0,-1-1 0,1 1 0,0 0 0,2-2 0,-3 16 137,-9 18 11,-1 0 0,-1-1 0,-1 0 0,-2 0 0,-22 39 0,23-46-108,-572 1265 1211,531-1134-974,81-180-2322,64-100 1755,-6-3-1,133-262 1,-159 276 47,1-2 46,196-342-531,-262 524 176,-17 1 624,-2-1-1,-4 0 0,-3-2 1,-59 94-1,24-40 44,-175 320 1350,-316 432 0,665-1053-3666,388-643 1915,-241 392 208,-192 324 103,-24 39-26,90-121 1,-115 177-75,-7 19 33,-6 5 73,-1 0-1,0 0 1,-1 0-1,0 0 0,0 0 1,0 0-1,-1 0 0,-1 0 1,-2 12-1,-27 89 235,-19 33 51,-103 206-1,-104 131 251,115-220-280,-5 12 842,125-221-1297,22-50 171,0 0 0,0 0 0,0 0 0,0 0 0,1 0-1,-1 0 1,0 0 0,0 0 0,0 0 0,1 0 0,-1 0 0,0 0 0,0 0-1,0 1 1,0-1 0,0 0 0,1 0 0,-1 0 0,0 0 0,0 0-1,0 0 1,0 0 0,0 1 0,0-1 0,0 0 0,1 0 0,-1 0 0,0 0-1,0 1 1,0-1 0,0 0 0,0 0 0,0 0 0,0 0 0,0 1 0,0-1-1,0 0 1,0 0 0,0 0 0,0 0 0,0 1 0,0-1 0,0 0 0,0 0-1,0 0 1,0 0 0,0 1 0,0-1 0,0 0 0,-1 0 0,1 0-1,0 0 1,0 1 0,0-1 0,0 0 0,0 0 0,0 0 0,0 0 0,-1 0-1,27-29-564,-25 27 518,176-253-433,172-335 1,-251 416 239,-5 6-80,-15 26-80,109-151 0,-177 278 337,0 1-1,2 1 1,-1 0 0,17-14 0,-23 26 4,-4 13 50,-3 23 63,-2 1 1,-1-1 0,-2-1-1,-1 1 1,-15 38 0,-78 183 431,65-170-260,-467 903 1555,389-784-1406,407-781-3281,179-302 2730,-466 869 173,1-4-15,1 0-1,0 1 1,1 0-1,0 0 1,0 1-1,2 0 1,-1 1-1,1 0 1,17-11-1,-27 20 16,-1 1 0,0 0 0,1-1 0,-1 1-1,0 0 1,1 0 0,-1-1 0,1 1 0,-1 0 0,0 0-1,1 0 1,-1 0 0,1-1 0,-1 1 0,1 0-1,-1 0 1,0 0 0,1 0 0,-1 0 0,1 0 0,-1 0-1,1 0 1,-1 0 0,1 1 0,-1-1 0,0 0-1,1 0 1,-1 0 0,1 0 0,-1 1 0,0-1 0,1 0-1,-1 0 1,1 1 0,-1-1 0,0 0 0,1 1 0,-1-1-1,0 0 1,0 1 0,1-1 0,-1 0 0,0 1-1,0-1 1,0 1 0,1-1 0,-1 1 0,0-1 0,0 0-1,0 1 1,0-1 0,0 1 0,0-1 0,0 1 0,0-1-1,0 1 1,0-1 0,0 0 0,0 1 0,0-1-1,0 1 1,0-1 0,-1 1 0,1-1 0,0 0 0,0 1-1,-1 0 1,3 32 17,-2 1 1,-2 0-1,-1 0 0,-1-1 0,-18 65 1,-67 170 190,57-182-194,-84 227 981,-14-4 1,-294 506 0,379-718-1009,685-1306-1698,-550 1029 1541,151-281-158,-179 355 365,4 3-1,94-109 1,-153 203-28,65-67 66,-69 73-85,1 0 1,0 0-1,0 0 1,1 0 0,-1 1-1,0 0 1,1 0-1,-1 0 1,1 0 0,0 1-1,0-1 1,-1 1-1,1 1 1,0-1 0,0 1-1,5-1 1,-9 2 15,0-1 0,0 0 0,0 0 0,0 1 0,-1-1 0,1 0 0,0 1 0,0-1 0,-1 0 0,1 1 0,0-1 0,-1 1 0,1 0 1,-1-1-1,1 1 0,0-1 0,-1 1 0,1 0 0,-1 0 0,0-1 0,1 1 0,-1 0 0,0 0 0,1-1 0,-1 1 0,0 0 0,0 0 0,1 0 0,-1-1 0,0 1 0,0 0 1,0 0-1,0 0 0,0 0 0,0 0 0,-1-1 0,1 1 0,0 0 0,0 0 0,-1 1 0,1 33 47,-1 0 0,-2 0 0,-1 0 0,-2 0-1,-1-1 1,-19 54 0,-94 211 319,83-213-253,-223 464 1575,-2 3 1022,225-458-2753,37-95 34,0 0 0,1 0 0,-1 0 0,0 0-1,0 0 1,0 0 0,0 0 0,0-1 0,0 1 0,0 0 0,0 0 0,0 0 0,1 0 0,-1 0 0,0 0-1,0 0 1,0 0 0,0 0 0,0 0 0,0 0 0,0 0 0,1 0 0,-1 0 0,0 0 0,0 0 0,0 0-1,0 0 1,0 0 0,0 0 0,0 0 0,0 0 0,1 0 0,-1 0 0,0 0 0,0 1 0,0-1 0,0 0-1,0 0 1,0 0 0,0 0 0,0 0 0,0 0 0,0 0 0,1 0 0,-1 0 0,0 0 0,0 1 0,15-24-606,95-174-516,87-190 936,262-453-755,-445 818 911,-11 15-2,1 1 0,-1 0-1,1 0 1,0 0 0,1 0 0,-1 1 0,1 0 0,0 0 0,1 0 0,-1 0-1,1 1 1,0 0 0,0 0 0,7-3 0,-13 7 35,1 0 1,-1 0-1,1 0 0,-1 0 0,1 0 1,-1 0-1,1 0 0,0 0 0,-1 0 1,1 0-1,-1 0 0,0 0 1,1 1-1,-1-1 0,1 0 0,-1 0 1,1 1-1,-1-1 0,1 0 1,-1 0-1,0 1 0,1-1 0,-1 0 1,1 1-1,-1-1 0,0 1 1,0-1-1,1 0 0,-1 1 0,0-1 1,0 1-1,1-1 0,-1 1 1,0-1-1,0 1 0,0-1 0,0 1 1,0-1-1,0 1 0,0-1 1,0 1-1,0-1 0,0 1 0,0-1 1,0 1-1,0-1 0,0 1 0,0-1 1,0 1-1,-1-1 0,1 1 1,0-1-1,-1 1 0,3 38 31,-3 0 0,-1 0 0,-2 0 0,-2-1 0,-1 1 0,-15 43 0,-89 237 425,102-295-398,-139 330 1038,-23 59 139,191-460-1892,2 2 0,37-57 0,1-4 589,23-65-133,-51 98-229,3 2 0,3 2 0,78-108 1,-110 218-112,-9 12 631,-1-1 0,-3 1 0,-19 76 0,-62 163 765,-8 41 793,88-298-1453,0-1 14,1 0 0,2 1-1,-1 37 1,42-99-1215,9-39 541,65-129 0,-43 72 292,-8 17-188,-6 6-160,5 2-1,133-169 0,-131 215 224,-59 51 297,0 0 0,0 0 1,0 0-1,0 0 0,0 0 0,0 0 1,0 0-1,1 1 0,-1-1 0,0 1 0,1-1 1,-1 1-1,0-1 0,1 1 0,-1 0 0,1-1 1,-1 1-1,0 0 0,1 0 0,-1 0 0,1 0 1,-1 0-1,1 1 0,-1-1 0,0 0 1,1 1-1,-1-1 0,0 1 0,1-1 0,-1 1 1,0-1-1,0 1 0,1 0 0,-1 0 0,0 0 1,0 0-1,0 0 0,0 0 0,0 0 1,0 0-1,0 0 0,0 0 0,-1 0 0,1 1 1,0-1-1,-1 0 0,1 1 0,-1-1 0,1 0 1,-1 1-1,0-1 0,1 2 0,5 53 234,-2 0 0,-3 0 0,-2 0 0,-11 73 0,5-69 214,-3 1 1,-3-2-1,-2 1 1,-2-2-1,-3 0 0,-3-1 1,-47 86-1,86-222-1979,32-38 1157,6 2 0,106-169-1,-134 241 230,-9 13 101,2 0 1,0 1-1,2 1 1,1 1-1,46-44 1,-66 69 46,0 0 0,0 0 1,1 1-1,-1-1 1,1 0-1,0 1 0,-1 0 1,1-1-1,0 1 0,0 0 1,-1 1-1,1-1 1,0 0-1,4 0 0,-6 2 38,0-1-1,1 0 1,-1 0-1,0 1 0,0-1 1,0 1-1,0-1 1,0 1-1,0-1 0,0 1 1,0 0-1,0 0 1,0-1-1,0 1 0,-1 0 1,1 0-1,0 0 1,0 0-1,-1 0 0,1 0 1,0 0-1,-1 0 1,0 0-1,1 2 1,2 8 245,0 1 1,-1-1 0,-1 1 0,0 0-1,-1 20 1,0-29-268,-1 47 192,-2 0-1,-3 0 1,-1-1 0,-3 1-1,-1-2 1,-3 0-1,-2 0 1,-2-1 0,-2-1-1,-2-1 1,-29 43-1,32-57-297,-17 22-388,0-21-3392,6-12-3023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12 5025,'0'0'6859,"0"-1"-6802,0 1-1,0-1 1,-1 1-1,1-1 1,0 1 0,0-1-1,0 1 1,0-1 0,0 1-1,-1-1 1,1 1 0,0-1-1,-1 1 1,1-1 0,0 1-1,-1-1 1,1 1 0,0 0-1,-1-1 1,1 1 0,-1 0-1,1-1 1,0 1 0,-2-1-1,-2 1 11,0 1 0,0-1-1,0 1 1,0 0 0,0 0 0,0 0-1,0 1 1,0-1 0,1 1-1,-1 0 1,1 0 0,-1 0 0,1 0-1,0 1 1,-1 0 0,1-1-1,-4 6 1,-3 5 36,0 0 1,0 1-1,-8 17 0,8-13 5,-25 41 74,-35 83 0,59-116-119,2 1-1,0 0 0,2 1 1,0 0-1,-3 55 1,9-77-70,0 0 1,1 0 0,0 0 0,1-1-1,-1 1 1,1 0 0,0 0 0,1-1-1,-1 1 1,1 0 0,0-1-1,1 0 1,-1 1 0,1-1 0,0 0-1,0 0 1,1-1 0,-1 1 0,1-1-1,0 1 1,0-1 0,1 0 0,-1-1-1,1 1 1,0-1 0,0 0-1,0 0 1,0-1 0,10 4 0,2 1-64,0-2 0,0 0 1,0-1-1,0 0 0,1-2 0,0 0 1,-1-1-1,1-1 0,0 0 1,-1-1-1,33-7 0,-24 2-203,0-1-1,0-2 1,0 0 0,-1-2-1,-1 0 1,45-30 0,-53 30-458,0-1-1,-1 0 1,-1-1 0,0-1 0,0 0 0,14-22-1,-13 14-2387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4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29 137 5737,'0'0'8611,"12"-19"-8608,40-59-114,-49 75 82,0-1 0,0 1 0,1 0 0,-1 0 0,1 0 0,-1 0 0,1 1 0,0 0 0,0 0 0,0 0 0,1 0 0,-1 0 0,0 1 0,1 0 0,-1 0 0,1 0 0,-1 0 0,1 1 0,-1-1 0,1 1 0,-1 1 1,1-1-1,5 1 0,8 0-296,-15-1 284,0 0 0,0 0-1,0 1 1,0-1 0,0 1 0,0 0 0,0-1-1,0 1 1,0 1 0,0-1 0,0 0-1,-1 1 1,1-1 0,0 1 0,-1 0-1,1 0 1,-1 0 0,0 0 0,0 0 0,0 0-1,2 4 1,0 0 33,-1-1 1,0 1-1,-1 0 0,1 0 1,-1 1-1,-1-1 0,1 0 1,-1 1-1,1 11 0,-1-1 72,-2 1-1,1-1 1,-2 1 0,0-1-1,-1 1 1,-11 32-1,8-34 16,-2 0 0,1-1-1,-2 0 1,0 0-1,-1-1 1,-17 21-1,21-29 33,1 0 1,-1-1-1,0 1 0,0-1 0,-1 0 0,0-1 0,0 1 0,0-1 0,0-1 0,0 1 0,-1-1 0,0-1 0,0 1 0,1-1 0,-17 1 1,21-2-107,0-1 1,0 0 0,1-1 0,-1 1 0,0 0 0,0-1 0,1 0-1,-1 1 1,1-1 0,-1 0 0,0 0 0,1-1 0,-1 1 0,1 0-1,0-1 1,0 1 0,-1-1 0,1 0 0,0 0 0,0 0 0,1 0 0,-1 0-1,0 0 1,1-1 0,-1 1 0,1-1 0,0 1 0,-1-1 0,1 1-1,1-1 1,-1 1 0,0-1 0,0-4 0,-1-9-119,0-1 0,1 1 1,1-1-1,2-25 0,-1 23-139,0 11 71,0 0 0,0 0 0,1 0 0,0 0 1,0 0-1,1 0 0,0 0 0,0 1 0,1-1 0,6-9 0,1 2-694,0 1 0,1 1 0,24-22 0,9-1-2938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1 289 1360,'0'0'10483,"15"-20"-10305,52-62-166,-62 78-26,0 0 1,0 0-1,0 0 0,0 1 0,1-1 1,0 1-1,-1 1 0,1-1 0,0 1 0,1 0 1,-1 1-1,0-1 0,0 1 0,1 0 0,-1 1 1,0-1-1,1 1 0,-1 1 0,9 0 0,7 0-89,-14-1 83,1 0-1,0 0 1,-1 1-1,1 0 0,0 1 1,13 4-1,-20-5 36,0 0 0,0 0 0,0 0 0,1 1 0,-1-1 0,0 1 0,-1-1 0,1 1 0,0 0 0,0-1 0,-1 1 0,1 0 0,-1 0 0,1 0 0,-1 1 0,0-1 0,0 0-1,0 0 1,0 1 0,0-1 0,-1 0 0,1 1 0,-1-1 0,1 1 0,-1-1 0,0 1 0,0 3 0,-1 3 126,0 1 0,-1-1-1,0 0 1,0 0-1,-1 0 1,0 0 0,-1 0-1,0-1 1,0 1 0,-1-1-1,0 0 1,0 0 0,-1-1-1,0 0 1,0 0 0,-1 0-1,-11 9 1,9-9-98,0 0 1,0-1-1,0 1 0,-1-2 1,0 1-1,0-2 0,-1 1 1,1-1-1,-1-1 0,0 0 1,0 0-1,0-1 1,0-1-1,-17 1 0,26-2-72,-1-1 0,0 0 0,1 1 0,-1-1-1,1 0 1,-1-1 0,1 1 0,0 0 0,0-1 0,-1 1-1,1-1 1,0 1 0,0-1 0,0 0 0,0 0-1,1 0 1,-1 0 0,1 0 0,-1-1 0,1 1 0,-1 0-1,1-1 1,0 1 0,0-1 0,1 1 0,-1-1 0,0 0-1,1 1 1,-1-1 0,1 0 0,0-3 0,-2-11-247,1 0 0,1 0 1,3-26-1,-2 32 93,1 0 0,0 0 1,1 1-1,0-1 0,1 1 1,0 0-1,0 0 0,8-12 0,4-2-1137,32-39-1,-22 31-611,20-25-4269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38 161 144,'0'0'10088,"-1"25"-9134,-35 388 2496,40-451-10328,0-27 4403,6-61 783,-5 61 1603,-4 34 836,2 0 0,0 0 0,2 0 1,2 1-1,0 0 0,13-31 1,-17 57-659,0 0 1,0 0 0,0 0 0,0 0 0,0 0 0,1 1-1,0 0 1,0 0 0,0 0 0,0 0 0,0 0 0,0 1 0,1 0-1,-1 0 1,1 0 0,0 0 0,0 1 0,-1-1 0,1 1-1,0 1 1,8-1 0,10-1-69,0 1 0,-1 2 0,30 3 0,-47-4-25,-1 0 0,0 1 0,0-1 0,0 1-1,1 0 1,-1 0 0,0 0 0,0 1 0,0 0 0,-1-1 0,1 1 0,0 1 0,-1-1-1,1 0 1,-1 1 0,0 0 0,1 0 0,-1 0 0,-1 0 0,4 4 0,-3 0 55,0 0 1,-1 0-1,1 0 1,-1 1-1,-1-1 1,0 1-1,0-1 1,0 1-1,-1-1 1,0 10-1,-1-7 85,-1-1 0,1 0 0,-2 1 0,1-1 0,-1 0 0,0 0 0,-1 0 0,0-1 0,-1 1 0,0-1 0,0 0 0,0 0 0,-8 7 0,-9 11 599,-2-1 0,-35 29 0,49-45-415,6-5-161,0 0 0,0-1-1,0 1 1,-1-1 0,1-1-1,-1 1 1,-5 2 0,13-6-206,1 1 1,-1-1-1,0 1 1,1 0-1,-1 0 1,0 0-1,1 0 1,-1 1-1,0-1 1,1 1-1,-1 0 1,5 1 0,39 17 160,-11 1-456,-30-15 65,1-1-1,0 0 1,0 0-1,0 0 1,0-1-1,1-1 1,14 5-1,78-3-3257,-50-4-601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0 1800,'0'0'11192,"0"21"-10142,1 147-291,-4 272 747,0-413-2467,0-1-1138,4-24 1004,2-14 175,57-279-5602,-46 181 3804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0 1792,'74'14'3677,"-60"-14"-2109,-11-4 2332,5 5-537,54 32-2527,71 50-1,-119-74-834,0 1-1,-1 1 0,0 0 1,0 1-1,-1 0 0,17 23 0,-23-25-2,0-1-1,-1 1 0,0 0 0,0 1 0,-1-1 0,-1 1 1,0 0-1,0-1 0,-1 2 0,0-1 0,0 12 0,-2-9 53,1 1-1,-2-1 0,0 0 0,-1 0 0,0 0 0,-1 0 0,0 0 1,-1 0-1,-10 21 0,9-26-17,0 0 1,-1-1 0,1 1-1,-2-1 1,1 0-1,-1 0 1,-1-1 0,1 0-1,-1-1 1,-1 1-1,1-1 1,-1-1-1,0 0 1,-11 5 0,2-3-204,0-1 0,0 0 1,0-1-1,-1-2 1,0 1-1,0-2 0,0-1 1,0 0-1,0-1 1,0-1-1,-27-5 1,41 4-293,0 0 0,0 0 0,0-1 0,0 0 0,1 1 0,-1-1 0,1-1 0,0 1 1,0-1-1,0 1 0,-5-8 0,-1-8-4766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0 13899,'0'0'7226,"-25"70"-15692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0 759 7938,'0'0'3736,"5"-34"-3231,-2 18-433,8-52 431,34-117 1,-20 111-262,37-77 1,-47 121-244,0 1 0,2 1 0,2 0 0,0 1 0,26-27 1,-42 51-25,-1 0 1,1 1 0,0-1 0,0 0 0,0 1-1,0 0 1,0-1 0,1 1 0,-1 1-1,1-1 1,-1 0 0,1 1 0,0 0 0,-1 0-1,1 0 1,0 0 0,0 0 0,0 1-1,7 0 1,-8 0 35,0 1 1,0 0-1,0 1 0,0-1 0,0 0 1,-1 1-1,1 0 0,0-1 0,-1 1 1,1 0-1,-1 0 0,0 1 0,0-1 1,0 0-1,0 1 0,0-1 0,0 1 0,-1 0 1,1 0-1,-1-1 0,1 1 0,-1 0 1,1 4-1,11 36 384,-1 0 1,-1 1-1,4 53 1,3 139-660,-17-217 118,0 48-3338,-1-51 930,0 2-4167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9962,'0'0'4553,"225"46"-4553,-148-43-360,13-3-720,-20 0-1089,-12-14-2552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97 1 4297,'0'0'5281,"-26"163"-4785,14-76-96,-1 4 0,-7-7-120,14-20-264,-7-14-16,7-27-664,6-26-840,0-29-1793,0-15-2408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5737,'0'0'8375,"16"1"-8265,21 2 26,126 14-110,-162-17-65,1 0-1,-1 0 0,1 0 1,-1 0-1,1 1 0,-1-1 0,0 1 1,1-1-1,-1 1 0,0-1 0,1 1 1,-1 0-1,0-1 0,0 1 1,1 0-1,-1 0 0,0 0 0,0 0 1,0 0-1,0 0 0,0 0 1,0 1-1,-1-1 0,1 0 0,0 0 1,-1 1-1,1-1 0,0 2 1,-1 0 83,0-1 1,0 1 0,-1 0 0,1-1 0,-1 1 0,1 0 0,-1-1 0,0 1 0,0 0 0,0-1 0,-1 0 0,1 1 0,-3 3 0,-8 10 393,0-1 0,-1-1 0,-18 16 0,29-27-481,-34 27 1534,-68 44-1,74-53-443,62-18-2145,13-2 627,71 8 0,-102-7 410,-1 1 1,1 0-1,-1 0 1,0 2 0,0-1-1,-1 2 1,0-1-1,1 2 1,19 13-1,-29-17 99,0 0 1,0 0-1,-1 1 0,1-1 0,-1 1 0,0-1 0,0 1 0,0 0 1,0-1-1,0 1 0,-1 0 0,0 0 0,0 0 0,0 1 0,0-1 1,-1 0-1,1 0 0,-1 0 0,0 1 0,0-1 0,-1 0 0,1 0 1,-1 0-1,0 0 0,0 0 0,-3 7 0,-1 2 54,0-1 0,-1 0 0,0 0-1,-1-1 1,0 0 0,0 0 0,-13 13 0,8-10-30,-2-1 1,1-1 0,-2 0-1,-21 14 1,28-21-164,0-1-1,0 0 0,-1 0 1,1 0-1,-1-1 1,0 0-1,0-1 0,0 0 1,-1 0-1,-14 0 0,23-3 2,0 1 0,0 0-1,-1-1 1,1 1-1,0-1 1,0 0 0,0 1-1,0-1 1,0 0-1,0 1 1,0-1 0,0 0-1,0 0 1,0 0-1,1 0 1,-1 0 0,0 0-1,1 0 1,-1 0-1,1 0 1,-1-1 0,1 1-1,-1 0 1,1 0-1,0 0 1,-1-1 0,1 1-1,0 0 1,0 0-1,0-1 1,0 1 0,0 0-1,1-3 1,3-42-2277,17-1-957,5 6-1415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1 572 7866,'0'0'3175,"10"-37"-3010,1-3-80,3-11 84,2 1 0,36-78 1,-28 77 100,3 2 1,1 1 0,44-57-1,-57 92-249,-7 15 201,-3 29 916,-5 134 1426,0 71-1641,0-76-6845</inkml:trace>
  <inkml:trace contextRef="#ctx0" brushRef="#br0" timeOffset="1">7 269 12099,'0'0'2880,"199"17"-2952,-141-17-888,12 0-752,-18 0-2265,-14 0-2545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6041,'0'0'576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84 166 4641,'64'-166'6865,"-71"166"-6528,1 0-209,-1 6-128,7 17 104,-6 15 96,0 12 432,-1 20 88,-6 14 152,-6 12-168,0 12 96,-7 0-143,7-21-329,13-14-328,-1-23-208,7-38-1097,19-12-1895,1-3-3042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76 7314,'0'0'5719,"11"31"-4913,37 102 129,-43-119-893,1 0 1,1 0 0,0-1 0,1 0-1,0-1 1,1 0 0,0 0-1,1 0 1,0-1 0,1-1-1,0 0 1,1 0 0,0-1-1,0-1 1,1 0 0,0-1-1,0 0 1,1-1 0,0 0-1,17 4 1,-23-8-241,-1 0-1,1 0 1,0-1-1,0 0 1,0 0-1,0-1 1,-1 0 0,1 0-1,0-1 1,0 0-1,10-3 1,-13 2 38,0 0-1,-1 0 1,1-1 0,-1 1-1,0-1 1,0 0 0,0 0 0,0 0-1,0-1 1,-1 0 0,0 1-1,0-1 1,0 0 0,0-1 0,0 1-1,-1 0 1,0-1 0,2-5 0,12-28-1102,-2-1 1,-2-1 0,12-69 0,-18 66 2282,1-70 1,-7 113-949,0-1 1,0 1 0,0 0-1,0 0 1,0-1 0,0 1-1,0 0 1,0-1 0,0 1 0,0 0-1,0-1 1,0 1 0,-1 0-1,1 0 1,0-1 0,0 1 0,0 0-1,0 0 1,0-1 0,0 1-1,-1 0 1,1 0 0,0-1-1,0 1 1,0 0 0,-1 0 0,1 0-1,0-1 1,0 1 0,-1 0-1,1 0 1,0 0 0,0 0 0,-1 0-1,1 0 1,0-1 0,-1 1-1,1 0 1,0 0 0,0 0-1,-1 0 1,1 0 0,-17 8 1309,-14 19-172,-49 75 593,-79 135 0,57-81-591,47-74-647,-9 14-194,31-52-3789,62-78-1017,8-14-782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58 333 6545,'0'0'4637,"15"-31"-3868,52-100-23,-59 117-641,0 1-1,0 0 0,2 0 0,-1 1 0,2 0 1,0 1-1,0 0 0,1 0 0,15-10 0,-17 16-80,0-1 0,0 1 0,0 1 0,0 0 0,0 0 0,1 1 0,0 1 0,0 0 0,0 0 0,0 1 0,15 0 0,-24 1-11,1 0 1,-1 0-1,1 0 1,-1 0-1,1 1 1,-1-1-1,0 1 1,1 0-1,-1 0 1,0-1-1,1 2 1,-1-1-1,0 0 1,0 0-1,0 1 1,0-1-1,0 1 1,0 0-1,0-1 1,0 1-1,-1 0 1,1 0-1,-1 0 0,0 0 1,1 0-1,-1 1 1,0-1-1,0 0 1,0 1-1,0 3 1,2 6 152,-1 1-1,0-1 1,-1 1 0,-2 24 0,1-17 3,-1-3-22,-1-1-1,-1 0 0,0 0 0,-1 0 0,-1 0 1,0-1-1,-1 1 0,-1-1 0,-1-1 1,0 1-1,0-1 0,-19 22 0,13-18 55,-1-1 0,-1-1 0,0 0 0,-1-1 0,-1-1 0,0 0 0,-1-1 0,-35 17 0,42-24-182,-1-1 0,0-1 0,0 0 0,0-1 0,-1 0 0,1-1 0,-1-1 0,1 0 0,-28-2 0,40 1-48,-1 0 0,1 0 1,0 0-1,0 0 0,-1-1 1,1 1-1,0 0 0,0-1 1,0 1-1,0-1 0,-1 1 1,1-1-1,0 0 0,0 1 1,0-1-1,0 0 0,1 0 1,-1 0-1,0 0 0,0 1 1,0-1-1,1 0 0,-1-1 1,0 1-1,1 0 0,-1 0 1,1 0-1,-1 0 0,1 0 1,0-1-1,-1 1 0,1-2 1,4-39-989,-4 39 895,2-6-346,1 0-1,-1 1 1,2-1-1,-1 1 1,9-14-1,35-45-4200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 70 4945,'0'0'9794,"5"28"-8538,12 95-159,-16-106-922,0 1 0,0-1 1,-2 1-1,0-1 0,-2 1 1,1-1-1,-2 0 0,0 0 1,-7 17-1,-2 6 0,-74 231-1767,86-268-446,4-66-4874,3 1 4290,4-60 633,-9 61 1406,-1-59 930,-2 105 331,1 0 1,-2-1-1,0 1 1,-1 0-1,-8-21 1,10 31-334,0 1-1,0-1 1,1 1 0,-1-1 0,1 0 0,0 1 0,0-1 0,1 0-1,0 0 1,-1 0 0,2 0 0,-1 0 0,2-8 0,-1 9-253,1 0 0,0 1 0,0-1 0,0 0 0,1 1 0,-1 0 0,1-1 0,0 1 0,-1 0 1,2 0-1,-1 1 0,0-1 0,0 1 0,1 0 0,5-3 0,5-4-21,0 1 0,1 1 0,0 1 1,1 0-1,-1 1 0,1 0 0,0 2 0,0 0 0,0 0 0,1 2 1,-1 0-1,0 1 0,33 3 0,-37-1-39,-1 1 1,1 0-1,-1 1 0,1 0 0,-1 1 1,-1 0-1,1 1 0,-1 0 1,0 1-1,0 0 0,-1 0 0,1 1 1,-2 0-1,1 1 0,-1-1 1,-1 2-1,0-1 0,0 1 0,9 18 1,-7-8 81,0 0 0,-2 0 0,0 1 1,-1 0-1,-1 0 0,-1 0 0,-1 1 0,-1-1 1,-1 1-1,-1 0 0,-1-1 0,-5 34 1,1-25 46,-2-1 1,-1 0 0,-1 0 0,-1-1-1,-2 0 1,0-1 0,-2 0 0,-25 36-1,15-29 1,-1-2-1,-1-1 0,-1-1 0,-43 36 1,57-55-140,0-1-1,0-1 1,-1 0 0,0-1 0,-1-1 0,0 0 0,0-1-1,0-1 1,-1 0 0,1-1 0,-1 0 0,0-2 0,-30 2 0,43-4-86,-1 0 0,1 0 0,0 0 0,-1-1 0,1 1 0,0-1 0,-1 0 0,1 0 0,0 0 0,0-1 0,0 1 0,0-1 0,0 1 0,0-1 0,0 0 0,0 0 0,1 0 0,-1-1 0,1 1 0,0-1 0,0 1 0,-3-5 0,3 3-149,0-1 0,0 1 1,0-1-1,0 0 0,1 0 0,0 0 1,0 0-1,0 0 0,1 0 0,0-1 1,0 1-1,0 0 0,0 0 0,1 0 1,1-5-1,1 1-86,0 1 0,0-1 0,1 1 0,1 0 0,-1 0 1,1 1-1,1-1 0,-1 1 0,1 0 0,0 1 0,1-1 0,0 1 1,0 1-1,12-9 0,-10 7-33,76-54-2648,4 8-1014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469 17 5369,'0'0'12495,"-32"-5"-11411,-13-1-665,-48 0 0,85 7-351,0-1 1,1 1 0,-1 0 0,0 1-1,1 0 1,-1 0 0,1 1 0,0 0-1,0 0 1,0 1 0,0 0 0,0 0 0,1 0-1,0 1 1,0 0 0,-9 10 0,1-3 37,0 0-53,0 1 1,1 0-1,1 1 1,0 0 0,1 1-1,0 0 1,2 0 0,0 1-1,0 1 1,1 0 0,2 0-1,-1 0 1,2 1 0,0 0-1,1 0 1,1 0 0,1 0-1,1 1 1,0-1 0,4 36-1,-2-48-105,0 1 0,1-1-1,0 1 1,0-1-1,0 0 1,1 1-1,0-1 1,0-1 0,1 1-1,0 0 1,0-1-1,0 0 1,0 0-1,1 0 1,0 0-1,0-1 1,0 0 0,1 0-1,9 6 1,-4-5-396,-1 0 0,1 0 0,0-1 0,0 0-1,0-1 1,0-1 0,1 1 0,0-2 0,-1 1 0,19-2 0,-26 0 101,-1 0 0,1 0 0,-1 0 0,1-1 0,-1 0 0,1 1 0,-1-1 0,1-1 0,-1 1 0,0 0 0,1-1 0,-1 0 0,0 1 0,0-1 0,0-1 0,-1 1 0,1 0 0,0-1 0,4-4 0,9-23-5442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11522,'0'0'6866,"180"79"-6346,-90-50-256,13-6-264,-1-5-200,39-12-952,-25-6-1617,-20 0-3560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1 760 9234,'0'0'3406,"13"-27"-2570,165-380 1762,-95 188-1988,-83 219-608,0 0 0,0 0 0,0 0 1,0 1-1,0-1 0,0 0 0,0 0 1,0 0-1,0 0 0,1 0 0,-1 0 1,0 0-1,0 0 0,0 0 0,0 0 1,0 0-1,0 0 0,1 0 1,-1 0-1,0 0 0,0 0 0,0 0 1,0 0-1,0 0 0,0 0 0,0 0 1,1 0-1,-1 0 0,0 0 0,0 0 1,0 0-1,0 0 0,0 0 0,0 0 1,0 0-1,1 0 0,-1 0 1,0-1-1,0 1 0,0 0 0,0 0 1,0 0-1,0 0 0,0 0 0,0 0 1,0 0-1,0 0 0,0 0 0,0-1 1,1 1-1,-1 0 0,0 0 0,0 0 1,0 0-1,0 0 0,0 0 0,0-1 1,0 1-1,0 0 0,2 18 164,-1 31 173,-1-46-311,0 560 1116,0-562-1151,0 0 0,0-1 0,0 1 0,0-1-1,-1 1 1,1 0 0,0-1 0,0 1 0,1 0 0,-1-1 0,0 1 0,0-1 0,0 1-1,0 0 1,0-1 0,1 1 0,-1-1 0,0 1 0,1-1 0,-1 1 0,0-1 0,1 1-1,-1-1 1,0 1 0,1-1 0,-1 1 0,1-1 0,-1 1 0,1-1 0,-1 0 0,1 0 0,-1 1-1,1-1 1,0 0 0,-1 0 0,1 1 0,-1-1 0,1 0 0,0 0 0,-1 0 0,1 0-1,-1 0 1,1 0 0,0 0 0,-1 0 0,1 0 0,0 0 0,-1 0 0,1 0 0,-1-1-1,1 1 1,1-1 0,1 0-33,0-1-1,0 1 0,0-1 1,0 0-1,0 0 0,0 0 0,-1-1 1,5-4-1,10-18 139,-1-1 0,-1 0-1,-1-1 1,-2-1 0,16-53 0,-22 63-49,99-340 99,-68 222-3603,-36 129-413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 8874,'0'0'9795,"27"-1"-8514,-10 1-1075,364 1 3255,-108 21-3340,-269-21-578,9 1-409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178 166 6241,'0'0'12914,"1"-5"-9860,5-8-2893,7-1-102,0 2 0,1 0 0,0 0 0,1 1 0,1 1-1,30-15 1,-37 20-68,7-3 33,1 1 0,0 0 0,0 1 1,0 1-1,1 1 0,-1 1 0,31-3 0,131 6 176,-88 2-184,-76-1-3,0 1 0,0 1 0,-1 0 0,1 1-1,-1 0 1,0 1 0,0 1 0,0 0 0,-1 1 0,0 1-1,-1 0 1,17 13 0,1 3 39,-2 1 0,0 2 0,40 49 0,-56-60 43,-1 1-1,-1 0 1,0 0 0,-1 1-1,-1 0 1,-1 1-1,0 0 1,-1 0 0,4 29-1,-3 6 238,-2 0 0,-2 63 0,-4-104-270,0 0 0,-1 0 1,0 0-1,-1 0 0,-1 0 1,0-1-1,0 0 0,-12 20 0,-6 9 173,-32 41 0,26-40-184,13-23-32,0 0-1,0-1 0,-2-1 0,0 0 0,-1-1 0,-1-1 1,0-1-1,-36 20 0,-16 3 63,-96 35 1,113-51-79,26-11-44,-1-1 0,0-2 0,0-1 1,-1-1-1,0-2 0,0-1 1,0-1-1,-30-3 0,54 1 20,-1 0 0,1 0 1,-1-1-1,1 0 0,-1 0 0,1-1 0,0 0 1,0 0-1,0 0 0,1 0 0,-1-1 0,1 0 1,0-1-1,0 1 0,0-1 0,1 0 0,-1 0 1,1 0-1,0 0 0,-5-12 0,-7-11-26,2-1 0,1 0 0,-10-35 0,9 24 81,-52-160-5,57 165-36,2 0-1,2-1 0,-3-67 1,6 41-62,0 35 21,2 0 0,0 0 0,5-30-1,-2 47 38,0 1-1,1 0 0,0 0 0,1 1 1,-1-1-1,8-8 0,10-20 0,-15 24-21,1 0 0,1 1 0,0 0 0,0 0 0,1 1 0,1 1 0,0-1 0,0 2 0,1 0 0,0 0 0,1 1 0,0 0 0,19-7 0,55-49 168,-78 43-6076,3-4-1070,-11 16 1937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18:49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134 101 3409,'-2'0'10164,"-11"9"-8959,5 6-1159,-1 1-1,2 0 1,0 0 0,1 0 0,-7 29-1,-13 92-503,23-121 467,-36 250-90,85-461-1339,-9 49 1592,8 1-92,-44 141-80,-1 3 0,1 0-1,-1 0 1,0 0 0,1 0-1,-1-1 1,1 1-1,-1 0 1,1 0 0,-1 0-1,1 0 1,0 0-1,-1 1 1,1-1 0,0 0-1,0 0 1,0 0-1,0 1 1,0-1 0,0 0-1,0 1 1,1-2 0,-1 29 541,0 46-566,-4 0-1,-3 0 1,-23 107 0,20-144-93,4-20-11,1 0 0,1 1 0,-3 29 0,6-114-30,3 0 0,13-71 0,-4 72 171,1-9 111,2 1 0,42-118 0,-50 181 69,-3 18-60,-3 21 126,-1-27-248,-4 143 354,-28 177 1,-49 143-640,44-270-64,37-192 341,-4 21-69,6-29-261,11-53-113,-3 19 391,194-826 32,-201 850 27,-1 5-6,1 0 1,0 0-1,0 0 1,1 0-1,10-19 1,-14 31-3,0 0 1,0 0 0,0-1-1,0 1 1,0 0 0,0 0-1,0 0 1,0 0 0,0 0-1,0 0 1,0 0-1,0-1 1,0 1 0,0 0-1,0 0 1,0 0 0,0 0-1,0 0 1,1 0 0,-1 0-1,0-1 1,0 1 0,0 0-1,0 0 1,0 0-1,0 0 1,0 0 0,0 0-1,0 0 1,1 0 0,-1 0-1,0 0 1,0 0 0,0 0-1,0 0 1,0 0 0,0 0-1,0 0 1,1 0-1,-1 0 1,0 0 0,0 0-1,0 0 1,0 0 0,0 0-1,0 0 1,0 0 0,1 0-1,-1 0 1,0 0-1,0 0 1,0 0 0,0 0-1,0 0 1,0 0 0,0 0-1,0 0 1,1 0 0,-1 0-1,0 0 1,0 1 0,0-1-1,0 0 1,0 0-1,2 17 336,-2 11-165,-20 436 278,-4-262-1602,62-407 267,11-83 1097,-46 256-194,-4 25-12,1 0 0,1 0 0,0 0-1,0 0 1,0 0 0,0 0-1,1 0 1,1 1 0,5-13 0,-7 25 132,-8 611 206,7-616-354,0-1 0,0 1 0,-1-1 0,1 1 0,0-1 0,0 1-1,0-1 1,0 1 0,0 0 0,0-1 0,0 1 0,0-1 0,0 1-1,0-1 1,0 1 0,0 0 0,1-1 0,-1 1 0,0-1 0,0 1-1,1-1 1,-1 1 0,0-1 0,1 1 0,-1-1 0,0 1 0,1-1-1,-1 0 1,0 1 0,1-1 0,-1 0 0,1 1 0,-1-1 0,1 0 0,-1 1-1,1-1 1,-1 0 0,1 0 0,0 0 0,-1 1 0,1-1 0,-1 0-1,1 0 1,-1 0 0,1 0 0,0 0 0,-1 0 0,1 0 0,0 0-1,1-1-33,0 0-1,0-1 1,0 1-1,0 0 1,0-1-1,0 1 1,-1-1-1,1 0 1,-1 1-1,1-1 1,-1 0-1,3-4 1,8-16 9,-1-1 0,-1 0-1,-1 0 1,8-35 0,15-104 195,5-14 331,-25 155-430,-5 21 115,-1 15 231,11 84-307,-3 1 1,0 122-1,-15-213-131,2 32 24,-1-40-9,0 0 1,0 0-1,0 0 1,0 0-1,0 1 1,0-1-1,1 0 1,-1 0-1,0 0 1,1 0-1,-1 1 1,1-1-1,-1 0 1,1 0-1,0 0 1,-1 0-1,1 0 0,0 0 1,0-1-1,-1 1 1,1 0-1,0 0 1,2 1-1,-3-3-20,1 1-1,-1 0 1,1 0-1,-1 0 0,1-1 1,0 1-1,-1 0 1,1-1-1,-1 1 0,1 0 1,-1-1-1,1 1 1,-1-1-1,0 1 0,1-1 1,-1 1-1,1-1 1,-1 1-1,0-1 0,0 1 1,1-1-1,-1 1 1,0-1-1,0 0 0,0 1 1,1-1-1,-1 0 1,7-24-113,-6 20 51,44-289 77,-26 137 595,-18 150-520,-2 6-42,1-1 0,0 1-1,0-1 1,0 1 0,1-1 0,-1 1 0,0-1 0,1 1 0,-1-1 0,0 1 0,1-1 0,0 1-1,-1-1 1,1 1 0,0 0 0,0-1 0,0 1 0,0 0 0,0 0 0,2-2 0,-3 3 3,0 0 0,1 0 0,-1 0 1,0 0-1,1 1 0,-1-1 0,0 0 1,1 0-1,-1 0 0,0 1 0,0-1 1,1 0-1,-1 0 0,0 1 1,0-1-1,0 0 0,1 1 0,-1-1 1,0 0-1,0 1 0,0-1 0,0 0 1,0 1-1,0-1 0,1 0 0,-1 1 1,0-1-1,0 0 0,0 1 0,0-1 1,0 0-1,0 1 0,-1-1 1,1 1-1,0-1 0,20 169 842,19 201-915,-21-199-357,-14-158-53,0-17-177,3-24-167,-7 26 829,11-76-141,-3 0 1,-3-102 0,1-24 583,-6 191-388,0 11-57,0 0 0,-1 1 1,1-1-1,0 0 0,0 0 0,0 0 0,0 1 0,0-1 0,1 0 0,-1 0 1,1 1-1,-1-1 0,1 0 0,-1 0 0,1 1 0,0-1 0,1-2 0,-1 11 284,3 98-65,0-68-250,-2-1-1,-2 1 0,-2-1 0,-1 0 0,-14 68 1,11-85-47,3-7 14,0 0 0,-1 0-1,-1 0 1,0 0 0,0-1 0,-1 0 0,-14 20-1,20-31 50,0 1-1,-1-1 0,1 1 0,0-1 0,-1 1 1,1-1-1,0 1 0,-1-1 0,1 1 0,-1-1 1,1 1-1,0-1 0,-1 0 0,1 1 0,-1-1 1,1 0-1,-1 1 0,1-1 0,-1 0 0,0 0 1,1 0-1,-1 0 0,1 1 0,-1-1 0,1 0 1,-1 0-1,0 0 0,1 0 0,-1 0 0,1 0 0,-1 0 1,0 0-1,1-1 0,-1 1 0,1 0 0,-1 0 1,1 0-1,-1-1 0,1 1 0,-1 0 0,1 0 1,-1-1-1,1 1 0,-1-1 0,1 1 0,-1 0 1,1-1-1,0 1 0,-1-1 0,1 1 0,0-1 1,-1 1-1,1-1 0,0 1 0,0-1 0,-1 1 1,1-1-1,0 0 0,0 1 0,0-1 0,0 1 0,0-2 1,-6-41-252,6 40 234,-3-310-517,7 241 517,3 1 0,22-96 0,-20 135 6,1 1 0,21-44 0,-29 192 1539,-2-95-1399,0 39 160,-12 104-1,5-61-836,7-89-460,-1-58 433,15-264 601,-14 303-33,0-1 0,1 1 0,-1 0 0,1 0 0,-1 0 0,1 0 0,1 0 0,-1 0 0,0 0 0,1 0 0,0 0 0,0 1 0,0-1 0,0 1 0,6-7 0,-7 10 12,-1 0-1,1 0 1,-1 0-1,1 1 0,0-1 1,-1 0-1,1 0 1,-1 0-1,1 0 0,-1 1 1,1-1-1,-1 0 1,1 1-1,-1-1 0,1 0 1,-1 1-1,1-1 1,-1 1-1,1-1 1,-1 0-1,0 1 0,1-1 1,-1 1-1,0 0 1,1-1-1,-1 1 0,0-1 1,0 1-1,1-1 1,-1 1-1,0-1 1,0 1-1,0 0 0,0-1 1,0 1-1,0 0 1,0-1-1,0 1 0,0-1 1,0 2-1,4 28 199,0 44-338,-3 0 0,-3 0 0,-4-1 0,-2 1 0,-4-2 0,-42 140-1,49-197-11,-6 21-119,-2 0 0,-2-1 0,-20 36 0,31-63 186,0 0-1,-1-1 1,0 0-1,0 0 0,-1 0 1,0-1-1,0 0 1,0 0-1,-1 0 1,0-1-1,0 0 1,0 0-1,-1-1 1,1 0-1,-1 0 0,0-1 1,0 0-1,-1-1 1,-13 4-1,18-6 56,0 1 1,0-1-1,0 0 0,0-1 0,1 1 0,-1 0 1,0-1-1,0 0 0,0 0 0,1 0 0,-1-1 1,1 1-1,-1-1 0,1 1 0,-1-1 0,1 0 1,0-1-1,-4-3 0,2 1 9,1 0 0,-1 0 1,1-1-1,1 0 0,-1 0 0,1 0 1,0 0-1,0 0 0,-2-12 0,-2-11 20,2 0 0,1 0 0,-1-56 0,5 75-10,-2-58 14,3-1 0,3 0 0,4 1 0,2 0 0,30-106 0,-27 134 262,-7 33 934,-16 74 425,-112 353-293,27-112-463,82-260-701,8-33-358,0 0 1,2 0-1,0 1 1,-2 21-1,5-498-1321,0 460 1516,1 0-1,-1 0 1,0 0 0,0 0-1,0 0 1,-1 0 0,1 0-1,0-1 1,0 1 0,0 0-1,-1 0 1,1 0 0,-1 0-1,1 0 1,-1 0-1,1 0 1,-1 0 0,1 1-1,-2-3 1,1 3-4,1 0 0,-1 0 0,1 0-1,-1 0 1,0 0 0,1 0 0,-1 0 0,0 0 0,1 0-1,-1 0 1,1 0 0,-1 0 0,0 0 0,1 1 0,-1-1 0,1 0-1,-1 0 1,1 1 0,-1-1 0,1 0 0,-1 1 0,1-1-1,-1 0 1,0 1 0,-29 36-332,4 11-1305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0:24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532 366 1280,'0'0'2486,"0"1"-2935,0 4 306,0-4 138,2 1 8,1 0 1,0 1-1,1-1 1,-1 0-1,0-1 1,0 1 0,1-1-1,-1 1 1,1-1-1,-1 0 1,1 0-1,0-1 1,-1 1 0,1-1-1,0 0 1,-1 0-1,6 0 1,14-1 8136,19-18-7654,171-78 450,230-70 0,-378 151-741,1 3 0,115-8 0,24-4 56,-78 9-73,179-1 0,-279 23-156,0 2 0,-1 0-1,0 2 1,0 1 0,-1 1-1,-1 1 1,44 31 0,-67-43-21,43 30 34,-2 2-1,-1 2 1,-2 1 0,-2 2-1,37 48 1,26 26 28,-90-100-73,-1 0 1,0 0-1,-1 1 1,0 0-1,-1 1 1,0-1-1,-1 1 1,-1 1-1,0-1 1,4 22-1,13 165 105,-20-160-89,1 0 0,2 0 0,2-1 0,17 59 0,-10-49-3,-3 1 0,-1 0 0,-3 0 0,-2 1 0,-3 88 0,6 55 1,-4-159 12,-2 0 0,-1 0-1,-2 0 1,-2 0 0,-6 37-1,4-52 1,-1-1 1,-1 1-1,-1-2 0,0 1 0,-2-1 0,0 0 1,-1-1-1,-1-1 0,-24 30 0,-12 9 23,-100 91 0,122-126-27,-1-1 1,-1-1-1,0-2 0,-1-1 1,-1-1-1,-54 19 0,-6-7 170,-1-4 0,-1-4 0,-166 12 0,-292-18-86,445-13-170,39-5 86,-1-4 0,2-2 0,-1-3 1,2-3-1,-97-39 0,-88-22 263,217 69-298,1-2 0,-1-2 0,2-1 0,0-1 0,1-1 1,0-2-1,2-1 0,0-1 0,1-1 0,1-1 0,-28-33 0,23 22-15,2-2 0,2-2-1,1 0 1,2-1 0,1-2-1,2 0 1,-26-79-1,39 80 1,3 0-1,1 0 0,2 0 0,1 0 0,3 0 0,9-53 0,3 22 24,3 2 0,53-132 0,-17 55-26,124-310 33,-170 440-47,1 1 1,0 0-1,1 1 1,0 0-1,15-14 1,23-31 82,-14 6-7,-11 16-30,1 0 0,2 2 0,45-48 0,-58 75-12,0 0 1,1 0-1,0 1 0,-1 1 0,2 1 0,-1-1 0,0 2 0,1 0 0,0 1 0,0 1 0,0 0 1,-1 1-1,1 0 0,23 4 0,84-7 204,-117 2 24,46 0-785,-50 2 370,0 0-1,1 0 1,-1 0-1,0 0 1,0 1-1,1-1 1,-1 0-1,0 1 1,0-1-1,-1 1 1,1-1-1,0 1 1,0 0-1,-1-1 0,1 1 1,-1 0-1,1-1 1,-1 1-1,0 0 1,0-1-1,0 1 1,0 0-1,0 0 1,0-1-1,-1 4 1,1 23-4208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20:24.2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444 448 2865,'0'0'3518,"25"-29"-3232,74-88-74,-74 88 367,-25 37-271,-6 19-288,0 0-1,-2 0 0,0 0 0,-2-1 0,-1 0 0,-2-1 1,-27 44-1,-19 43-279,-48 117 0,-66 157-267,147-318 459,4 0-1,2 1 1,-18 120-1,37-188 63,0 1-1,1 0 0,0-1 0,-1 1 0,1 0 0,0 0 0,0-1 0,0 1 0,0 0 1,0 0-1,0-1 0,0 1 0,0 0 0,1 0 0,-1-1 0,1 1 0,0 0 0,-1-1 1,1 1-1,0 0 0,0-1 0,0 1 0,0-1 0,0 0 0,0 1 0,0-1 1,1 0-1,-1 0 0,2 2 0,0-3-22,0 1 1,0-1-1,0 0 1,0 0-1,0-1 1,0 1 0,0-1-1,0 1 1,-1-1-1,1 0 1,0 0-1,0 0 1,-1 0-1,1-1 1,3-2-1,92-72-645,66-105 743,-7-7 0,191-301 0,166-203 1075,-561 781-73,-543 749-2183,105-142 2079,485-696-990,0 0 1,0 0-1,0 0 1,0 0-1,0 0 1,0 0-1,0 0 1,0 0-1,0-1 1,-1 1 0,1 0-1,0 0 1,0 0-1,0 0 1,0 0-1,0 0 1,0 0-1,-1 0 1,1 0-1,0 0 1,0 0 0,0 0-1,0 0 1,0 0-1,0 0 1,-1 0-1,1 0 1,0 0-1,0 0 1,0 0-1,0 0 1,11-30-263,28-47 168,270-415-165,147-212-425,-413 653 664,-43 51 40,0 0 0,0 1 0,0-1 0,0 0 0,0 1 1,0-1-1,1 0 0,-1 0 0,0 1 0,0-1 0,0 0 0,1 1 0,-1-1 0,0 0 0,1 0 0,-1 1 0,0-1 0,0 0 0,1 0 0,-1 0 0,0 0 0,1 1 1,-1-1-1,0 0 0,1 0 0,-1 0 0,0 0 0,1 0 0,-1 0 0,1 0 0,-1 0 0,0 0 0,1 0 0,-1 0 0,0 0 0,1 0 0,-1 0 0,0 0 0,1-1 1,-1 1-1,0 0 0,1 0 0,-1 0 0,0 0 0,1-1 0,-1 1 0,0 0 0,0 0 0,1-1 0,-1 1 0,0 0 0,0 0 0,1-1 0,-1 1 0,0 0 0,0-1 0,0 0 1,-8 31-29,-77 105-111,-106 127 1,93-131 128,74-98 45,-393 501 1415,570-730-2048,140-236 1,-125 175 38,-68 102 300,-65 96 137,-32 52 85,-14 22 21,-287 372 59,76-104 392,-115 118 930,314-386-1327,25-35-346,-1 11 222,14-51 43,3 0 1,2 1-1,2 2 1,4 0-1,1 1 1,48-71-1,2-12-89,-6 1-31,-16 24 13,5 2 1,5 4-1,93-119 1,-142 215 290,-12 23-41,-12 26 75,-28 38-114,-2-1 1,-4-2-1,-3-2 1,-86 103-1,17-20 55,-16 23 47,54-77 336,4 2 1,4 4-1,-59 124 1,167-251-1245,54-66 602,-3-4-1,139-186 1,-21 25 125,-171 208-36,142-143 2,-165 174 33,1 1-1,0 0 0,1 1 0,0 1 0,0 1 0,2 0 0,-1 1 0,1 1 0,34-9 1,-50 16 14,1 0 1,-1 1 0,0-1 0,0 1 0,1 0 0,-1-1 0,0 2 0,1-1-1,-1 0 1,0 1 0,0-1 0,0 1 0,1 0 0,-1 0 0,0 0-1,0 1 1,0-1 0,0 1 0,-1 0 0,1-1 0,0 1 0,-1 0 0,1 1-1,-1-1 1,0 0 0,1 1 0,-1-1 0,0 1 0,-1 0 0,1 0 0,0-1-1,-1 1 1,0 0 0,0 0 0,1 1 0,-2-1 0,1 0 0,0 0-1,0 5 1,2 17 79,-1 0 0,-1 1-1,-1-1 1,-4 35-1,1-5-70,1-12 18,-1 0 0,-2 0 0,-2 0 0,-2-1 0,-24 68 0,-97 192 463,39-101 141,7-15 82,77-150-757,19-45-755,83-122 539,-5-5 0,89-180-1,-97 168 141,215-324 220,-307 509 988,-273 378-945,48-82-84,193-267-24,-28 44 219,-70 147 1,165-271-1505,24-32 1081,180-254-921,347-604 1,-552 863 1060,30-49 56,63-144 1,-140 276 147,-2 0 0,-52 66 0,9-14-156,-927 1399 1376,1020-1530-1987,237-376-269,-118 140 118,182-490 0,-318 742 803,-1-1 0,-1 1 0,-1-2 0,-1 1 0,1-35 0,-9 58 25,1 0 0,-1 0 0,0 0 0,1 1 0,-1 0 0,1 0 0,-1 0 0,1 0 0,0 0 0,0 1 0,0-1 0,0 1 0,1 0 0,-1 0 0,-2 4 0,-123 157 17,-196 331-1,92-127 126,148-247 8,29-44 293,2 2 1,-47 99 0,93-155-229,19-22-175,18-23-176,-1-2 1,-1-1 0,-2-1-1,0-1 1,27-40 0,-17 24 66,831-1083-1162,-811 1050 1037,-23 32 100,-8 13 33,-1-1 0,-2-1 0,-1-1 0,-1-1 0,-2-1 0,17-49 0,-36 85 39,0-1 1,0 1-1,-1-1 1,1 1-1,0-1 1,-1 1-1,1 0 1,-1 0-1,1 0 1,0 0-1,-1 0 0,1 0 1,0 0-1,-1 0 1,1 1-1,-1-1 1,1 1-1,0-1 1,0 1-1,-1-1 1,1 1-1,0-1 1,0 1-1,0 0 0,-1 0 1,1 0-1,0 0 1,0 0-1,0 0 1,1 0-1,-1 0 1,0 0-1,-1 2 1,-76 60 235,3 3 1,3 4-1,-69 85 1,-188 262 299,209-260-404,-156 225 142,256-344-485,30-54-84,0 1 1,1 0-1,1 1 0,0 0 0,1 1 0,21-17 0,25-27 206,59-90 39,116-189 0,3-6-517,-193 289-131,-44 54 634,0-1 0,0 1 0,0-1 0,0 0 0,0 1 0,0-1 0,0 1 0,0-1 0,0 0 0,0 1 0,0-1 0,0 1 0,0-1 0,0 0 0,0 1 0,0-1 0,1 0 0,-1 1 0,0-1 0,0 1 0,0-1 0,1 0 0,-1 1 0,0-1 0,0 0 0,1 0 0,-1 1 0,0-1 0,1 0 0,-1 0 0,0 1 0,1-1 0,-1 0 0,0 0 0,1 0 0,-1 1 0,0-1 0,1 0 0,-1 0 0,1 0 0,-1 0-1,0 0 1,1 0 0,-1 0 0,1 0 0,-1 0 0,0 0 0,1 0 0,-1 0 0,1 0 0,-1 0 0,0-1 0,1 1 0,-1 0 0,0 0 0,1 0 0,-1-1 0,0 1 0,1 0 0,-4 22-3,-2 1 1,-1-1-1,-1 0 1,0 0-1,-2 0 1,0-1-1,-2-1 0,-24 38 1,11-16 16,-307 522 949,-125 229 1105,450-783-1994,0 1 0,1 0 0,0 0 0,1 0 1,0 0-1,1 1 0,0-1 0,0 1 0,2 0 0,-1 20 0,2-32-71,0 0-1,0 1 0,0-1 1,0 0-1,0 1 1,0-1-1,0 0 1,0 1-1,0-1 0,0 0 1,0 1-1,1-1 1,-1 0-1,0 1 0,0-1 1,0 0-1,1 1 1,-1-1-1,0 0 1,0 0-1,1 0 0,-1 1 1,0-1-1,0 0 1,1 0-1,-1 0 1,0 1-1,1-1 0,-1 0 1,0 0-1,1 0 1,-1 0-1,0 0 0,1 0 1,-1 0-1,0 0 1,1 0-1,-1 0 1,0 0-1,1 0 0,-1 0 1,1 0-1,-1 0 1,0 0-1,1 0 1,-1 0-1,0-1 0,0 1 1,1 0-1,-1 0 1,0 0-1,1-1 0,-1 1 1,0 0-1,0 0 1,1-1-1,-1 1 1,0 0-1,0-1 0,23-5-87,-1-2-1,0 0 1,-1-1-1,0-2 1,0 0-1,-1-1 1,-1-1-1,0-1 0,0 0 1,-2-2-1,17-17 1,189-214-404,-203 223 446,95-120-407,-7-5-1,-6-5 1,154-313-1,-232 412 597,-22 48 62,-6 10 37,-44 74 353,30-48-761,-268 424 154,-248 442 1057,532-890-1025,-3 3 15,0 1-1,0 1 0,1-1 1,0 0-1,1 1 1,0 0-1,1 0 1,-1 0-1,2 0 0,-1 21 1,14-36-607,53-52 301,-3-4-1,-3-1 0,94-131 1,130-241 152,-189 282-212,433-758-320,-485 818 1251,-45 88 82,-13 21 78,-99 143 464,105-146-1440,-215 339 317,-268 566 0,472-876-115,10-23-20,0 0 1,2 1-1,0 0 1,1 0-1,1 1 1,1 0-1,-6 45 0,79-110-1913,24-57 1762,-6-5 0,-3-3 0,98-175 0,-108 168 64,401-692-484,-473 807 621,0 0-1,0 1 1,0-1-1,0 1 1,1-1-1,-1 1 1,0-1 0,0 0-1,0 1 1,1-1-1,-1 1 1,0-1-1,1 0 1,-1 1-1,0-1 1,1 0 0,-1 1-1,0-1 1,1 0-1,-1 0 1,0 1-1,1-1 1,-1 0 0,1 0-1,-1 0 1,1 1-1,-1-1 1,1 0-1,-1 0 1,0 0-1,1 0 1,-1 0 0,1 0-1,-1 0 1,1 0-1,-1 0 1,1 0-1,-1 0 1,1 0-1,-1-1 1,0 1 0,1 0-1,-1 0 1,1 0-1,-1-1 1,0 1-1,1 0 1,0-1 0,-9 64 335,-32 59-363,-5-3 1,-6-1 0,-105 179 0,42-83 2,-44 82 30,-135 292 734,285-569-710,1 1 0,1 0 0,1 0 0,1 0 1,0 0-1,1 1 0,1 26 0,2-46-57,0 0 0,1-1 1,-1 1-1,0 0 0,1 0 0,-1 0 0,1 0 1,-1-1-1,1 1 0,0 0 0,-1-1 0,1 1 0,0 0 1,-1-1-1,1 1 0,0-1 0,0 1 0,0-1 0,-1 1 1,1-1-1,0 0 0,0 1 0,0-1 0,0 0 1,0 0-1,0 1 0,0-1 0,0 0 0,0 0 0,0 0 1,0 0-1,-1 0 0,1-1 0,0 1 0,0 0 0,0 0 1,0-1-1,0 1 0,0 0 0,0-1 0,-1 1 0,1-1 1,1 0-1,48-20-409,-23 1 291,0-1 0,-1 0-1,-1-2 1,-2-1 0,37-47-1,104-163 73,-110 153 54,101-168 178,-10-6 0,156-384 0,-264 570 469,-33 70 388,-20 42-302,-243 514-141,105-234-472,100-214-61,34-74-47,1 0-1,2 1 1,2 0 0,1 1-1,2 1 1,1 0 0,2 1-1,-3 39 1,12-77-24,0-1 1,0 1-1,1-1 1,-1 1-1,0-1 1,1 0-1,-1 1 1,0-1-1,1 1 1,-1-1-1,1 0 1,-1 1-1,1-1 1,-1 0-1,1 0 1,-1 1-1,0-1 1,1 0-1,0 0 1,-1 0-1,1 0 1,-1 0-1,1 0 1,-1 1-1,1-1 1,-1 0-1,1 0 1,-1-1-1,1 1 1,-1 0-1,1 0 1,-1 0-1,1 0 1,-1 0-1,1-1 1,-1 1-1,1 0 1,-1 0-1,1-1 1,-1 1-1,1 0 1,-1-1-1,0 1 1,1 0-1,-1-1 1,1 1-1,-1-1 1,1 0-1,31-22-362,11-24 217,-2-1 0,-2-2 0,-3-2-1,48-88 1,109-252-474,-94 187 6,-31 69 694,74-211 0,-201 627 2275,-21-39-2310,33-109-137,6 2 0,5 1-1,-23 178 1,58-309 68,0 1 0,1 0 0,-1 0 0,1-1 0,0 1 0,0 0 1,1 0-1,-1-1 0,1 1 0,0 0 0,1 0 0,-1-1 0,4 9 0,-4-12 14,0-1-1,0 1 0,0-1 1,0 1-1,0-1 0,1 1 1,-1-1-1,0 0 0,0 0 0,0 1 1,0-1-1,0 0 0,0 0 1,1 0-1,-1 0 0,0 0 1,0 0-1,0-1 0,0 1 1,0 0-1,0-1 0,0 1 1,1 0-1,-1-1 0,0 0 1,0 1-1,-1-1 0,1 1 1,0-1-1,0 0 0,0 0 1,0 0-1,1-1 0,12-12-154,0 0 0,-1-1 0,0-1-1,20-33 1,37-86-155,-5-3 0,86-268 0,-128 339 291,22-71 208,-43 130 237,-2 22 404,-5 44-680,-3-2 0,-3 1 0,-2-1 0,-35 95-1,-1 9-33,12-32 28,17-69-16,3 1-1,2 1 1,4 0-1,-7 97 1,18-151-260,7-19-409,104-176 139,-8-4 0,109-288 0,-203 458 463,-4 7 58,0 0 1,1 1-1,1 0 1,1 0 0,0 1-1,13-18 1,-21 58 1335,-12 20-1326,-2-1 1,-2 0-1,-2-1 0,-26 45 1,-25 67-28,14-11 287,-54 220 1,138-460-982,61-140 1,9-21 299,-57 150 91,-30 82 176,-2-1 0,0 0 0,-2-1 1,-1 0-1,0 0 0,4-43 0,-11 153-285,-4-1-1,-22 134 1,-4-61-959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30.38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171 273 7770,'0'0'9858,"-2"0"-9423,0 0 1,0 0 0,1 0-1,-1-1 1,0 1 0,0 0 0,0-1-1,0 0 1,1 1 0,-1-1-1,0 0 1,-2-1 0,5-3-447,0-1-1,0 1 1,0 0 0,1 0 0,-1 0 0,1 0 0,0 0 0,1 0 0,-1 1 0,1-1 0,6-7-1,44-50 95,-31 39-59,-12 11-35,1 2 0,0 0 0,1 0 1,0 1-1,0 1 0,1 0 0,0 0 0,1 1 0,0 1 0,0 0 1,0 1-1,18-4 0,-24 7 6,-1 1 0,1 0-1,0 0 1,0 1 0,0-1 0,-1 2 0,1-1-1,0 1 1,0 0 0,-1 1 0,1 0 0,-1 0-1,1 0 1,-1 1 0,0 1 0,0-1 0,0 1-1,0 0 1,-1 0 0,1 1 0,-1 0 0,0 0-1,-1 1 1,1-1 0,4 8 0,2 5 37,0 0 1,-2 1-1,0 0 1,-1 1 0,-1 0-1,-1 1 1,0 0-1,-2 0 1,5 43-1,-4 9 88,-5 118 0,-2-164-102,-2 24 12,-3 0 0,-1 0 0,-3-1 0,-28 84 0,9-56 8,-3-1-1,-46 81 0,67-138-28,-7 14 16,-2 0 0,-27 34 0,42-61-15,-1 0-1,0 0 1,0-1 0,0 0 0,-1 0 0,0-1 0,0 0 0,0 0 0,0 0-1,-1-1 1,0 0 0,0 0 0,0-1 0,-1-1 0,-9 3 0,13-4 0,1-1 0,-1 0 0,1 0 1,-1 0-1,1-1 0,-1 1 0,1-1 1,0 0-1,-1 0 0,1-1 0,0 1 0,0-1 1,0 0-1,-6-4 0,2 1-4,1-1-1,0 0 1,0 0 0,0-1-1,1 0 1,-9-13-1,-2-7-24,1 0 0,1-2 0,-12-34 0,8 14-10,3-1 1,2-1-1,2 0 0,-6-73 1,11 44-6,4-1 0,8-97 1,-1 149-13,1 1 1,1-1-1,1 1 0,1 0 1,2 0-1,1 1 1,1 1-1,1 0 0,18-26 1,-29 49-66,0 0 1,1 0-1,-1 1 1,1-1-1,-1 1 1,1-1 0,0 1-1,0 0 1,0 0-1,0 1 1,0-1-1,0 0 1,1 1 0,-1 0-1,0 0 1,1 0-1,-1 0 1,1 0-1,-1 1 1,1 0-1,-1 0 1,1 0 0,0 0-1,-1 0 1,1 0-1,-1 1 1,7 2-1,-6-2-376,-1 0-1,1 1 1,-1-1-1,0 1 0,0 0 1,0 0-1,0 0 1,0 0-1,-1 0 0,1 1 1,0-1-1,-1 1 1,0-1-1,0 1 0,0 0 1,0 0-1,3 5 0,-3 7-4669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31.07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 24 5521,'0'0'10762,"0"0"-10748,0 0-1,-1 0 1,1 0-1,0-1 0,0 1 1,0 0-1,0 0 1,0 0-1,0-1 0,0 1 1,0 0-1,0 0 1,0-1-1,0 1 0,0 0 1,0 0-1,0-1 1,0 1-1,0 0 0,0 0 1,0 0-1,0-1 0,0 1 1,0 0-1,0 0 1,0-1-1,1 1 0,-1 0 1,0 0-1,0 0 1,0-1-1,0 1 0,1 0 1,-1 0-1,0 0 1,0 0-1,0 0 0,1-1 1,-1 1-1,0 0 0,0 0 1,0 0-1,1 0 1,-1 0-1,0 0 0,0 0 1,1 0-1,-1 0 1,19-5 556,-1 1 0,1 1 1,0 1-1,0 1 1,0 0-1,26 3 0,-40 0-521,-1-1-1,0 1 1,0 0-1,0 0 0,-1 0 1,1 1-1,0 0 1,-1-1-1,0 1 0,1 0 1,-1 1-1,0-1 1,-1 0-1,1 1 0,-1 0 1,1-1-1,-1 1 1,0 0-1,0 0 0,-1 1 1,1-1-1,0 5 1,5 13 187,-1 0 1,5 47 0,0 241 803,0-6 15,-10-289-1003,1-1 0,1 1 0,0-1 0,1 0 0,9 23 1,-12-35-47,0 1 0,1 0 0,0 0 0,-1-1 0,1 1 0,0-1 0,0 1 0,0-1 0,1 0 0,-1 0 0,0 0 0,1 0 1,-1 0-1,1-1 0,0 1 0,0-1 0,0 0 0,-1 1 0,1-1 0,0-1 0,0 1 0,1 0 0,-1-1 0,0 1 0,0-1 1,0 0-1,0 0 0,0 0 0,0-1 0,0 1 0,1-1 0,3-1 0,-1 0 62,-1 1 0,0-2 0,1 1 0,-1 0 0,0-1 0,-1 0 0,1 0 0,0-1 0,-1 1 0,0-1 0,6-6-1,38-54 1140,-41 52-880,1 1 1,0-1 0,1 1-1,0 1 1,16-14 0,-25 24-326,1 1 1,-1-1-1,1 0 1,-1 1 0,1-1-1,-1 0 1,1 1 0,-1-1-1,0 1 1,1-1-1,-1 1 1,1-1 0,-1 1-1,0-1 1,0 1-1,1-1 1,-1 1 0,0-1-1,0 1 1,0 0 0,0-1-1,1 1 1,-1-1-1,0 1 1,0 0 0,0-1-1,0 1 1,0-1-1,-1 1 1,1 0 0,0-1-1,0 1 1,0 0 0,0 33-1413,0-31 1077,0 72-8788,0-50 1594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31.60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29 6585,'0'0'14868,"52"-3"-14396,-7-2-56,6 2-232,-6-3-112,-7 0-72,-6 3-256,-12 0-792,-7 3-1097,-7 0-1672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31.95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12523,'0'0'7841,"167"0"-7841,-129 0-880,7 0-1200,-7 15-2593,-5 8-3865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32.68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52 18 4889,'0'0'6787,"-2"-18"-2280,-28 18-10146,10 0 1216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34.38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119 3 4745,'0'0'6593,"0"0"-6527,1 0 0,-1-1-1,0 1 1,1 0-1,-1 0 1,0 0 0,1-1-1,-1 1 1,0 0-1,0 0 1,1 0 0,-1 0-1,1 0 1,-1 0 0,0 0-1,1 0 1,-1 0-1,0 0 1,1 0 0,-1 0-1,0 0 1,1 0-1,-1 0 1,0 0 0,1 0-1,-1 0 1,0 0-1,1 1 1,-1-1 0,0 0-1,1 0 1,-1 0-1,0 1 1,0-1 0,1 1-1,1 9 318,-1 1 0,1 0 0,-2 0 0,0 0 0,-2 19 0,0 10 117,2-34-454,1 23 116,-1 0 0,-2 0-1,0 0 1,-2 0 0,-15 52-1,14-66-122,-31 76 151,33-84-172,-1 0 1,0 0 0,0 0 0,0 0 0,-1-1 0,0 0 0,-1 0 0,1 0 0,-10 7 0,14-12-83,0 0 0,0 0 1,0 1-1,1-1 0,-1 0 1,0 1-1,1-1 0,-1 1 0,1-1 1,-1 0-1,1 1 0,-1-1 1,1 1-1,0 0 0,0-1 1,0 1-1,0-1 0,0 1 0,0-1 1,1 1-1,-1-1 0,1 3 1,12 44 308,-7-30-293,13 62 484,-4 1 0,-4 0 1,3 150-1,-14-173 193,-2 0-1,-3 0 1,-13 65-1,17-114-329,1-8-435,19-41-12139,-12 28 6201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35.02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239 134 6425,'0'0'8733,"0"-16"-8278,0-83 222,-1 98-612,1 0 0,0 0 0,0 0 0,0 0 0,-1 0-1,1 1 1,0-1 0,-1 0 0,1 0 0,-1 0 0,1 1 0,-1-1 0,1 0 0,-1 1-1,0-1 1,1 0 0,-1 1 0,0-1 0,1 1 0,-1-1 0,0 1 0,0-1-1,0 1 1,1 0 0,-1-1 0,0 1 0,0 0 0,0 0 0,0-1 0,0 1 0,0 0-1,0 0 1,1 0 0,-1 0 0,0 0 0,-2 1 0,-1-1 52,0 0 1,-1 1-1,1-1 1,0 1-1,-1 0 1,1 1-1,-8 2 1,1 3-91,1 1 0,-1-1 0,1 2 1,1-1-1,0 1 0,0 1 0,0 0 0,1 0 1,1 0-1,0 1 0,-9 19 0,7-13 38,1 1 0,0 1 0,1-1 0,2 1 0,0 0 0,0 0-1,-1 23 1,5-34-63,1 0 0,-1 1-1,1-1 1,1 0-1,0 0 1,3 15-1,-3-21-22,0 0-1,0 0 0,0 0 0,0 0 0,1 0 0,-1 0 1,1 0-1,-1-1 0,1 1 0,0 0 0,-1-1 0,1 0 0,0 1 1,0-1-1,0 0 0,0 0 0,0 0 0,0 0 0,1 0 0,-1 0 1,0-1-1,0 1 0,1-1 0,-1 0 0,0 0 0,5 0 1,0 1-67,0 0 0,0-1 0,1-1 0,-1 1 0,0-1 0,0 0 0,0-1 1,0 1-1,0-1 0,0-1 0,-1 1 0,1-1 0,-1-1 0,9-4 0,-7 1 38,1-1-1,-2 1 1,1-1 0,-1 0-1,0-1 1,-1 0-1,0 0 1,9-18-1,-8 14 13,-2 0-1,1-1 1,6-27 0,-9 17 2900,-3 148-1581,-18 138 1,17-257-1537,1-1-1,-1 1 1,0 0 0,-1 0 0,1-1-1,-1 1 1,0-1 0,0 1 0,0-1-1,-1 0 1,0 0 0,0 0 0,0 0-1,-3 3 1,-8 12-4638,1-6-2460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35.67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7 197 6129,'0'0'7649,"2"-25"-6733,-1-12-654,0 10 15,1 0 0,5-31 0,-7 57-236,0 0 1,0 0-1,0 0 0,1 0 0,-1 0 0,0 0 0,0 0 0,0 0 0,1 0 0,-1 0 0,0 0 1,1 0-1,-1 0 0,1 0 0,0 0 0,-1 0 0,1 1 0,-1-1 0,1 0 0,0 0 0,0 0 0,1 0 1,-1 1 8,0 0 1,0 1 0,-1-1 0,1 1-1,0-1 1,0 0 0,-1 1 0,1 0-1,0-1 1,0 1 0,-1-1 0,1 1-1,-1 0 1,1 0 0,-1-1 0,1 1-1,-1 0 1,1 0 0,-1 0 0,1 0-1,21 59 1452,-19-53-1437,18 63 430,-3 0 0,-3 1 0,8 86 0,-22-145-485,0-6 0,0 1 0,-1-1 0,0 1 0,0 0 0,-2 11 0,2-17-35,-1 1 0,1-1-1,-1 1 1,1-1-1,-1 0 1,0 1 0,1-1-1,-1 0 1,0 1-1,0-1 1,0 0 0,0 0-1,0 0 1,-1 0 0,1 0-1,0 0 1,0 0-1,-1 0 1,1 0 0,-1-1-1,1 1 1,0 0-1,-1-1 1,1 0 0,-1 1-1,0-1 1,1 0 0,-3 1-1,-110 0 1905,115 0-1820,0 0 0,-1 0 0,1 0 0,0 0 0,0 0 0,0 0 0,0 0 0,0-1-1,0 1 1,0 0 0,1 0 0,-1-1 0,0 1 0,0-1 0,1 1 0,-1-1 0,0 1 0,0-1 0,1 0 0,-1 0 0,0 0-1,3 0 1,34 5 190,-38-5-246,28 3 326,0-1 0,0-1 0,0-2 0,0-1 0,46-9 0,-73 11-366,1 0 0,-1 0 0,0-1 0,0 1 0,0-1 0,0 1 0,0-1 0,0 1 0,0-1 0,0 1 0,0-1-1,0 0 1,-1 0 0,1 1 0,0-1 0,0 0 0,-1 0 0,1 0 0,0 0 0,-1 0 0,1 0 0,-1 0 0,1 0 0,-1 0 0,0 0 0,1 0 0,-1 0 0,0-1 0,0 1 0,0 0 0,0 0 0,0-2 0,0 0-452,-1-1 1,0 0 0,0 1-1,0-1 1,-1 0 0,1 1-1,-1 0 1,-3-6 0,-13-19-5215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36.27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84 0 4545,'0'0'9514,"-13"25"-9586,-14 29-1268,-10 28-3619,30-65 504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36.70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2457,'0'0'6700,"5"7"1691,-2 2-8843,4 35 1206,5 20-405,-3 1 1,0 68 0,-9 231 589,0-362-989,0-9-7553,0-4 3612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37.33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110 0 6881,'0'0'2545,"-13"161"-1465,0-89-176,0 4-111,-6-6-297,6-6-336,-6-11-160,6-18-560,6-21-825,7-11-1463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37.81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283 116 6833,'0'0'8500,"0"-10"-8220,0 5-238,0-3 23,0-1-1,-1 1 0,0-1 1,-3-15-1,3 22-18,0 0 0,1-1 1,-1 1-1,0 0 0,0 0 0,0 0 0,-1 0 1,1 0-1,0 0 0,-1 0 0,1 0 0,-1 0 0,0 1 1,0-1-1,1 0 0,-1 1 0,0 0 0,0-1 0,0 1 1,-1 0-1,1 0 0,0 0 0,0 0 0,-1 1 0,1-1 1,-3 0-1,-1 1 18,1 0 1,-1 0 0,0 1-1,1 0 1,-1 0 0,0 0 0,1 0-1,-1 1 1,1 0 0,0 0-1,0 1 1,-1 0 0,2-1-1,-1 2 1,0-1 0,0 0-1,1 1 1,0 0 0,0 0 0,0 0-1,-3 6 1,-10 11-37,2 0 0,1 1 0,-14 28 0,27-47-19,-9 14-62,6-10-31,0 0 0,0 0-1,0 0 1,1 0 0,0 1 0,1 0 0,0-1-1,-3 16 1,26-36-2254,6-17 1882,-2-1 0,31-48-1,-13 16 301,-41 61 148,-1 0 1,1-1 0,0 1 0,0 0 0,0 0-1,0 0 1,0 1 0,0-1 0,0 0 0,5-2-1,-7 4 25,1 0 0,-1 0-1,1 0 1,-1 0-1,1 0 1,-1 0-1,1 0 1,-1 0-1,1 0 1,-1 0-1,1 0 1,-1 0 0,1 0-1,-1 0 1,1 1-1,-1-1 1,1 0-1,-1 0 1,1 0-1,-1 1 1,0-1-1,1 0 1,-1 1 0,1-1-1,-1 0 1,0 1-1,1-1 1,-1 1-1,0-1 1,1 0-1,-1 1 1,0-1 0,1 1-1,1 7 262,0 0 1,0-1-1,0 1 1,-1 0-1,1 14 1,-1-15-149,6 331 2987,-8-214-7353,0-115-479,-4 0-2132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38.27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0 222 10642,'0'0'5970,"8"-29"-5616,25-91-216,-32 114-138,1 1 0,0-1 1,0 1-1,0 0 0,0 0 0,1 0 1,0 0-1,0 0 0,0 1 1,7-8-1,-7 11 15,-1-1 0,0 1 1,1 0-1,-1 0 0,1 0 0,-1 0 1,1 1-1,0-1 0,-1 1 0,1-1 1,0 1-1,-1 0 0,1 0 0,3 1 1,-3-1 53,-1 1 0,1 0 0,-1 0 0,1 1 0,-1-1 0,1 0 0,-1 1 0,0 0 0,0-1 0,0 1 0,1 0 0,-2 0 0,1 0 0,0 0 0,0 0 0,-1 1 0,1-1 0,-1 1 0,0-1 0,0 1 0,0-1 0,0 1 0,0 0 0,1 4 0,2 7 147,0 0 1,-1 0-1,2 24 1,-4-17-139,0-1 1,-2 1-1,0 0 1,-1 0-1,-6 20 0,7-34-118,0-1-1,-1 0 0,0 0 0,0 0 0,-1 0 0,0 0 0,0 0 0,0-1 0,-1 1 1,1-1-1,-1 0 0,-1 0 0,1-1 0,-1 1 0,1-1 0,-1 0 0,-1 0 1,1 0-1,0-1 0,-10 5 0,14-8-1,0 1-1,-1 0 1,1-1 0,0 1 0,0-1-1,0 1 1,-1-1 0,1 0-1,0 1 1,-1-1 0,1 0 0,0 0-1,-1 0 1,1 0 0,0 0 0,0 0-1,-1 0 1,1-1 0,0 1 0,-1 0-1,1-1 1,0 1 0,0-1 0,0 1-1,-1-1 1,1 0 0,0 0-1,0 1 1,0-1 0,0 0 0,0 0-1,0 0 1,0 0 0,1 0 0,-1 0-1,0 0 1,0 0 0,1 0 0,-1-2-1,-1-3-90,0 0 0,1-1 0,0 1 0,1 0 0,-1-1 0,1-9 0,0 11 57,1 4 66,-1 0 0,0-1-1,1 1 1,-1 0 0,0 0 0,1 0 0,0-1 0,-1 1-1,1 0 1,0 0 0,-1 0 0,1 0 0,0 0 0,0 0-1,0 0 1,0 0 0,0 0 0,0 1 0,0-1 0,0 0-1,0 1 1,0-1 0,1 0 0,-1 1 0,0 0 0,0-1-1,1 1 1,-1 0 0,0-1 0,1 1 0,-1 0 0,0 0-1,0 0 1,3 0 0,52 4 515,-56-4-498,15 3 210,-1 1-1,-1 0 1,1 1 0,0 1 0,22 12-1,-26-11-299,1-2 0,0 1 0,1-1 0,-1-1 1,1 0-1,0-1 0,0 0 0,0-1 0,15 2 0,-26-5-162,-1 0 1,1 0-1,0 0 1,0 0-1,0 0 1,-1 0-1,1 0 1,-1 0 0,1 0-1,-1 0 1,1-1-1,-1 1 1,1 0-1,-1 0 1,0 0-1,0-1 1,0 1-1,0 0 1,0 0-1,0 0 1,0-1 0,0 1-1,0 0 1,0 0-1,-1 0 1,0-2-1,1-3-1448,0-18-5080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38.65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33 0 4489,'0'0'11466,"13"146"-9649,-13-56-689,0 15-472,0 0-408,-7-6-248,-6-17-264,1-21-1064,5-26-1625,1-23-2592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39.18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263 200 6449,'0'0'8313,"0"-22"-8200,-1-74 41,1 91-75,0 1 1,0 0-1,-1-1 1,1 1 0,-1-1-1,0 1 1,0 0-1,-1-1 1,1 1 0,-1 0-1,0 0 1,0 0-1,-5-6 1,5 8 9,1 1-1,-1-1 1,1 1-1,-1 0 1,0 0 0,1 0-1,-1 0 1,0 0 0,0 0-1,0 1 1,0-1-1,0 0 1,0 1 0,0-1-1,0 1 1,0 0 0,0 0-1,0 0 1,0 0 0,-3 1-1,-1 0 19,0 0 0,1 1 0,-1 0 0,1 0 0,0 1 0,0-1 0,-1 1 0,2 1-1,-1-1 1,0 0 0,1 1 0,-1 0 0,1 0 0,0 1 0,-4 6 0,-10 19-71,2 2 1,1 0-1,2 1 1,0 0-1,3 1 1,1 0-1,1 0 1,2 1-1,2 0 1,-1 66-1,5-100-64,0 0 0,1-1 1,-1 1-1,0 0 0,0-1 0,1 1 0,-1-1 0,0 1 0,1-1 0,-1 1 0,0-1 0,1 1 1,-1-1-1,1 1 0,-1-1 0,1 1 0,-1-1 0,1 1 0,-1-1 0,1 0 0,-1 1 0,1-1 0,0 0 1,-1 0-1,1 0 0,0 1 0,-1-1 0,1 0 0,0 0 0,-1 0 0,1 0 0,0 0 0,-1 0 1,1 0-1,-1 0 0,1 0 0,0 0 0,-1-1 0,1 1 0,0 0 0,-1 0 0,1-1 0,-1 1 0,1 0 1,0-1-1,0 1 0,33-17-701,-21 4 544,0 0 1,-1-1-1,0 0 1,-1 0-1,0-1 1,-2-1-1,0 0 1,0 0-1,7-23 1,49-162-1502,-62 191 1615,-4 125 3985,3 5-3221,-47 371 1136,41-465-2332,-1-1 0,-1 0 1,-13 36-1,10-40-1674,0-2 1,-14 23-1,3-11-5351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39.69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0 124 9330,'0'0'5833,"18"-19"-5783,59-57-6,-74 73-44,-1 0 0,1 1 0,0 0 1,0-1-1,0 1 0,0 0 0,0 1 1,0-1-1,0 0 0,1 1 0,-1 0 1,1-1-1,-1 2 0,1-1 0,-1 0 1,1 1-1,-1-1 0,1 1 1,0 0-1,-1 0 0,5 1 0,5 0 16,-11 0 23,-1-1 0,1 1 0,-1 0 0,1 0 0,-1-1 0,0 1 0,1 0 0,-1 1 1,0-1-1,0 0 0,0 0 0,0 0 0,0 1 0,0-1 0,0 0 0,0 1 0,0-1 0,-1 1 0,1-1 0,-1 1 0,1-1 0,-1 1 0,1 0 1,-1-1-1,0 1 0,0 0 0,0-1 0,0 4 0,3 57 1189,-3-56-1106,0 7 19,-1-1-1,0 0 0,-1 0 1,0 0-1,-6 17 0,7-26-126,0 0 0,1 0-1,-2 0 1,1 0-1,0 0 1,-1-1 0,1 1-1,-1-1 1,0 1-1,1-1 1,-1 1 0,0-1-1,-1 0 1,1 0-1,0 0 1,-1 0 0,1-1-1,-1 1 1,0 0-1,1-1 1,-1 0-1,0 0 1,0 0 0,0 0-1,0 0 1,0 0-1,-4 0 1,6-2-40,0 0 0,0-1-1,1 1 1,-1 0 0,0 0 0,1 0 0,-1 0 0,0-1-1,1 1 1,0 0 0,-1-1 0,1 1 0,0 0-1,-1-1 1,1 1 0,0 0 0,0-1 0,0 1 0,0 0-1,1-1 1,-1 1 0,0 0 0,1-2 0,-1-1-71,0 1 0,1 0 0,-1-1 0,1 1 0,0 0 1,-1-1-1,2 1 0,-1 0 0,0 0 0,3-5 0,1 5-14,0-1 0,0 1 0,0 0 0,0 1 0,1-1 0,-1 1 0,1 0 0,-1 1 0,1-1 0,0 1 0,-1 0 0,1 0 0,0 1 0,0 0 0,0 0 0,7 1 0,-6-1 81,0 1 0,0 0 0,1 0-1,-1 1 1,-1 0 0,1 0 0,0 0 0,0 1-1,-1 0 1,1 1 0,-1-1 0,0 1 0,6 5 0,-4-1 110,-2 0 1,1 0-1,-1 0 1,0 1 0,-1-1-1,0 1 1,0 1-1,-1-1 1,0 1-1,-1 0 1,3 14 0,-3-6 157,0 0 1,-2 1 0,0-1-1,-1 0 1,-4 32 0,4-45-232,-1 0 1,0-1-1,0 1 0,0 0 1,0-1-1,-1 1 1,1-1-1,-1 1 0,0-1 1,-1 0-1,1 0 1,-1 0-1,1 0 0,-1 0 1,-1-1-1,1 1 1,0-1-1,-1 0 1,0 0-1,1 0 0,-1 0 1,0-1-1,-1 0 1,1 1-1,0-2 0,-9 4 1,2-3-687,0 0-1,-1-1 1,1 0 0,-1-1 0,1 0-1,-1-1 1,1 0 0,-1 0 0,-20-7 0,12 4-2995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40.28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0 5905,'0'0'11299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40.63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0 140 13675,'174'-17'2833,"-142"-12"-5882,0-3 448,6 3-2528</inkml:trace>
  <inkml:trace contextRef="#ctx0" brushRef="#br0" timeOffset="1">462 56 9058,'0'0'12531,"0"-15"-17805,0-5-71,0-1-2536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42.34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597 310 2713,'0'0'11502,"0"-9"-10055,0 3-1308,-1 1 0,0 0 0,0 0 0,0 0 0,0 0 0,-1 0 0,0 0 0,0 0 0,0 1 0,-1-1-1,-5-7 1,-1 0 44,0 2 0,0-1-1,-1 1 1,-14-11 0,12 12-8,0 0 0,-1 1 0,0 1 1,-1 0-1,1 0 0,-1 2 1,-1-1-1,1 2 0,-1 0 1,0 1-1,0 0 0,-19 0 1,23 2-71,0 1 1,1 0 0,-1 1 0,1 0 0,-1 0 0,1 1 0,-1 1-1,1 0 1,0 0 0,0 1 0,0 0 0,1 1 0,0 0 0,0 1-1,0 0 1,0 0 0,1 1 0,-10 9 0,5 0-95,0 0 0,1 1-1,1 0 1,1 1 0,1 0 0,0 1 0,1-1 0,1 2 0,1-1-1,0 1 1,2 0 0,0 0 0,-1 35 0,5-53-42,0 0 1,1 0-1,-1 0 1,0 0-1,1-1 0,0 1 1,-1 0-1,1 0 1,0 0-1,0-1 1,0 1-1,0 0 1,0-1-1,0 1 0,0-1 1,1 1-1,-1-1 1,0 1-1,1-1 1,-1 0-1,1 0 0,0 0 1,-1 0-1,1 0 1,0 0-1,0 0 1,0-1-1,-1 1 1,1-1-1,0 1 0,0-1 1,2 1-1,2 0-83,1-1 0,-1 1 0,0-1 1,0-1-1,0 1 0,0-1 0,0 0 0,0 0 0,0 0 0,8-4 0,-4 0 21,0-1 1,0 0-1,0-1 0,0 0 0,-1-1 1,-1 0-1,1 0 0,-1-1 0,-1 0 1,11-15-1,1-5-135,0-1 1,18-43-1,20-79-571,-17 38 434,-40 114 393,0 0 1,0 1-1,0-1 1,0 0-1,1 0 1,-1 1-1,0-1 1,0 0-1,0 0 1,0 0-1,0 1 1,1-1-1,-1 0 1,0 0-1,0 0 1,1 0-1,-1 1 1,0-1-1,0 0 1,0 0-1,1 0 1,-1 0-1,0 0 1,0 0-1,1 0 1,-1 0-1,0 0 1,1 0-1,-1 0 1,0 0-1,0 0 1,1 0-1,-1 0 1,0 0-1,0 0 1,1 0-1,-1 0 1,0 0-1,0 0 1,1 0-1,-1 0 1,0 0-1,0-1 1,1 1-1,-1 0 1,0 0-1,0 0 1,0 0-1,1-1 1,-1 1-1,0 0 1,0-1-1,6 40 2352,-4-24-1876,9 81 16,-2 192 0,-10-211-354,-3 1 267,-25 139 0,-2 10 254,28-180-570,-7 150-2,7-197-537,0-13-1437,3-82-6069,0 43 806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42.83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129 268 8786,'0'0'9589,"2"-25"-8768,0-9-609,18-164 554,-15 188 373,1 19-439,4 30-95,-8-31-494,2 9-5,16 53 76,-3 1-1,-4 0 1,8 126-1,-22-194-208,1 0 0,-1-1 1,0 1-1,0 0 0,0-1 0,0 1 0,0-1 0,0 1 1,-1-1-1,1 1 0,-1-1 0,0 0 0,0 0 0,0 0 1,0 0-1,0 0 0,0 0 0,0-1 0,0 1 1,-1-1-1,1 1 0,-1-1 0,1 0 0,-1 0 0,0 0 1,1 0-1,-1-1 0,-4 1 0,-11 4-89,0-2 1,-36 3-1,48-6 151,-58 4 958,47-4-7993,1 0 1090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43.40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861 67 6121,'0'0'10449,"-36"-11"-9874,-117-31 34,136 38-387,-1 0 0,0 2 0,1 0 0,-1 1 0,-36 2 0,26 1 137,5 0-41,0 2 0,1 0 0,-1 1 0,1 2 0,0 0 0,0 1-1,1 1 1,0 1 0,1 1 0,-27 19 0,6-1 177,1 3 0,1 1 0,-56 62 1,91-91-457,3-2-22,-1-1 0,1 0 0,0 1 1,-1 0-1,1-1 0,0 1 0,0 0 0,0-1 0,0 1 0,0 0 0,0 0 0,1 0 1,-1 0-1,1 0 0,-1 0 0,1 0 0,0 0 0,0 0 0,0 0 0,0 3 0,0-5 109,0-15-12392,0 12 10191,0-11-5646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44.14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167 3 7842,'-5'-2'17123,"-10"2"-16731,5 9-433,1 1 0,0 0 0,1 0 1,0 0-1,1 1 0,-8 14 0,-14 20 78,23-33-52,1-1 0,0 1 0,1 1 0,0-1 0,1 0 0,0 1 0,1 0-1,-1 15 1,-1 1 0,-2 18 81,0 74-1,6-119-76,1 0 1,0 0-1,0-1 0,-1 1 0,1-1 1,1 1-1,-1-1 0,0 1 1,0-1-1,0 0 0,1 1 0,-1-1 1,1 0-1,-1 0 0,1 0 0,-1 0 1,1 0-1,0 0 0,-1-1 1,1 1-1,3 0 0,45 16-26,-43-15 33,29 6-8,1-2 1,0-1-1,-1-2 0,1-2 1,56-4-1,-83 2 96,0 0-1,-1-1 0,1 0 0,-1-1 1,1 0-1,16-7 0,-25 9 791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45.80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0 111 4337,'0'0'10179,"19"-17"-9964,63-54-112,-79 68-103,0 1 0,0 0-1,0-1 1,0 1 0,1 1 0,-1-1 0,1 0 0,-1 1 0,1 0-1,0 0 1,3-1 0,-5 2 18,-1 0 0,0 0 0,0 0 0,0 0 0,0 0-1,1 0 1,-1 1 0,0-1 0,0 0 0,0 1 0,0-1 0,0 1 0,0-1-1,0 1 1,0-1 0,0 1 0,0 0 0,0 0 0,0-1 0,0 1 0,-1 0 0,2 2-1,1 1 120,-1 1 0,0 1 0,0-1 0,0 0 0,-1 0 0,0 0 0,0 1 0,0-1 0,-1 10 0,3 16 118,-2-1 0,-1 1 0,-2 0 0,-1-1 0,-1 1 0,-2-1-1,0 0 1,-2-1 0,-2 1 0,-1-1 0,-18 35 0,19-45-186,-26 42 255,34-58-331,-1 1 0,0-1-1,0 0 1,0 0 0,0 0-1,0 0 1,0 0-1,-1-1 1,0 1 0,1-1-1,-1 0 1,-6 2 0,7-3-311,3-1 277,0-1 0,-1 1 0,1-1 0,0 0 0,0 1 0,0-1 0,0 1 0,0-1 0,0 1 1,0-1-1,0 0 0,0 1 0,1-1 0,-1 1 0,0-1 0,0 1 0,0-1 0,1 1 0,-1-1 0,0 1 0,1-1 0,-1 1 0,0-1 0,1 0 0,2-1 19,0 0 0,0 1 0,0-1 0,0 1-1,0-1 1,0 1 0,0 0 0,0 0 0,1 1 0,-1-1 0,0 0 0,1 1 0,5 0-1,57 2 56,-38-1-29,-14-1-45,0 1-487,-1-1-1,0-1 0,0 0 1,0-1-1,0 0 0,14-5 1,1-4-4796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45.34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349 239 5233,'0'0'7814,"-5"-10"-6991,2 4-735,0 1 0,0 0 1,0 0-1,0 0 1,-1 0-1,0 1 0,0-1 1,0 1-1,0 0 1,-1 0-1,0 0 0,0 1 1,0 0-1,0 0 1,0 0-1,-1 1 0,1-1 1,-1 1-1,1 0 1,-8-1-1,1 1 88,0 0-1,0 0 1,0 1 0,-1 1-1,1 0 1,0 0-1,-20 4 1,26-2-129,0 0-1,1 0 1,-1 0-1,1 0 1,0 1-1,-1 0 1,1 0-1,1 0 1,-1 1-1,0 0 1,1-1-1,0 2 1,0-1-1,0 0 1,0 1-1,1 0 1,0 0-1,-3 5 1,0 2-38,0 0 1,1-1 0,1 2 0,0-1 0,1 0-1,0 1 1,1 0 0,0-1 0,1 1 0,1 0-1,0 0 1,0 0 0,5 20 0,-4-31-41,0 1 1,0 0-1,1-1 1,0 0-1,-1 1 1,1-1-1,0 0 1,0 0-1,0 0 1,0 0-1,1 0 1,-1 0-1,1-1 1,-1 1-1,1-1 1,-1 1-1,1-1 1,0 0-1,-1 0 1,1-1-1,0 1 1,0 0-1,0-1 1,5 1-1,1 0-77,-1-1 0,1 0-1,0 0 1,-1 0 0,1-1 0,-1-1 0,15-3 0,-14 1 81,0 0 1,0-1-1,-1 0 1,0 0 0,0-1-1,0 0 1,0-1-1,-1 1 1,8-10 0,55-75-133,-63 81 132,153-250-672,-140 240 731,-12 24 208,-4 20 254,6 207 1349,-2-19-452,38 229 0,-37-389-1430,-7-37-875,-7-37-1201,-20-52-4898,7 41-1392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46.42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905 4 5961,'0'0'12278,"-10"-3"-8564,-26 3-3448,0 1 1,0 3 0,0 0 0,0 3-1,1 1 1,-36 12 0,17 0-98,1 2-1,1 2 1,1 3 0,2 1 0,1 3 0,1 2 0,1 2-1,2 2 1,-42 45 0,80-74-104,2-5-7,0 1 0,0-1 0,1 1 0,0 0 0,0 0 0,0 0 0,0 1 0,1-1 0,-1 1 0,1-1 0,0 1-1,1 0 1,-3 7 0,3-12-847,1 0 744,0 0-1,0 0 1,-1 0 0,1 1 0,0-1-1,0 0 1,0 0 0,-1 0-1,1 0 1,0 0 0,0 0 0,0 0-1,-1 0 1,1 0 0,0 0-1,0 0 1,0 0 0,-1 0 0,1 0-1,0-1 1,0 1 0,0 0 0,0 0-1,-1 0 1,1 0 0,0 0-1,0 0 1,0 0 0,0 0 0,-1-1-1,1 1 1,0 0 0,0 0-1,0 0 1,0 0 0,0-1 0,0 1-1,0 0 1,-1 0 0,1 0 0,0 0-1,0-1 1,0 1 0,0 0-1,0 0 1,0 0 0,0-1 0,0 1-1,0 0 1,0 0 0,0 0-1,0-1 1,0 1 0,0 0 0,0 0-1,0 0 1,1 0 0,-1-1 0,0 1-1,-17-72-8733,9 31 1305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46.78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252 1 11218,'0'0'6236,"-19"29"-5094,3-5-910,-2 2 29,1 0 0,2 2 0,0 0 1,2 1-1,-16 51 0,27-72-206,-67 242 1739,57-192-1425,2 1 0,-4 80-1,13-119-328,0 1-18,0 0 0,1 0 0,2 0-1,6 35 1,-7-50-38,1-1 1,-1 1-1,2-1 0,-1 0 1,0 0-1,1 0 1,0 0-1,0 0 0,1-1 1,-1 1-1,1-1 0,0 0 1,0 0-1,0 0 1,1-1-1,-1 1 0,1-1 1,0 0-1,0-1 0,0 1 1,0-1-1,8 3 1,3-1-43,-1 0 0,1-2 0,-1 1 1,1-2-1,0 0 0,0-1 0,27-3 0,111-28-1828,-18 4-4579,-93 25-187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48.26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412 73 8602,'0'0'7015,"0"-5"-6866,0 3-109,0 0 0,0 0 0,-1 0 0,1 0-1,-1 0 1,1 0 0,-1 0 0,0 0 0,1 0 0,-1 0 0,0 1 0,0-1 0,0 0-1,-1 1 1,1-1 0,0 1 0,-1-1 0,1 1 0,-1-1 0,-3-1 0,0 0 72,0 0 0,-1 0 0,1 1 0,-1-1 0,0 1 0,0 1 1,-6-2-1,-15-1 510,0 1 0,-39 1 1,65 2-604,-4 0 64,-1 1 0,0-1 0,0 1 0,0 0 0,1 1 0,-1-1 0,1 1 0,-1 0 0,1 1 0,-1-1 0,1 1 0,0 0 0,0 0 0,1 1 0,-6 5 0,1-1-31,1 0 1,1 1-1,0 1 1,0-1-1,1 1 1,0 0-1,-5 14 1,-3 12-52,1 2-1,2 0 1,-9 58 0,17-86-42,2-8-10,0 0 1,1 1-1,-1-1 1,1 1-1,-1-1 1,1 0-1,0 1 1,-1-1-1,1 1 1,1-1 0,-1 5-1,39-8-1216,-11-4 1178,1-1 1,-1-2-1,30-13 0,-10 4-309,-38 15 411,-9 2 0,1-1 0,-1 1 0,0 0 0,0 0 0,1 0 1,-1-1-1,0 1 0,0 0 0,0-1 0,1 0 0,-1 1 0,0-1 0,0 1 0,0-1 0,0 0 0,0 0 0,0 0 0,0 0 0,0 0 0,-1 0 1,1 0-1,0 0 0,0 0 0,-1 0 0,1 0 0,-1 0 0,1 0 0,-1 0 0,1-1 0,-1 1 0,0 0 0,1 0 0,-1-1 0,0-1 0,0 3 61,0-44 323,0 5-380,0 37 34,0 14 812,0 94 263,5 274 424,1-289-1376,4 0 0,24 100 0,-29-166-168,-4-20-34,-1 0 0,1 0 0,0-1 1,1 1-1,-1 0 0,1 0 0,0-1 1,4 8-1,-5-11-89,-3-3-2085,-22-28-1988,11 10-1116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48.82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149 76 9522,'0'0'9807,"3"-5"-9556,0-1-202,1 0 0,1 1 0,-1 0 0,1 0-1,-1 1 1,1-1 0,1 1 0,-1 0 0,1 0 0,-1 1 0,1 0-1,0 0 1,0 0 0,1 0 0,-1 1 0,0 0 0,1 1 0,8-2-1,-14 26 1134,-1-1-673,1 5-259,-1-1 0,-1 1 0,-2 0 0,0-1 0,-2 1 0,-10 31 0,14-55-199,0-1-159,0 1 0,0-1 1,0 1-1,0-1 0,0 1 0,1-1 0,-1 1 0,1 0 0,-1-1 1,1 1-1,0 0 0,0-1 0,0 1 0,1-1 0,-1 1 0,1 0 0,-1-1 1,1 1-1,0-1 0,0 1 0,0-1 0,1 3 0,5 12 184,-2 0 1,0 0-1,-1 1 0,-1 0 0,-1 0 0,0-1 0,-1 1 0,-1 0 1,-1 0-1,-3 21 0,2-28-94,0 0 1,-1-1 0,0 1-1,0-1 1,-2 0-1,1 0 1,-1 0 0,0 0-1,-1-1 1,0 0-1,-1 0 1,0-1-1,0 1 1,-1-2 0,0 1-1,0-1 1,-15 10-1,19-14-204,0-2-1,1 1 1,-1 0 0,0-1-1,0 1 1,0-1-1,0 0 1,0 0-1,0-1 1,0 1-1,0-1 1,0 0-1,0 0 1,0 0 0,-1-1-1,-4-1 1,5 1-568,-1 0 1,1-1-1,0 1 1,0-1 0,0 0-1,0-1 1,0 1-1,-7-6 1,-20-18-8384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50.71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39 22 3833,'0'0'8762,"4"-4"-3685,4-1-4656,17 0-371,-20 3-23,1 1-1,-1-1 1,1 1 0,-1 0-1,1 1 1,-1 0 0,1-1-1,0 2 1,-1-1-1,1 1 1,-1-1 0,1 2-1,8 2 1,0 3 20,-12-6-42,-1-1 0,1 1 1,-1 0-1,0-1 0,1 1 0,-1 0 0,0 0 1,0 0-1,0 0 0,0 0 0,0 0 0,0 0 1,0 0-1,0 0 0,0 0 0,0 0 0,0 1 1,-1-1-1,1 0 0,-1 1 0,1-1 0,-1 1 1,1-1-1,-1 0 0,0 1 0,0-1 0,0 1 1,1-1-1,-2 1 0,1-1 0,0 1 0,0 1 1,6 144 470,-7-145-483,1 1 0,-1-1 0,0 0 0,0 0 0,0 0 0,0-1 0,0 1 0,-1 0 0,1 0 0,0-1 0,-1 1 0,0 0 0,1-1 0,-1 0 0,0 1 0,0-1 0,1 0 1,-1 0-1,0 0 0,0 0 0,0 0 0,-1 0 0,-3 0 0,-58 16-76,55-15 122,-56 12 723,63-13-42,2-1-700,0 1 1,0 0-1,0-1 0,0 1 1,0-1-1,-1 1 1,1 0-1,0-1 1,0 1-1,-1-1 0,1 1 1,0-1-1,-1 1 1,1-1-1,-1 1 1,1-1-1,0 0 1,-1 1-1,1-1 0,-1 1 1,1-1-1,-1 0 1,0 0-1,1 1 1,-1-1-1,1 0 0,-1 0 1,1 0-1,-1 1 1,0-1-1,0 0-50,0 0 0,1 0 0,-1 0-1,1 0 1,-1 1 0,0-1 0,1 0 0,-1 0-1,1 1 1,-1-1 0,1 0 0,-1 1 0,1-1-1,-1 0 1,1 1 0,-1-1 0,1 1 0,0-1-1,-1 1 1,1-1 0,0 1 0,-1-1 0,1 1-1,0-1 1,0 1 0,-1-1 0,1 1 0,0 0-1,0-1 1,0 2 0,1-2-546,17 3 1695,-14 0-2489,-10 0-4230,-11 0-678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51.46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1322 535 8314,'0'0'8078,"-13"-13"-5069,-41-16-2280,2-1-1,-59-46 0,7 4-476,66 48-148,-57-39 729,-3 5 0,-181-80 0,261 132-672,0 0-1,0 0 0,0 2 0,-1 1 1,1 0-1,-1 1 0,0 1 1,0 0-1,-22 4 0,30 0-178,0 1 0,1 0 1,-1 0-1,1 1 0,0 1 0,0 0 0,0 0 0,1 1 0,-17 16 1,-12 7 6,-37 30 239,74-59-212,-24-19-14801,12 7 6000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51.88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195 0 9458,'0'0'7960,"-20"25"-7462,-67 83-123,78-97-221,-1 1 0,2 0 0,0 0 0,0 1 0,1 0 0,0 1 0,2-1 0,-1 1 0,2 0 0,0 1 0,0-1 0,1 1 0,1-1 0,1 1 0,0 0 0,1 0 0,3 27 0,-3-35-134,1 1-1,0-1 1,1 1-1,0-1 0,0 1 1,0-1-1,1 0 1,0 0-1,1 0 1,-1 0-1,1 0 1,1-1-1,-1 0 1,8 8-1,-3-5-22,0-1-1,1-1 1,0 0-1,0 0 1,0 0 0,1-2-1,0 1 1,16 5-1,4-2-38,1 0-1,0-2 0,1-2 1,0-1-1,58 0 1,-42-7-908,-1-1 0,0-3 1,80-22-1,-15 3-4855,-35 11-1563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52.71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508 43 2473,'0'0'14984,"-1"-1"-14914,1 0-1,0 0 0,-1 0 1,1 0-1,-1 0 1,1 0-1,-1 0 1,1 0-1,-1 0 1,1 0-1,-1 0 1,0 0-1,0 1 1,1-1-1,-1 0 1,0 1-1,0-1 1,0 0-1,0 1 1,-1-1-1,-23-6 36,0 1 1,1 2-1,-2 0 0,1 2 1,0 1-1,-1 0 1,1 2-1,-35 6 0,49-5-12,0 1-1,0 0 1,1 1-1,0-1 1,-1 2-1,2 0 1,-1 0-1,0 1 1,1 0-1,0 0 1,1 1-1,-1 1 1,1-1-1,1 1 1,-9 11-1,7-8-20,1 1-1,0 0 1,1 0-1,0 1 1,1 0-1,1 0 1,0 1-1,1-1 1,0 1-1,1 0 1,-2 19-1,4-32-88,1 1-1,0 0 1,0-1-1,-1 1 1,1 0 0,0-1-1,0 1 1,1 0-1,-1-1 1,0 1-1,1 0 1,-1-1 0,0 1-1,1-1 1,0 1-1,-1-1 1,1 1-1,0-1 1,0 1 0,0-1-1,0 0 1,0 1-1,0-1 1,0 0-1,1 0 1,-1 0 0,2 1-1,0-1-34,0 0 1,-1-1-1,1 1 0,0-1 0,0 0 1,0 1-1,0-1 0,-1-1 0,1 1 1,0 0-1,0-1 0,0 1 0,-1-1 0,5-2 1,5-1-117,1-2 1,-1 1 0,0-2-1,-1 0 1,20-15 0,-14 7 91,0-2 1,-1 0 0,-1-1 0,-1 0 0,16-26 0,-15 24-36,-15 20 138,0-1 1,0 1 0,0 0-1,0-1 1,0 1-1,0 0 1,0-1-1,0 1 1,0 0 0,1-1-1,-1 1 1,0 0-1,0 0 1,0-1 0,1 1-1,-1 0 1,0 0-1,0-1 1,1 1 0,-1 0-1,0 0 1,1 0-1,-1-1 1,0 1 0,1 0-1,-1 0 1,0 0-1,1 0 1,-1 0 0,0 0-1,1 0 1,-1 0-1,0 0 1,1 0-1,-1 0 1,0 0 0,1 0-1,-1 0 1,0 0-1,1 0 1,-1 311 2287,0-95-4319,0-213 1396,0 0 1,0 0-1,0-1 0,-1 1 1,1 0-1,-1 0 1,0-1-1,0 1 0,-2 5 1,-9 7-5017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53.62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147 1 3745,'0'0'5662,"0"0"-5572,0 0-1,-1 0 0,1 0 0,0 0 0,0 1 0,0-1 0,0 0 1,0 0-1,0 0 0,0 1 0,0-1 0,0 0 0,0 0 1,0 0-1,0 0 0,0 1 0,0-1 0,0 0 0,0 0 1,0 0-1,0 1 0,0-1 0,0 0 0,0 0 0,0 0 1,0 0-1,0 1 0,0-1 0,0 0 0,1 0 0,-1 0 1,0 0-1,0 1 0,0-1 0,0 0 0,0 0 0,0 0 1,1 0-1,-1 0 0,0 0 0,0 0 0,0 1 0,0-1 0,1 0 1,-1 0-1,0 0 0,0 0 0,0 0 0,1 0 0,-1 0 1,0 0-1,0 0 0,0 0 0,1 0 0,-1 0 0,0 0 1,0 0-1,0 0 0,0 0 0,1 0 0,-1 0 0,0-1 1,0 1-1,0 0 0,0 0 0,1 0 0,-1 0 0,0 0 1,0 0-1,-2 62 1595,-12 79 0,-46 163-1291,21-118-200,35-166-264,2-5-236,-1-1 1,0 0-1,-1 0 1,0-1 0,-8 17-1,6-25-2495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54.13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65 1 7162,'0'0'11646,"-3"11"-11185,-13 42 204,2 0-1,3 1 1,2 0-1,-2 66 0,11-118-674,0 0-1,1 1 0,0-1 0,-1 0 0,1 0 0,0 0 0,0-1 0,0 1 0,0 0 1,0 0-1,0 0 0,0-1 0,1 1 0,-1 0 0,1-1 0,-1 0 0,1 1 0,0-1 1,-1 0-1,1 0 0,0 1 0,0-1 0,0-1 0,0 1 0,0 0 0,0 0 0,0-1 1,0 1-1,0-1 0,0 0 0,0 0 0,3 0 0,3 1-213,1 0 0,-1-1 1,0 0-1,1 0 0,-1-1 0,0 0 1,13-4-1,-12 2-100,0-1 0,-1-1 0,1 1 0,-1-1 0,-1-1 0,1 1 0,-1-1 0,1-1 0,7-9 1,55-71-2453,-63 78 2631,-6 7 563,-1 8 965,3 285 4182,0 7-6903,-6-288-1982,-13-9-2796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54.91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1008 956 6369,'0'0'9628,"1"5"-8535,4 10 2131,-4-39 523,-1 6-4396,-2-3 791,0-1 0,-2 1-1,0 0 1,-1 0 0,-1 1 0,-1 0 0,-1 0 0,-11-21 0,-14-21 38,-45-64 0,39 67-83,-3 1-1,-2 2 0,-3 2 0,-2 2 0,-2 3 1,-60-46-1,93 83 141,0 2 1,-1 0-1,0 0 1,-1 2 0,0 0-1,0 2 1,-22-5-1,-150-19 448,130 22-702,35 6 550,21 2-4973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0:55.27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220 0 7194,'0'0'12798,"-18"2"-10715,10 2-1947,1 0 1,0 1-1,1 0 0,-1 0 0,1 1 0,0-1 0,0 1 0,1 1 0,0-1 0,0 1 0,0 0 0,-3 8 1,-10 10-58,3-5 8,0 2 0,2-1 1,0 2-1,-11 28 0,19-39-48,1 0 0,0 0 0,1 0 0,1 1 0,0-1 0,0 1 0,2-1 0,-1 1 0,1-1 0,4 23 0,-3-31-48,0-1 0,0 1 0,1 0 0,0 0 0,-1-1 0,1 1 0,0-1 0,1 0 0,-1 0 0,1 1 0,-1-1-1,1-1 1,0 1 0,0 0 0,0-1 0,1 1 0,-1-1 0,0 0 0,1 0 0,-1-1 0,1 1 0,7 1 0,6 3 10,0-2 1,1 0-1,31 2 1,27-3 214,-1-3 0,1-3 1,136-24-1,-181 26-173,-26 1-4099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3:36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13 145 1616,'0'0'10777,"-13"-15"-10169,15 12-554,-1 0-1,1 0 1,0 0-1,0 0 1,0 1-1,0-1 1,0 1-1,1-1 1,-1 1-1,1 0 1,-1 0-1,1 0 0,0 0 1,0 0-1,0 0 1,6-1-1,2-4 165,0 1-171,0 0-1,1 1 0,-1 0 0,1 0 0,0 2 0,1-1 0,-1 2 1,15-2-1,4 1 22,0 1-1,37 4 1,-64-2-59,-1 0 0,1 1 0,-1-1 0,0 1 0,1 0 0,-1 0-1,0 0 1,0 1 0,0-1 0,0 1 0,0-1 0,0 1 0,0 0 0,0 0 0,-1 0-1,1 1 1,-1-1 0,1 1 0,-1-1 0,0 1 0,0 0 0,0 0 0,-1 0 0,1 0-1,-1 0 1,1 0 0,-1 0 0,2 7 0,0 6 67,0 1 0,-2-1 0,1 1-1,-3 28 1,1-22-33,0-10-51,-1-1 1,-1 1-1,0 0 0,0-1 0,-1 1 0,-1-1 0,0 0 0,-1 0 0,-6 12 0,8-18-1,0-1-1,0 0 1,0 0-1,-1 0 1,0 0-1,0-1 1,0 1-1,-1-1 1,1 0-1,-1 0 1,0 0-1,0-1 1,0 0-1,-1 0 1,1 0-1,-1-1 1,0 0-1,0 0 1,0 0-1,-10 1 1,7-2-3,1-1 1,0 0 0,0-1 0,0 1 0,-1-2-1,1 1 1,0-1 0,1 0 0,-1-1 0,0 0-1,0 0 1,1-1 0,0 0 0,0 0 0,0 0-1,0-1 1,1 0 0,0-1 0,0 1 0,0-1-1,0 0 1,1-1 0,0 1 0,1-1 0,-1 0 0,1 0-1,1-1 1,-1 1 0,1-1 0,1 1 0,-1-1-1,-1-9 1,-1-5-153,1 0 0,1 0 0,1 0 0,0 0-1,3-28 1,-1 44 116,0 0 1,1 0-1,-1 0 0,1 0 0,1 1 0,-1-1 0,1 0 0,0 1 0,0-1 1,1 1-1,0 0 0,-1-1 0,2 2 0,-1-1 0,1 0 0,-1 0 0,1 1 0,1 0 1,-1 0-1,1 0 0,-1 0 0,1 1 0,0 0 0,9-4 0,-8 4-42,1 2-1,0-1 0,0 1 0,0 0 0,0 0 0,0 1 0,0 0 1,0 0-1,0 1 0,0-1 0,0 2 0,0-1 0,0 1 0,0 0 1,-1 0-1,1 1 0,-1 0 0,1 0 0,-1 1 0,0-1 0,0 1 1,-1 1-1,7 5 0,-8-5 99,0 0 0,0 1 0,-1-1-1,0 1 1,0 0 0,0 0 0,-1 0 0,0 0 0,0 0 0,0 1 0,-1-1-1,0 0 1,0 10 0,0 8 109,-1 1-1,-4 25 1,4-44-93,-1-1 0,0 0-1,0 0 1,-1 1 0,0-1 0,0 0 0,0-1-1,0 1 1,-1 0 0,1-1 0,-1 1 0,0-1 0,-1 0-1,1 0 1,-1 0 0,0 0 0,0-1 0,0 1-1,0-1 1,-1 0 0,1 0 0,-1-1 0,0 0-1,0 1 1,0-1 0,0-1 0,0 1 0,0-1-1,0 0 1,-1 0 0,1-1 0,0 1 0,-7-1-1,10-2-22,0 1-1,0 0 0,0-1 0,0 0 0,1 1 0,-1-1 1,1 0-1,-1 0 0,1 0 0,-1 0 0,1 0 0,0 0 1,0 0-1,0 0 0,0-1 0,1 1 0,-1 0 0,0-1 0,1 1 1,0 0-1,-1-1 0,1 1 0,0-1 0,1-3 0,-2 1-35,1-1 0,0 0 0,0 1-1,0-1 1,1 0 0,0 1-1,0-1 1,0 1 0,1-1 0,3-8-1,-2 10-68,1 0-1,0 0 0,0 0 0,0 0 0,0 1 0,1-1 0,0 1 1,-1 0-1,1 1 0,0-1 0,0 1 0,1 0 0,-1 0 0,0 0 1,1 1-1,-1 0 0,1 0 0,-1 0 0,1 1 0,-1 0 0,1 0 1,-1 0-1,7 2 0,-11-2 95,1 1 0,-1 0 1,0-1-1,0 1 0,1 0 0,-1 0 0,0 0 1,0 0-1,0 0 0,0 0 0,0 0 1,0 0-1,0 0 0,-1 0 0,1 1 0,0-1 1,-1 0-1,1 0 0,-1 1 0,1-1 1,-1 0-1,1 3 0,4 35 131,-4-32-97,1 13 39,-1 0 1,-1 1-1,-1-1 0,-4 27 0,4-42-21,0 0 0,-1 1 0,1-1 0,-1 0 0,0 0 0,-1 0 0,1 0 0,-1-1 0,-5 8-1,6-10 22,0 0 0,-1 1 0,1-2 0,0 1-1,-1 0 1,1 0 0,-1-1 0,0 1-1,0-1 1,1 0 0,-1 0 0,0 0 0,0 0-1,0 0 1,0-1 0,0 1 0,0-1-1,-5 0 1,6-1-59,1 0 1,-1 1-1,0-1 0,0-1 0,0 1 0,1 0 0,-1 0 0,0 0 1,1-1-1,-1 1 0,1-1 0,0 0 0,-1 1 0,1-1 0,0 0 1,0 1-1,0-1 0,0 0 0,0 0 0,1 0 0,-1 0 0,1 0 1,-1 0-1,1 0 0,0 0 0,-1 0 0,1-4 0,-5-66 16,5 67-22,-1-9-142,1 0 0,1 0 1,0 0-1,1 0 1,7-24-1,-8 34 104,1 1-1,-1-1 0,1 1 1,0 0-1,0 0 0,0 0 1,0 0-1,1 0 0,-1 0 1,1 0-1,0 1 0,0 0 1,0-1-1,0 1 0,0 0 1,0 0-1,1 1 0,-1-1 1,0 1-1,1-1 0,0 1 1,-1 0-1,1 1 1,-1-1-1,1 0 0,7 1 1,-8 0 1,1-1 0,-1 1 1,0 0-1,0 0 1,1 0-1,-1 0 1,0 1-1,0-1 1,0 1-1,0 0 1,1 0-1,-1 0 1,0 0-1,-1 1 1,1-1-1,0 1 0,0 0 1,-1 0-1,4 2 1,-3 1 59,0-1 0,0 1-1,0 0 1,-1 0 0,0 0 0,0 0 0,0 1 0,0-1-1,-1 1 1,1 6 0,0 0 111,-1 1 0,0-1 0,0 0 0,-2 1-1,1-1 1,-2 1 0,-3 15 0,5-25-72,-1 1 0,-1-1 0,1 1 0,0-1 0,-1 1 0,0-1 0,0 0 0,0 0 0,0 0 0,0 0 0,-1 0 0,-3 4 0,4-6-20,0 0 0,0 1 0,0-1 0,0 0 0,-1 0 0,1-1 0,0 1 0,-1 0 0,1-1 0,0 1 0,-1-1 0,1 0 0,0 0 0,-1 0 0,1 0 0,0 0 0,-1-1 0,1 1 0,0-1 0,-1 1 0,-2-2 0,1 0-30,0 0 0,1 0 0,0-1-1,-1 1 1,1-1 0,0 1-1,0-1 1,1 0 0,-1 0 0,1-1-1,-1 1 1,1 0 0,0-1 0,0 0-1,1 1 1,-1-1 0,-1-5-1,-21-77 101,21 72-104,-13-77 6,15 84-26,0 0 0,1 0 0,0-1 0,1 1-1,-1 0 1,1 0 0,0-1 0,1 1-1,0 0 1,4-11 0,-5 16-25,1 0-1,-1 1 1,0-1-1,1 0 1,-1 0-1,1 1 1,0-1-1,-1 1 1,1-1 0,0 1-1,0 0 1,0 0-1,0 0 1,0 0-1,0 0 1,0 0-1,0 1 1,1-1-1,-1 1 1,0-1 0,0 1-1,0 0 1,1 0-1,-1 0 1,0 0-1,0 0 1,5 1-1,-4 0 13,1 0-1,0 0 1,-1 0 0,1 0-1,-1 0 1,1 1-1,-1 0 1,0 0-1,0 0 1,0 0-1,0 0 1,0 1-1,0-1 1,-1 1-1,5 5 1,-2 0 44,0 1 1,-1-1-1,0 1 1,0 1-1,-1-1 1,0 0 0,-1 1-1,2 13 1,1 81 234,-5-95-218,0-4 12,0 0 0,0 0 1,0 0-1,-1-1 0,0 1 1,0 0-1,0-1 0,-1 1 1,0-1-1,0 1 0,0-1 1,0 0-1,0 0 0,-1 0 0,0 0 1,0 0-1,0 0 0,0-1 1,-1 1-1,1-1 0,-1 0 1,0 0-1,0-1 0,0 1 1,0-1-1,0 0 0,-1 0 0,1 0 1,-1 0-1,1-1 0,-1 0 1,0 0-1,1 0 0,-1 0 1,0-1-1,0 0 0,1 0 1,-1 0-1,-6-2 0,7 1-32,0-1-1,0 0 1,0 0-1,0 0 1,1 0-1,-1-1 1,1 1-1,0-1 1,0 0-1,0 0 1,0-1-1,0 1 1,0 0 0,1-1-1,0 0 1,0 1-1,0-1 1,0 0-1,0 0 1,1 0-1,0 0 1,0 0-1,0-1 1,0-5-1,-4-13 11,2 0 0,1-1 0,1-25 0,1 41-54,0 1 0,0-1-1,1 1 1,0 0 0,0-1 0,1 1 0,0 0 0,0-1 0,1 1 0,5-11 0,-5 15-48,-1 0-1,1 0 1,-1 0 0,1 0-1,0 0 1,0 1 0,0-1-1,1 1 1,-1 0 0,0 0-1,1 0 1,0 0 0,-1 1-1,1 0 1,0 0 0,0 0-1,-1 0 1,1 0 0,0 1-1,0-1 1,0 1 0,6 0-1,-4 0-51,0 0 1,0 1-1,0-1 0,0 1 0,-1 0 0,1 1 1,0 0-1,10 4 0,-14-5 121,1 1 0,-1-1 0,1 1-1,-1 0 1,0 0 0,1 0 0,-1 0 0,0 0 0,-1 1-1,1-1 1,0 1 0,-1-1 0,1 1 0,-1-1 0,0 1 0,0 0-1,0 0 1,0 0 0,0 0 0,0 3 0,1 10 101,0-1 0,-1 0 0,-1 0 1,0 0-1,-1 0 0,-1 1 0,-1-1 0,0-1 1,0 1-1,-2 0 0,0-1 0,-10 22 0,11-28 32,0-1 0,-1 0 0,0 0 0,0 0-1,0-1 1,-1 1 0,0-1 0,0 0 0,0-1 0,-1 0-1,0 0 1,0 0 0,0-1 0,-1 0 0,1 0 0,-1-1-1,0 0 1,0 0 0,0-1 0,0 0 0,-1-1-1,1 1 1,-16-1 0,21-1-111,0 0 0,0 0 0,1-1 0,-1 1 0,0-1 0,1 1 0,-1-1-1,1 0 1,-1 0 0,1 0 0,-1 0 0,1 0 0,0-1 0,-1 1 0,1-1 0,0 0 0,0 1 0,0-1 0,0 0 0,1 0-1,-1 0 1,0-1 0,1 1 0,-1 0 0,1-1 0,0 1 0,0 0 0,0-1 0,0 1 0,0-4 0,-2-7 17,0 0 1,1-1 0,1 1-1,1-24 1,0 30-30,0-6-66,1 0 1,1 0-1,0 0 1,0 0-1,1 1 1,1-1-1,0 1 0,1 0 1,0 0-1,1 0 1,0 0-1,1 1 1,1 0-1,-1 1 1,1 0-1,1 0 0,0 0 1,1 1-1,0 1 1,0 0-1,18-12 1,-21 17-117,-1 0-1,0 0 1,1 1 0,0 0 0,10-3 0,-16 5 158,1-1 0,-1 1 0,0 0 0,0-1 0,0 1 0,1 0 0,-1 0 0,0 0 0,0 0 0,1 0 0,-1 0 0,0 0 0,0 0 0,1 0 0,-1 0 0,0 1 0,0-1 0,0 0 0,1 1 0,-1-1 0,0 1 0,0 0 0,0-1 0,0 1 0,0 0 0,0 0 0,0 0 0,0-1 0,0 1 0,-1 0 0,1 0 0,0 0 0,0 0 0,-1 0 0,1 1 0,-1-1 0,1 1 0,0 12 209,0 0-1,-2 0 1,0 0-1,0 0 0,-1 0 1,-1 0-1,0 0 1,-1-1-1,0 0 1,-1 1-1,-1-2 1,0 1-1,-9 14 1,6-14 24,1-1 0,-1 1 0,-1-2 0,0 1 1,-1-1-1,0-1 0,-1 0 0,0 0 0,0-1 1,-1-1-1,0 0 0,-17 8 0,27-15-159,0 0 0,0 1 0,0-1 0,0 0 0,0 0 0,0 0 0,0-1 0,0 1 0,0-1 0,0 0 0,-1 0 0,1 0 0,0 0 0,-4-1 0,6 0-58,-1 0 0,1 0-1,0 0 1,0 0-1,0 0 1,0-1 0,0 1-1,0 0 1,0-1 0,0 1-1,0-1 1,1 1 0,-1-1-1,0 1 1,1-1-1,-1 0 1,1 1 0,0-1-1,0 0 1,-1 1 0,1-1-1,0 0 1,1 1 0,-1-1-1,0-2 1,5-156-1617,2 56-2918,-6 72-32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3:37.2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23 403 8802,'0'0'7323,"-3"-3"-6688,0 0-522,1 0 0,0 0 0,0-1 0,0 1 0,1-1 0,-1 1 0,1-1 0,0 0 0,0 0 0,0 1 0,0-1 0,1 0 0,0 0 0,-1-5 1,3-70 865,0 41-811,-3 19-117,0 15-41,1 0 0,-1 0 0,1 0-1,0 0 1,1 0 0,-1-1 0,1 1 0,-1 0 0,1 0 0,1 0-1,1-5 1,-1 8-3,2 1-43,-2 29-141,24 309 654,-19-308-474,-1-21-147,1-21-298,81-316 956,-80 293-504,-3 9-66,1 0 1,2 0 0,0 0-1,20-41 1,-28 67 37,0-1 1,1 1-1,-1-1 0,0 1 1,0-1-1,1 1 0,-1-1 1,0 1-1,1-1 0,-1 1 1,0-1-1,1 1 0,-1 0 1,1-1-1,-1 1 0,0-1 1,1 1-1,-1 0 0,1 0 1,-1-1-1,1 1 0,-1 0 1,1 0-1,-1 0 0,1-1 1,0 1-1,-1 0 0,1 0 1,-1 0-1,1 0 0,-1 0 1,1 0-1,0 0 0,-1 0 1,1 0-1,-1 1 0,1-1 1,-1 0-1,1 0 0,-1 0 1,1 1-1,-1-1 0,1 0 1,-1 1-1,1-1 0,-1 0 1,1 1-1,-1-1 0,0 0 1,1 1-1,-1-1 0,0 1 1,1-1-1,0 2 0,14 28 24,-14-28-14,17 47 390,-1 0 0,-3 1-1,-2 1 1,10 100 0,-15-97 28,-7-50-410,1 0 0,-1 0 0,1-1 0,0 1 0,1 0 0,-1 0 0,1-1 0,0 1 0,-1-1 0,5 6 1,-5-8-364,-1-22-10656,0 4 2284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3:37.9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 2457,'0'0'7328,"0"21"-5078,0 56 215,1 43-1102,-20 172 0,20-275-4493,10-26 1290,13-29-1332,-23 35 2599,19-31-4161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3:38.7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87 4217,'0'0'11261,"-1"-15"-10825,-5-46-108,3 51-150,2 18-219,0 19 19,15 78 660,-7-56-410,3 74 1,-9-91-242,0-22-117,0 0 0,-1-1 0,0 1-1,-1 0 1,-2 14 0,2-23 92,0 0 0,-1 0 0,1-1-1,0 1 1,0 0 0,0 0 0,-1-1 0,1 1 0,0-1-1,-1 1 1,1-1 0,-1 1 0,1-1 0,0 0-1,-1 0 1,1 0 0,-1 0 0,1 0 0,-1 0-1,-1 0 1,-36-2-820,37 2 786,-16-5 101,2 1 685,29 9 722,12 2-1039,1-1 0,0-2 0,1 0 0,-1-2 0,1 0-1,-1-2 1,44-5 0,-30-11 126,-9 2-1462,-12 11-3762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3:40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103 276 6313,'0'0'9818,"-6"-20"-9557,-16-65-362,22 83 89,0 1 0,0-1 0,0 0 0,0 1 0,0-1 0,1 0 0,-1 0 0,0 1 0,1-1 0,-1 1 0,1-1 0,0 0 0,-1 1 0,1-1 0,0 1 0,0-1 0,0 1 0,0 0 0,0-1-1,0 1 1,1 0 0,-1 0 0,0 0 0,1 0 0,-1 0 0,1 0 0,-1 0 0,1 0 0,-1 0 0,1 1 0,-1-1 0,4 0 0,2-1-61,1 1 0,-1 0 0,1 0 0,0 0 0,8 2 0,-11-1 24,-3-1 55,-1 1-1,1 0 1,-1 0 0,1 0-1,-1 0 1,1 0-1,-1 0 1,1 1-1,0-1 1,-1 0 0,0 1-1,1-1 1,-1 1-1,1-1 1,-1 1-1,0 0 1,1 0 0,-1 0-1,0-1 1,0 1-1,1 0 1,-1 1-1,0-1 1,0 0 0,0 0-1,0 0 1,-1 1-1,2 1 1,-1 2 163,0 0 1,-1 0 0,1 0-1,-1-1 1,0 1 0,-1 0-1,-1 9 1,2-9-22,-1-2-72,1 1-1,-1-1 0,0 1 1,0-1-1,0 0 1,0 1-1,-1-1 0,1 0 1,-1 0-1,0 0 1,0 0-1,0 0 0,0 0 1,0-1-1,-1 1 0,1-1 1,-1 0-1,0 1 1,-2 1-1,0-1-2,-1-1 0,1 1 0,0-1 0,-1 0 0,1-1 0,-1 1 0,1-1 0,-1 0 0,0 0 0,-10-1 0,14 0-74,1 0-1,-1-1 1,1 1-1,0-1 1,-1 1-1,1-1 1,0 1-1,-1-1 1,1 0-1,0 0 1,0 0-1,-1 1 1,1-1-1,0 0 1,0 0-1,0-1 1,0 1-1,0 0 0,1 0 1,-1 0-1,0-1 1,0 1-1,1 0 1,-1-1-1,1 1 1,-1-1-1,1 1 1,0 0-1,-1-1 1,1 1-1,0-3 1,-3-54 10,4 46-46,-1 12 15,0-1-1,0 1 1,0-1-1,0 0 1,0 1-1,1-1 0,-1 1 1,0-1-1,0 1 1,1-1-1,-1 1 1,0-1-1,1 1 0,-1-1 1,0 1-1,1 0 1,-1-1-1,1 1 1,-1 0-1,1-1 0,-1 1 1,1 0-1,-1-1 1,1 1-1,-1 0 1,1 0-1,-1 0 0,1-1 1,0 1-1,26-1-301,-19 1 298,-1 1-1,0 0 1,0 1-1,0 0 1,9 3-1,-12-3 47,0 1-1,0 0 0,0-1 0,0 2 1,-1-1-1,1 0 0,-1 1 1,0-1-1,0 1 0,0 0 1,0 0-1,-1 0 0,0 1 1,0-1-1,0 1 0,0-1 1,-1 1-1,1-1 0,0 8 0,-1-8 7,-1-1-1,0 1 0,0 0 0,0 0 0,0 0 0,0 0 0,-1-1 0,0 1 0,0 0 0,0 0 1,0-1-1,0 1 0,-1-1 0,1 1 0,-1-1 0,0 0 0,0 1 0,-1-1 0,1 0 0,-1 0 1,1-1-1,-1 1 0,0 0 0,0-1 0,-4 3 0,0-1 35,0 0-1,0-1 1,0 0-1,0 0 1,0-1-1,-1 0 1,1 0 0,-1-1-1,-13 1 1,19-2-56,0 1 0,0-1 0,-1 0 0,1 0 0,0-1 0,0 1 1,-1 0-1,1-1 0,0 0 0,0 1 0,0-1 0,0 0 0,0 0 0,0 0 1,0 0-1,0-1 0,0 1 0,0 0 0,0-1 0,1 1 0,-1-1 0,1 0 1,-1 1-1,1-1 0,0 0 0,-1 0 0,1 0 0,0 0 0,0 0 0,0 0 1,1-1-1,-1 1 0,1 0 0,-1 0 0,1 0 0,-1-5 0,1-3-24,-1-1-1,1 0 1,1 1 0,0-1-1,1 0 1,0 1 0,0-1-1,1 1 1,1 0-1,5-13 1,-6 18-38,-1 0 0,1 0 1,1 0-1,-1 1 0,0-1 0,1 1 1,0 0-1,0 0 0,1 0 0,-1 1 1,1-1-1,-1 1 0,1 0 0,0 0 1,0 1-1,1 0 0,-1-1 0,0 2 1,1-1-1,-1 1 0,8-2 0,-9 3 38,0-1-1,0 0 1,0 1 0,-1 0-1,1 0 1,0 0 0,0 0-1,0 1 1,-1 0-1,1-1 1,0 1 0,0 1-1,-1-1 1,1 0-1,-1 1 1,1 0 0,-1 0-1,0 0 1,4 3-1,-4-1 51,0 0-1,0 0 1,-1 0-1,1 1 1,-1-1-1,0 1 0,-1-1 1,1 1-1,-1 0 1,1 0-1,-1-1 0,-1 1 1,1 0-1,-1 6 1,0-1 59,0-1 1,0 1-1,-1 0 1,0-1 0,-1 0-1,0 1 1,-1-1-1,0 0 1,0 0-1,-1 0 1,0 0 0,-1-1-1,-8 13 1,9-15-10,-1 0-1,1 0 1,-1-1 0,0 0 0,-1 0 0,1 0 0,-1-1 0,0 0-1,0 0 1,0 0 0,-1-1 0,1 1 0,-1-2 0,0 1-1,0-1 1,0 0 0,0 0 0,-11 0 0,17-1-78,-1-1 0,0 0 0,0-1-1,0 1 1,0 0 0,0 0 0,0-1 0,1 1 0,-1-1 0,0 0 0,0 1 0,1-1 0,-1 0-1,0 0 1,1 0 0,-1 0 0,1 0 0,-1-1 0,1 1 0,0 0 0,-1-1 0,1 1 0,0-1-1,0 1 1,0-1 0,0 0 0,0 1 0,1-1 0,-1 0 0,0 0 0,1 1 0,-1-4 0,-2-7-54,2 1 1,-1 0-1,2-1 0,0-14 1,0 13 32,0-15-61,-1-1-80,2 0 0,6-48 0,-5 70 95,-1-1-1,1 1 1,0 0-1,0-1 0,1 1 1,0 0-1,1 1 1,-1-1-1,1 1 0,1-1 1,-1 1-1,1 0 1,0 1-1,0-1 0,9-6 1,-12 10 39,0 1 1,0-1-1,1 0 1,-1 1-1,1 0 0,-1 0 1,1 0-1,0 0 1,-1 0-1,1 0 0,0 0 1,0 1-1,-1 0 1,1-1-1,0 1 1,0 0-1,0 0 0,0 1 1,-1-1-1,1 1 1,0-1-1,0 1 1,-1 0-1,1 0 0,0 0 1,-1 0-1,1 0 1,-1 1-1,0-1 1,1 1-1,-1 0 0,0 0 1,0 0-1,0 0 1,0 0-1,0 0 1,0 0-1,2 5 0,2 2 69,0 1-1,0 1 0,-1-1 1,0 1-1,-1 0 1,0 0-1,-1 0 0,3 13 1,-3-3 79,0 0 0,-2 0 1,0 1-1,-1-1 1,-4 26-1,3-39-58,-1 0 0,1-1 0,-1 1 0,0-1 0,-1 0 0,0 1 0,0-1 0,0 0 0,-1-1 0,0 1 0,0 0 0,-1-1 0,0 0 0,0 0-1,-1-1 1,-10 10 0,14-13-54,-1-1 0,1 1 0,0 0 0,-1-1 0,1 0-1,-1 1 1,0-1 0,1 0 0,-1 0 0,0 0 0,1-1-1,-1 1 1,0-1 0,0 1 0,0-1 0,0 0 0,0 0-1,1 0 1,-1-1 0,0 1 0,0-1 0,0 0 0,1 1-1,-1-1 1,0 0 0,1 0 0,-1-1 0,1 1 0,-1-1-1,1 1 1,-1-1 0,1 0 0,0 0 0,0 0 0,0 0-1,0 0 1,0 0 0,1 0 0,-1-1 0,-2-4 0,-2-5-36,0 0 0,1 0 1,0 0-1,1 0 1,1-1-1,0 0 1,-2-18-1,3 18-18,0-1 0,1 1 0,1 0 0,0 0 0,1-1 0,1 1 0,3-17 0,-3 26-4,-1 1-1,0-1 1,1 1-1,0-1 1,0 1-1,0 0 0,0-1 1,1 1-1,-1 0 1,1 0-1,0 1 1,0-1-1,0 1 0,0-1 1,0 1-1,0 0 1,1 0-1,-1 0 0,1 1 1,-1-1-1,1 1 1,0 0-1,-1 0 1,1 0-1,0 0 0,0 1 1,0 0-1,7 0 1,-3-1-9,0 1 0,0 0 0,0 1 0,0 0 0,-1 0 1,1 0-1,0 1 0,0 1 0,7 2 0,-11-3 65,0 0 0,-1 0 0,0 1 0,1-1 0,-1 1 0,0 0-1,0-1 1,-1 1 0,1 0 0,-1 1 0,1-1 0,-1 0 0,0 1 0,0-1 0,0 1 0,-1 0-1,1 0 1,-1 0 0,0-1 0,1 7 0,-1-3 38,0-1 1,0 0-1,0 1 0,-1-1 0,0 1 1,0-1-1,-1 1 0,0-1 0,0 1 1,0-1-1,-1 0 0,0 0 1,0 0-1,-1 0 0,1 0 0,-1 0 1,-1 0-1,1-1 0,-1 0 1,0 1-1,0-2 0,-9 10 0,5-8-6,0 0 1,-1-1-1,1 0 0,-1 0 0,0-1 0,-1 0 0,1-1 0,-1 1 0,1-2 0,-1 0 0,0 0 0,0 0 1,0-2-1,-13 1 0,20-1-46,0 0 1,0 0 0,0 0 0,0-1 0,0 1-1,0-1 1,0 0 0,0 0 0,0 0 0,0 0-1,0 0 1,1-1 0,-1 1 0,0-1 0,1 0-1,-1 0 1,1 0 0,0 0 0,0 0-1,0 0 1,0 0 0,0-1 0,0 1 0,0-1-1,1 0 1,0 1 0,-1-1 0,1 0 0,-2-6-1,0-5-50,0-1-1,1 0 0,1 0 0,0-29 1,2 32 17,-1 8-5,0-1 0,1 0 0,-1 1 0,1-1 0,0 1 0,1-1 0,-1 1 0,1-1 0,0 1 0,0 0 1,0 0-1,1 0 0,-1 0 0,1 0 0,0 1 0,0-1 0,0 1 0,1-1 0,-1 1 0,1 0 0,0 1 0,0-1 0,0 1 0,0 0 0,0-1 0,7-1 0,-2 1-47,0 0 0,0 1 0,0 0 0,0 0 0,0 1 0,0 0 0,1 1-1,-1 0 1,0 0 0,1 1 0,-1 0 0,17 5 0,-22-5 98,-1 1 1,1-1-1,0 1 0,-1 0 1,0 0-1,1 0 0,-1 0 1,0 1-1,0-1 1,-1 1-1,1 0 0,0 0 1,-1 0-1,1 0 1,-1 0-1,0 0 0,0 1 1,-1-1-1,1 1 0,-1-1 1,1 1-1,-1 0 1,1 5-1,0 5 168,0 1 1,-1 0-1,-1 0 0,-2 26 0,2-35-107,-1 0 1,-1 0-1,1 0 0,-1 0 0,0 0 0,0 0 0,-1 0 0,0-1 0,0 1 1,0-1-1,0 0 0,-1 0 0,0 0 0,0-1 0,0 1 0,-1-1 1,0 0-1,0 0 0,-8 5 0,5-4 6,0-1-1,0 0 1,-1 0-1,0-1 1,0 1-1,0-2 1,0 0 0,0 0-1,0 0 1,-1-1-1,1-1 1,-12 0-1,18 0-80,1-1-1,-1 0 0,1 0 0,-1 1 1,1-2-1,0 1 0,0 0 0,-1 0 0,1-1 1,0 1-1,0-1 0,0 0 0,1 1 1,-1-1-1,0 0 0,1 0 0,-1 0 0,1-1 1,-1 1-1,1 0 0,0 0 0,0-1 1,0 1-1,0-1 0,1 1 0,-1-1 0,0-2 1,-2-10-73,0-1 1,1 1-1,0-17 0,2 29 69,-2-133-639,3 121 389,1 1-1,0-1 0,1 1 1,0 0-1,1 0 1,1 0-1,8-17 0,-12 30 151,-1-1-1,1 1 0,0-1 0,0 1 0,0-1 0,0 1 0,0 0 0,1 0 0,-1-1 0,0 1 0,1 0 0,-1 0 0,1 0 0,-1 1 1,1-1-1,2-1 0,-3 2-104,0 0 1,1-1 0,-1 1 0,0 0 0,0 0 0,1 0-1,-1 0 1,0 1 0,0-1 0,0 0 0,1 0 0,-1 1-1,0-1 1,0 1 0,0-1 0,0 1 0,0-1 0,0 1-1,0 0 1,0 0 0,0-1 0,0 1 0,0 0 0,0 0-1,0 0 1,-1 0 0,1 0 0,0 0 0,-1 0 0,1 0-1,-1 0 1,2 3 0,5 21-4351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3:40.9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0 499 6633,'0'0'6942,"3"-28"-5869,-2 2-830,2-30 601,3-1 0,14-57-1,4 21 320,-24 92-1165,0 1 0,0 0 0,0 0 0,0-1 0,0 1 0,0 0 0,0-1 0,0 1 1,0 0-1,0-1 0,1 1 0,-1 0 0,0 0 0,0-1 0,0 1 0,0 0 0,1 0 0,-1-1 0,0 1 0,0 0 0,0 0 0,1-1 0,-1 1 0,0 0 0,0 0 0,1 0 0,-1 0 0,0 0 0,0-1 0,1 1 0,-1 0 0,0 0 0,1 0 0,-1 0 0,0 0 0,1 0 0,7 9-87,4 19 62,5 42 452,16 131-1,-24-131-151,-4-55-204,1-19-114,6-30-95,-10 25 161,34-102 133,-7 16-432,59-129 0,-87 222 238,0 0 0,0-1 0,0 1 0,0 0 0,0 0 0,0 0 0,1 0 0,-1 1-1,1-1 1,-1 0 0,1 0 0,0 1 0,-1-1 0,1 1 0,0 0 0,3-2 0,-4 3 23,0 0 0,0 0 1,0 0-1,0 0 1,0 0-1,-1 1 1,1-1-1,0 0 1,0 0-1,0 1 1,0-1-1,-1 1 1,1-1-1,0 1 1,0-1-1,-1 1 1,1-1-1,-1 1 1,1 0-1,0-1 1,-1 1-1,1 0 1,-1 0-1,1-1 1,-1 1-1,0 0 0,1 1 1,4 11 30,0 0 0,-1 1-1,5 26 1,-8-34 87,8 53 200,11 52 256,-18-103-598,1 1 0,-1-1 0,2 0-1,-1 0 1,1 0 0,0 0-1,1-1 1,0 1 0,11 11 0,-15-17-145,1-1 0,-1 0 1,1 0-1,-1 1 0,1-1 1,-1 0-1,1-1 0,0 1 1,0 0-1,-1 0 1,1-1-1,0 1 0,0-1 1,0 1-1,0-1 0,0 0 1,0 0-1,0 0 0,-1 0 1,4 0-1,-3-1-324,0 1 0,0-1 0,0 0 0,0 0 0,0 1 0,0-1 0,0 0 0,0-1 0,0 1 0,-1 0 0,3-2 0,15-19-7670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3:41.5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1 117 5857,'0'0'8255,"5"-16"-8123,19-52-110,-24 66 17,1 0 1,0 0-1,0 0 1,0 0-1,0 1 1,0-1-1,1 0 1,-1 1-1,0-1 0,1 1 1,-1-1-1,1 1 1,0 0-1,-1-1 1,1 1-1,0 0 1,0 0-1,0 1 1,-1-1-1,1 0 1,0 0-1,0 1 1,0-1-1,0 1 1,0 0-1,1 0 1,-1 0-1,0 0 1,0 0-1,0 0 0,0 0 1,0 1-1,0-1 1,0 1-1,0-1 1,0 1-1,0 0 1,0 0-1,-1 0 1,1 0-1,0 0 1,0 0-1,-1 0 1,4 3-1,-1 7 206,-1 1 0,0-1 0,-1 1 0,0 0 0,-1 0 0,0-1 0,0 1 0,-2 0-1,-1 13 1,2 9 93,-1-14-281,0-1-1,-1 0 1,-1 0-1,0 0 0,-2 0 1,0-1-1,-1 1 1,-1-1-1,-1-1 0,0 1 1,-1-1-1,-1-1 0,-18 23 1,33-43-227,-1-1 0,1 1 0,0 0 0,0 1 0,0-1 0,0 1 0,1 0 0,-1 0 0,1 0 0,0 1 0,7-2 0,3 0 57,1 0 0,-1 1 0,33-1 0,-12 4 238,-1 2 0,0 1 0,56 13 1,-79-14-164,0 0-1,0-1 1,0-1 0,0 0 0,0 0 0,0-1-1,0-1 1,-1 0 0,1-1 0,0-1 0,-1 1-1,14-8 1,5 1-200,73-16-4572,-70 22-1128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3:45.5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129 225 1712,'0'0'6240,"-1"-10"-5832,0 6-309,-2-28 144,3 30-199,0 1 0,0-1 0,0 1 0,0 0 1,1-1-1,-1 1 0,0 0 0,1-1 0,-1 1 0,1 0 0,-1 0 0,1-1 0,0 1 1,0 0-1,-1 0 0,1 0 0,0 0 0,0 0 0,0 0 0,0 0 0,0 0 1,0 0-1,3-1 1928,-4 34-259,1-31-1655,-2 1 0,1-1 0,0 0 0,0 1 0,0-1 0,0 1 0,-1-1 0,1 0 0,-1 0 0,1 1 0,-1-1 0,1 0 1,-1 0-1,0 1 0,0-1 0,0 0 0,1 0 0,-1 0 0,0 0 0,0 0 0,0 0 0,0-1 0,-1 1 0,1 0 0,0 0 1,0-1-1,0 1 0,-1-1 0,1 1 0,0-1 0,-1 1 0,1-1 0,0 0 0,-1 0 0,1 0 0,0 0 0,-1 0 0,1 0 1,-1 0-1,1 0 0,0 0 0,-1-1 0,1 1 0,0 0 0,-1-1 0,1 1 0,0-1 0,0 0 0,0 1 0,-2-2 0,0 0-49,1-1-1,-1 1 0,0-1 1,1 0-1,0 1 0,-1-1 0,1-1 1,1 1-1,-1 0 0,0 0 0,1-1 1,-1 1-1,1-1 0,-1-3 1,-6-52 59,7 45-98,5-18-302,-3 30 318,-1 1 0,1 0-1,0 0 1,0 0 0,0 1-1,0-1 1,1 0-1,-1 0 1,0 1 0,0-1-1,0 0 1,0 1 0,1-1-1,-1 1 1,0 0 0,1-1-1,-1 1 1,0 0 0,1 0-1,-1 0 1,0 0-1,1 0 1,-1 0 0,2 0-1,11 0-34,0 1-1,0 0 0,0 1 0,0 0 0,-1 1 0,1 1 0,-1 0 1,0 1-1,0 0 0,0 1 0,0 0 0,-1 1 0,0 1 1,-1 0-1,11 9 0,-16-11 48,0 0 0,0 0 0,-1 0 0,0 1 0,0 0 0,-1 0 0,1 0 0,-2 0-1,1 1 1,-1-1 0,0 1 0,0 0 0,1 10 0,-3-14 26,-1-1 0,1 1 0,-1 0 1,0-1-1,0 1 0,0 0 0,-1 0 0,1-1 0,-1 1 0,0-1 0,0 1 0,0-1 0,-1 1 0,1-1 0,-1 1 0,1-1 0,-1 0 0,0 0 1,-1 0-1,1 0 0,0 0 0,-1-1 0,0 1 0,1-1 0,-1 1 0,0-1 0,0 0 0,0 0 0,-1-1 0,1 1 0,-4 1 0,-2 1-5,1-1-1,0 0 0,-1 0 0,1-1 0,-1 0 0,0-1 1,1 0-1,-1 0 0,0 0 0,0-2 0,0 1 1,0-1-1,1 0 0,-1-1 0,0 0 0,1 0 1,-1-1-1,1 0 0,0 0 0,0-1 0,0 0 0,0-1 1,1 1-1,-1-2 0,1 1 0,1-1 0,-1 0 1,1 0-1,0-1 0,0 0 0,1 0 0,-6-9 1,10 13-42,-1 1 1,1-1-1,0 0 1,0 0-1,0 0 1,0 0-1,0 0 1,1 0-1,-1 0 1,1 0-1,0 0 1,0-6-1,0 8 11,1-1-1,-1 1 1,0 0-1,1 0 1,-1 0-1,1 0 1,-1 0-1,1 0 1,-1-1-1,1 1 1,0 1 0,0-1-1,-1 0 1,1 0-1,0 0 1,0 0-1,0 0 1,0 1-1,0-1 1,0 1-1,0-1 1,0 0-1,0 1 1,1 0-1,-1-1 1,0 1 0,0 0-1,0-1 1,1 1-1,1 0 1,187-6-1120,-159 6 759,-31 0 379,1 0 0,-1 0 0,0 0 0,0 0 0,1 0 0,-1 0 0,0 0 0,1 0 0,-1 0 0,0 0 0,1 0 0,-1 0 0,0 0 0,1 1 0,-1-1 0,0 0-1,0 0 1,1 0 0,-1 0 0,0 1 0,0-1 0,1 0 0,-1 0 0,0 0 0,0 1 0,1-1 0,-1 0 0,0 0 0,0 1 0,0-1 0,0 0 0,0 1 0,1-1 0,-1 0 0,0 1-1,0-1 1,0 0 0,0 0 0,0 1 0,0-1 0,0 0 0,0 1 0,0-1 0,0 0 0,0 1 0,0-1 0,0 0 0,0 1 0,0-1 0,-1 0 0,1 0 0,0 1 0,0-1 0,0 0-1,0 1 1,-1-1 0,1 0 0,0 0 0,0 1 0,0-1 0,-1 0 0,1 0 0,-1 1 45,-7 12 84,-1-1 0,0 0 1,-1-1-1,-1 0 0,0-1 1,0 0-1,-1-1 0,0 0 1,0-1-1,-1 0 0,0-1 1,-1 0-1,1-1 0,-21 6 1,33-12-134,0 0 0,0 0 0,0 1 1,0-1-1,1 0 0,-1 0 1,0 0-1,0 0 0,0 0 1,0 0-1,0 0 0,0 0 1,0 0-1,1-1 0,-1 1 0,0 0 1,0 0-1,0-1 0,0 1 1,1-1-1,-1 1 0,0-1 1,0 1-1,1-1 0,-1 1 1,0-1-1,1 1 0,-1-1 0,1 0 1,-1 0-1,1 1 0,-1-2 1,-1-1-5,1 0 0,1 0 0,-1 0 0,0 0 0,1 0-1,-1-1 1,1 1 0,0 0 0,1-6 0,0-2-17,1 0-1,0 0 1,0 0 0,9-21-1,-5 21-30,0 1-1,0-1 0,2 1 0,-1 1 1,1 0-1,0 0 0,1 0 1,0 1-1,19-13 0,-22 17 3,0 0-1,0 0 0,0 1 0,0 0 1,1 0-1,0 0 0,-1 1 0,1 0 0,0 0 1,0 1-1,0 0 0,0 0 0,0 1 0,0 0 1,0 0-1,0 0 0,0 1 0,11 3 1,-16-3 66,1 1 0,-1-1 1,0 1-1,0 0 1,0-1-1,0 1 0,-1 0 1,1 1-1,-1-1 0,1 0 1,-1 0-1,1 1 1,-1-1-1,0 0 0,0 1 1,0-1-1,-1 1 1,1 0-1,0-1 0,-1 1 1,0 0-1,0-1 0,0 1 1,0 0-1,0-1 1,-1 5-1,1 1 71,-1-1 0,0 1 0,0 0-1,0 0 1,-1-1 0,-1 1 0,1-1 0,-5 10 0,2-9-15,-1 0 0,0-1-1,0 0 1,-1 0 0,1 0 0,-1-1 0,-1 0-1,1 0 1,-1-1 0,0 0 0,-1 0 0,1-1 0,-1 0-1,1 0 1,-1-1 0,-1 0 0,1-1 0,0 0 0,0 0-1,-1-1 1,1 0 0,-1-1 0,1 0 0,-13-2 0,20 2-79,0-1 1,-1 0 0,1 1 0,0-1-1,0 0 1,0 0 0,0 0 0,1 0-1,-1 0 1,0-1 0,0 1 0,1-1-1,-1 1 1,1-1 0,-1 1 0,1-1-1,0 0 1,-1 0 0,1 0 0,0 1-1,0-1 1,0 0 0,1-1 0,-1 1-1,0 0 1,1 0 0,-1 0 0,1-3-1,-3-9-21,2 0 0,0-1 0,1-17 0,0 19 11,0 6-18,0 0 0,1 0-1,0 0 1,0 0 0,0 1 0,1-1 0,0 0 0,1 0 0,-1 1-1,1 0 1,0-1 0,1 1 0,0 0 0,0 1 0,0-1 0,0 1 0,1-1-1,10-7 1,-7 7-61,0 1 0,0 0-1,0 0 1,1 1 0,0 0-1,0 0 1,0 1 0,0 1 0,0-1-1,1 1 1,-1 1 0,1 0-1,15 0 1,-24 1 93,1 0 0,0 0 0,-1 1 0,1-1 0,-1 0 0,1 1 0,0-1 0,-1 1 0,1-1 0,-1 1 0,0 0 0,1 0 0,-1 0 0,1 0 0,-1 0 0,0 0 0,0 0 0,0 0 0,0 0 0,0 0 0,0 1 0,1 1 0,1 1 26,-1 0-1,-1 0 1,1 0 0,0 1-1,-1-1 1,0 1-1,0-1 1,0 6-1,0 3 83,0 0 0,-2-1 0,1 1 0,-1 0 0,-5 17 0,3-19-28,-1 0 0,0 0 1,0 0-1,-2-1 0,1 0 0,-1 0 0,-1 0 0,1-1 0,-2 0 0,1-1 0,-10 9 0,12-12-29,-1 0-1,0 0 0,0-1 1,0 0-1,0 0 1,-1 0-1,1-1 0,-1 0 1,0 0-1,0 0 0,0-1 1,-1-1-1,1 1 1,0-1-1,-1 0 0,1 0 1,-15-2-1,20 1-58,0-1 0,0 0 0,0 0 0,0 0 1,0 0-1,0 0 0,0 0 0,1 0 0,-1 0 0,0-1 0,1 1 0,0-1 0,-1 1 0,1-1 1,0 1-1,-1-1 0,1 0 0,0 0 0,0 0 0,0 0 0,1 0 0,-1 0 0,0 0 0,1 0 1,-1-2-1,-8-59-133,9 54 123,-2 0-35,2-1 0,-1 0 0,1 1-1,1-1 1,0 1 0,0-1 0,4-12 0,-4 19 0,0 0 1,0 1-1,1 0 1,0-1-1,-1 1 0,1 0 1,0-1-1,0 1 1,0 0-1,0 1 0,1-1 1,-1 0-1,0 1 1,1-1-1,-1 1 0,1-1 1,0 1-1,-1 0 1,1 0-1,0 1 1,-1-1-1,1 0 0,0 1 1,0 0-1,0 0 1,0-1-1,0 2 0,4-1 1,-4 0 34,1 0 0,0 0 1,0 0-1,0 1 0,-1-1 1,1 1-1,0 0 0,-1 0 1,1 0-1,-1 0 0,1 1 0,-1 0 1,1-1-1,-1 1 0,0 0 1,0 1-1,0-1 0,0 1 1,0-1-1,-1 1 0,1 0 1,-1 0-1,1 0 0,2 5 0,-1 1 80,-1 0-1,0 1 1,-1-1-1,0 0 0,0 1 1,-1-1-1,0 1 0,-1 17 1,0-22-26,-1-1 0,0 1 0,0-1 0,0 1 0,0-1 0,-1 1 0,0-1 0,0 0 0,0 1 0,0-1 0,-1 0 0,0-1 0,0 1 0,0 0 0,0-1 0,0 0 0,-1 1 0,1-1 0,-1-1 0,0 1 0,0 0 0,0-1 0,-7 3 0,4-1 21,0-1 0,-1-1 0,1 1 0,-1-1 0,1 0 0,-1-1 0,0 1-1,1-2 1,-1 1 0,0-1 0,0 0 0,0-1 0,0 0 0,-8-2 0,13 2-57,1 0 1,0 0-1,0-1 1,-1 1-1,1-1 1,0 0-1,0 0 1,0 1-1,0-1 1,1-1-1,-1 1 0,0 0 1,1 0-1,0 0 1,-1-1-1,1 1 1,0-1-1,0 1 1,1-1-1,-1 1 1,0-1-1,1 0 1,-1-4-1,-3-69-137,4 63 70,0 5-41,1 0 1,0 0-1,0 0 0,1 1 1,-1-1-1,2 0 0,-1 1 0,1-1 1,0 1-1,1 0 0,0 0 1,0 0-1,0 0 0,9-8 0,-5 5-456,1 1 0,1 1 0,-1 0 0,1 0 0,1 1 0,-1 0 0,1 1 0,19-8 0,15-2-3855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3:46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1 727 5921,'0'0'5217,"5"-28"-3855,35-198 457,-24 88-292,0-180 0,-15 303-1237,3 13 12,4 26-154,26 224 605,-12-82-145,0-304-235,-18 101-290,0 0-114,2-1-1,1 1 1,14-42-1,-21 79 18,0-1 1,0 0-1,0 1 0,0-1 0,0 1 0,0-1 1,1 0-1,-1 1 0,0-1 0,0 1 0,0-1 1,1 1-1,-1-1 0,0 1 0,0-1 1,1 1-1,-1-1 0,0 1 0,1-1 0,-1 1 1,1-1-1,-1 1 0,0 0 0,1-1 0,-1 1 1,1 0-1,-1-1 0,1 1 0,-1 0 0,1 0 1,0 0-1,-1-1 0,1 1 0,-1 0 0,1 0 1,-1 0-1,1 0 0,0 0 0,-1 0 0,1 0 1,-1 0-1,1 0 0,0 0 0,-1 0 0,1 1 1,-1-1-1,1 0 0,-1 0 0,1 0 1,-1 1-1,1-1 0,-1 0 0,1 1 0,-1-1 1,1 0-1,-1 1 0,1-1 0,-1 1 0,0-1 1,1 1-1,-1-1 0,0 1 0,1-1 0,-1 1 1,0-1-1,0 1 0,1 0 0,17 41-92,-17-39 127,102 324 222,-103-326-364,1-1 1,-1 1-1,0 0 0,1 0 1,-1-1-1,1 1 0,-1 0 0,1-1 1,-1 1-1,1 0 0,-1-1 1,1 1-1,0-1 0,-1 1 0,1-1 1,0 1-1,0-1 0,-1 0 1,1 1-1,0-1 0,1 1 0,10-4-6985,-6-4-444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3:47.0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 62 7098,'0'0'6938,"13"-8"-6907,-5 2-5,0 0-23,0 0 0,0 1 0,1 0 0,-1 1 0,1 0 1,0 0-1,0 0 0,1 2 0,-1-1 0,14-1 0,-22 4 29,-1 0 1,1 0-1,-1 0 0,1 1 0,-1-1 1,1 0-1,-1 1 0,1-1 0,-1 0 1,0 1-1,1-1 0,-1 0 0,0 1 1,1-1-1,-1 1 0,0-1 0,1 0 1,-1 1-1,0-1 0,0 1 1,0-1-1,1 1 0,-1-1 0,0 1 1,0-1-1,0 1 0,0 0 0,0-1 1,0 1-1,0 0 0,0 1 106,1 10 126,0 0 1,0 1-1,-2-1 1,1 1-1,-2-1 1,0 0-1,0 0 1,-1 0-1,0 0 1,-7 14-1,2-7-4,-1-1 0,-2 1-1,0-1 1,0-1 0,-20 22-1,28-34-107,-13 8 484,15-13-753,23 0-784,32-1 554,-32-1 239,0 1 1,1 2-1,-1 0 0,1 1 0,24 6 0,-43-7 124,-1 0 0,1 1 0,-1-1 0,0 1 0,1 0 0,-1 0 0,0 0 0,0 0 1,-1 0-1,1 1 0,0-1 0,-1 1 0,1 0 0,-1 0 0,0 0 0,0 0 0,0 0 0,0 0 0,-1 0 0,1 1 0,-1-1 0,0 0 0,0 1 1,0 0-1,0-1 0,-1 1 0,1-1 0,-1 1 0,0 0 0,0-1 0,-1 6 0,0 1 111,-1 1 0,0-1 1,0 0-1,-1 0 0,-1 0 0,1 0 0,-2-1 0,1 1 1,-11 15-1,-8 6 392,-1-1 0,-2-1 1,0-1-1,-2-1 0,-1-2 1,-1-1-1,-1-1 0,-1-1 0,-41 19 1,55-34 2118,5-5-4448,-5 0-4515,-1 3 690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11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412 631 3977,'0'0'6312,"-5"0"-5733,-5 0 309,3-1-584,0 1 0,0 0 0,1 0 0,-1 1 0,0 0 1,0 0-1,0 0 0,1 1 0,-1 0 0,1 0 1,0 1-1,-1 0 0,-8 6 0,-6 7-226,0 1 0,1 1 0,1 1 0,1 1 0,1 0 0,1 1 0,0 1 0,2 1 0,-21 42 0,29-43-59,0-1 0,2 1 0,0 0 0,2 0 0,0 0 0,2 0 0,3 37-1,-2-3 2,1-25-12,2-1-1,1 1 1,1 0 0,21 58 0,-14-48 10,13 70 1,83 582 88,-103-654-79,1-1 1,2 0-1,1-1 1,30 71-1,-38-104-28,42 88 38,45 130-1,-62-150-13,-16-43 33,14 47 1,-12-18-38,2 0 0,47 109 0,-42-119-1,16 61 1,-26-77 19,-4-19-46,0 0 0,1 0 0,0-1 0,10 13-1,3 4-1,-8-7 124,16 43 1,-22-47-54,1-2 0,1 1 1,0-1-1,17 25 1,-17-34-81,0-1 1,0 0-1,0 0 0,1 0 1,-1-1-1,1 0 1,1-1-1,-1 0 1,1-1-1,-1 0 0,1 0 1,13 2-1,49 18-57,-63-18 98,0 0 0,0 1 0,-1 0 0,0 1 0,0 0 1,0 0-1,-1 1 0,0 0 0,-1 0 0,0 0 0,0 1 0,-1 0 0,0 0 0,0 1 1,6 18-1,2 13 142,-1 2 1,9 61-1,-19-94-146,13 89 496,-5 1 0,-2 110 0,-9-185-427,-2-1 1,0 1 0,-2-1 0,0 1 0,-2-1-1,-1-1 1,-1 1 0,0-1 0,-2-1 0,-1 0-1,-23 33 1,31-50-71,1 0-1,-1 0 1,1 1-1,0-1 1,1 1-1,-1 0 1,1 0-1,0 0 1,0 0-1,1 0 1,0 0-1,0 0 1,0 1-1,1-1 1,0 0-1,0 0 1,3 13-1,0-11-41,0 1-1,0-1 0,1 0 1,1 0-1,-1 0 0,1-1 0,0 0 1,1 0-1,0 0 0,0 0 1,12 8-1,5 7-21,2-2 0,0-1 0,2-1 0,43 22 0,-52-31 12,0-1 0,1-1-1,0-1 1,1-1 0,-1-1-1,1 0 1,0-1-1,30-1 1,22-5 42,87-15-1,-87 7 75,90 0 0,398 17 5,-544-7-97,0-1 1,0 0 0,0 0 0,0-2-1,-1 0 1,25-10 0,87-48-164,-60 27 172,-3 5 12,1 3-1,2 2 1,0 4 0,1 2 0,1 4 0,1 2 0,77-3-1,-123 14-19,0-2-1,0 0 1,0-2-1,-1-1 1,0 0-1,0-2 1,0-1-1,-2 0 1,1-2-1,-1 0 1,33-27-1,-13 5-16,-2-2-1,-1-1 1,-2-2-1,38-55 1,-16 9 33,-3-3 1,-5-1-1,-4-3 1,40-110-1,-70 156 51,-1-1 1,-2 0-1,-2-1 1,-3-1-1,-1 0 0,-3 0 1,-2 0-1,-7-82 1,-7 76 293,9 42-321,0 1 0,1 0 0,0-1-1,0-15 1,-12-260-5,11 235-3,-2 1-1,-15-69 1,15 99 27,-1 1-1,0 0 1,-2 1-1,0 0 0,-1 0 1,-2 1-1,0 0 1,-18-24-1,-5 15 623,30 26-641,1 0 1,-1-1-1,1 1 1,-1-1-1,1 0 1,0 0 0,0 0-1,1 0 1,-1 0-1,0-1 1,1 1 0,0-1-1,-2-4 1,-25-62-115,-48-132 139,63 160-48,3 1-1,1-2 0,-3-43 0,-7-583-285,21 524 351,-1 129-26,-1-1-1,0 1 1,-1-1-1,-1 1 1,0 0-1,-2 0 1,1 0-1,-2 1 1,0-1 0,-1 1-1,-1 1 1,0-1-1,0 1 1,-2 1-1,0-1 1,0 2-1,-1-1 1,-1 2 0,0-1-1,-1 2 1,-22-16-1,-462-235 506,396 219-370,-1 5 0,-1 3-1,-125-22 1,169 46-52,20 4-11,-1-2-1,-61-21 1,90 25-136,0-1 1,1 0 0,-1 0-1,1-1 1,0-1-1,0 0 1,1 0 0,0-1-1,0 0 1,1 0-1,0-1 1,1 0 0,-9-13-1,-18-38-107,20 33 203,-32-43 1,40 62-54,0 1 1,-1-1 0,0 1 0,-1 0 0,0 1 0,0 0-1,0 0 1,0 1 0,-13-6 0,-54-18-76,-2 2 0,0 5 0,-2 2-1,0 4 1,-86-5 0,120 16-19,-1 2 0,-77 5 0,101 0 45,0 1 1,1 1-1,-1 1 1,1 1-1,0 1 1,0 1 0,-33 17-1,-23 24 28,1 3-1,-95 88 1,-12 8 184,106-96-38,-143 71 0,52-33 0,-32 11 475,127-72-10995,36-15 253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12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4457,'0'0'10920,"0"24"-10459,0 354 1826,0-123-8440,-2-262 2484,-9-11-3042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12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1 102 5113,'0'0'10097,"2"-2"-9116,1 1-831,0-1 0,0 0 0,0 1 0,1 0 0,-1-1-1,0 1 1,1 0 0,-1 1 0,0-1 0,1 1 0,-1-1 0,6 1-1,55 2 765,-28 0-401,377-35 1494,-217 11-1649,-88 18 1405,-83 4 2182,-25 0-3870,0-2-87,-5 0-516,0-1 0,0 1 0,0 1 0,0-1 0,0 1 0,0 0 0,0 0 0,-6-1 0,5 2-172,-52-14-7495,32 13 2206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14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494 8 3897,'0'0'8024,"-7"0"-7524,-44-5 335,0 3 0,0 2 1,0 2-1,0 2 0,-51 12 0,99-16-842,1 1 0,0-1 0,-1 1 0,1-1 0,0 1 0,0 0 0,0 0 1,0 0-1,0 0 0,0 1 0,0-1 0,0 0 0,0 1 0,0-1 0,-2 4 0,3-2-50,0-1 0,0 1-1,1 0 1,-1 0 0,1 0-1,-1 0 1,1 0 0,0 0-1,0 1 1,1 2 0,-1 11 228,-3 36-167,-2-1 0,-3 1 0,-21 76 0,6-29 50,13-41 23,3 0 1,2 105 0,6-158-63,-1 0 1,1 0-1,0 0 0,0-1 0,1 1 1,0 0-1,0-1 0,0 1 1,1-1-1,0 0 0,0 0 0,0 0 1,0 0-1,1-1 0,0 1 1,0-1-1,0 0 0,0 0 0,1 0 1,-1-1-1,1 1 0,0-1 1,6 2-1,15 8 111,0-1 1,1-2-1,43 12 1,-15-5 76,36 12 505,-89-29-689,0 0 0,0 0 0,0 0-1,0 0 1,0-1 0,0 1 0,0-1 0,0 1-1,-1-1 1,1 0 0,0 0 0,0 1-1,-1-1 1,1-1 0,-1 1 0,1 0-1,-1 0 1,1 0 0,-1-1 0,1 1 0,-1-1-1,0 1 1,0-1 0,0 1 0,0-1-1,0 0 1,0 0 0,1-3 0,9-12-997,-10 15 655,0 0 1,0 1-1,0-1 1,0 0-1,0 0 1,-1 0-1,1 0 1,0 0-1,-1 0 1,0 0-1,1 0 1,-1 0-1,0-1 1,0 1-1,0 0 1,-1-2-1,1-6-3015,0-2-2820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15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1 675 8490,'0'0'5705,"-1"-8"-5642,1-11 220,1 0-1,1 0 1,1 0 0,1 1 0,0-1 0,1 1 0,8-19 0,7-32 577,-8 18-302,-9 32-382,1 1 1,0-1-1,2 1 0,0 0 0,1 1 0,9-18 0,-16 35-165,0-1-1,0 1 1,0 0-1,0-1 1,0 1-1,0 0 1,0-1-1,1 1 1,-1 0-1,0 0 1,0-1-1,0 1 1,0 0-1,0-1 1,1 1-1,-1 0 1,0 0-1,0-1 1,1 1-1,-1 0 1,0 0-1,0-1 1,1 1-1,-1 0 1,0 0-1,0 0 1,1 0-1,-1 0 1,0-1-1,1 1 1,-1 0-1,0 0 1,1 0-1,-1 0 1,0 0-1,1 0 1,-1 0-1,0 0 1,1 0-1,-1 0 1,0 0-1,1 0 1,-1 0-1,0 0 1,1 1-1,-1-1 1,0 0-1,0 0 1,1 0-1,-1 0 1,0 0-1,1 1 1,-1-1-1,0 0 1,0 0-1,1 1 1,-1-1-1,5 17-46,-5-15 101,9 32 88,1 0 0,1-1 0,2-1 0,1 0 0,2-1 1,26 40-1,-41-70-166,0 1 1,-1-1 0,1 1-1,0-1 1,1 0-1,-1 1 1,0-1 0,0 0-1,0 0 1,1 0-1,-1 0 1,1 0-1,-1 0 1,1-1 0,-1 1-1,1 0 1,-1-1-1,1 1 1,0-1 0,-1 1-1,3-1 1,-3 0 9,1-1 0,-1 1 0,0-1-1,1 1 1,-1-1 0,0 0 0,0 1 0,1-1 0,-1 0 0,0 0 0,0 0 0,0 0 0,0 0 0,0 0 0,0 0 0,-1-1 0,1 1-1,0 0 1,1-2 0,4-11 66,-1 0 1,0 0-1,5-28 0,-7 27 29,25-103 213,15-147 0,-43 260-1305,3-19 2641,-2 18-5283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16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 3185,'0'0'6530,"-6"0"-6233,-13 0 8984,89-1-7793,82 3-1393,-133 2-65,0 0-1,0 1 1,-1 1-1,34 16 1,33 9 13,-70-28-43,27 12-45,-42-14 59,1 1 1,0-1 0,-1 1-1,0-1 1,1 1 0,-1 0-1,0-1 1,0 1-1,0-1 1,0 1 0,0 0-1,0-1 1,-1 4 0,1 2-4,13 163 286,-1-35-179,-3-10-102,40 195 0,-43-301 4,1 16 124,-23-31 172,-71 21 1128,-155 68 0,241-93-1542,-22 0-3678,-38 0-5080,29 0-202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19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489 446 2817,'0'0'8160,"-8"-9"-2065,7 10-6061,0-1 1,0 1 0,-1 0-1,1-1 1,0 1 0,0 0-1,0 0 1,0 0 0,0 0-1,0 0 1,0 0 0,0 0-1,0 0 1,0 0 0,0 0-1,1 0 1,-1 1 0,0-1-1,1 0 1,-1 2 0,-13 33 306,11-29-230,-132 319 1411,58-135-1373,-64 186 138,70-98-91,63-235-174,2 1 0,2 0-1,2 1 1,5 61 0,0-87-27,1 1 1,0-1-1,2 0 1,0 0-1,1-1 0,1 1 1,1-2-1,0 1 1,20 27-1,10 6-46,78 81 0,-8-11 40,-89-92 50,-1 1-1,-1 0 0,-2 2 1,-2 0-1,-1 0 0,13 52 1,-2-13-5,-20-60-43,2-1 1,-1 1-1,1-1 0,1-1 0,0 1 1,0-1-1,1-1 0,0 1 0,1-1 1,0-1-1,1 0 0,-1 0 0,15 9 1,14 5-48,1-2 1,61 24 0,-6-3 74,-73-30 28,-1 0 1,-1 2-1,0 0 1,0 2-1,-1 0 1,-1 0-1,-1 2 1,0 0-1,-1 1 1,18 29-1,-25-36-40,0-1-1,1 0 0,0 0 0,1-1 0,0 0 0,1 0 0,-1-1 0,2-1 1,-1 0-1,1 0 0,0-1 0,0-1 0,1 0 0,17 5 0,-14-7-14,0 0-1,0-1 0,1 0 1,-1-2-1,0 0 0,0 0 1,1-2-1,-1 0 0,0-1 1,0 0-1,26-10 0,26-15 100,87-50-1,-111 53-44,1 1 0,1 3 1,1 1-1,1 3 0,57-13 0,59 12 30,-119 16-30,-2-3 1,1-1-1,63-18 0,-37 2 4,-2-3-1,89-45 1,-134 57-64,0-1 0,-1 0 0,-1-2 1,0-1-1,-1 0 0,-1-1 0,0-1 1,-2-1-1,29-43 0,14-45 101,-5-3 0,45-128 0,-64 149-23,-22 54-1,-1-1-1,-2 0 1,-1-1-1,-2 0 1,-2 0-1,-1-1 1,-1-50-1,-3-7-12,1-7 32,-4 0 0,-31-198 1,-39-167 361,63 392-209,-3 0 0,-42-137 0,53 212-153,0-1 0,0 1-1,0 0 1,0-1 0,0 1 0,0 0-1,-1 0 1,1 0 0,0 0 0,-1 0-1,1 0 1,0 0 0,-1 0 0,1 1-1,-1-1 1,0 0 0,1 1-1,-1-1 1,1 1 0,-1 0 0,-1-1-1,-48-4-161,21 3 112,-35-10-23,0-2 0,1-3 0,1-3 1,1-3-1,1-2 0,0-3 0,3-3 0,-75-50 1,101 59-26,0 2 1,-2 1 0,0 2-1,-2 2 1,1 1 0,-2 1 0,-39-7-1,11 7-3,0 3-1,-1 3 1,-83 2-1,114 8 63,1 1-1,-1 2 0,1 2 0,-54 18 0,18-6 90,5 2-220,1 3 0,-106 57 0,92-42 144,61-31-64,2 1 0,-1 1-1,1 0 1,1 1 0,0 0-1,-17 20 1,9-10 21,17-17-2,0 0 0,0 0 0,0-1 0,-1 0-1,0 0 1,0-1 0,0 1 0,0-1 0,-1-1 0,1 1 0,-1-1 0,0 0 0,1 0 0,-11 0 0,16-2 68,-14 1 2,-169 31-823,63-9 649,62-9-306,57 16-1668,-5 5-1938,-17 46 0,-1-17-4038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21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444 286 7946,'0'0'5203,"-5"-9"2051,4 4-7395,2 2 184,-1 0 1,1 0 0,1 1-1,-1-1 1,0 0-1,1 1 1,-1-1 0,1 1-1,-1 0 1,1-1 0,0 1-1,0 0 1,1 0 0,-1 0-1,0 0 1,0 1-1,1-1 1,-1 1 0,6-3-1,55-26 608,379-123 893,-407 143-1523,1 0 0,0 3 0,53-6 1,-70 12 56,-1 1 1,1 0 0,0 1 0,0 1-1,-1 1 1,1 1 0,-1 0 0,29 11-1,-4 3 15,-1 1 0,0 3 0,-2 1 0,0 2-1,-2 1 1,0 2 0,-3 2 0,0 2 0,-2 0-1,-1 3 1,49 68 0,-55-62 0,-2 0 0,-2 2 0,-2 1 0,-2 0 0,-1 1 0,-3 1 1,-2 1-1,-1-1 0,-3 2 0,-2-1 0,-2 1 0,-2 0 0,-6 77 0,2-116-71,0-1-1,0 1 1,0-1-1,-1 0 1,-1 0 0,1 0-1,-1 0 1,-1-1-1,1 1 1,-1-1 0,-1 0-1,1 0 1,-13 10-1,-8 7 21,0-2 0,-33 20 0,49-35-26,-457 283 81,410-262-187,-2-2-1,-1-3 1,-64 15-1,-76 29-101,12 28 269,36-16-17,141-75-98,0 0-1,1-1 1,-1-1-1,-1 0 1,1 0 0,0-1-1,0-1 1,0 0-1,-1 0 1,1-1-1,0 0 1,0-1 0,0-1-1,0 0 1,0 0-1,-17-8 1,-3-3-28,0-2-1,1-1 1,1-1 0,-30-24 0,44 30 23,0-1 0,1 0-1,1-1 1,0 0 0,1-1 0,1 0 0,0-1 0,1-1 0,0 1 0,2-2-1,0 1 1,1-1 0,0 0 0,2-1 0,0 1 0,1-1 0,1 0 0,1 0 0,1 0-1,1-22 1,-1 14-15,1 1 0,1 0-1,2-1 1,0 1-1,2 0 1,1 1 0,1-1-1,15-33 1,43-74-248,15-34 109,26-44 166,-89 181 19,-13 24-8,1 0 0,0 0 0,0 0 0,1 1 0,0 0 0,-1 0 0,2 0 0,-1 1 0,0 0 0,1 0 0,0 1 0,0-1 0,8-1 0,-5 0 9,1 0-1,-1 0 0,0-1 0,11-8 0,-18 11 18,0 0-1,0 0 0,0 0 0,-1 0 0,1-1 0,-1 1 1,0-1-1,0 0 0,0 1 0,0-1 0,0 0 1,-1 0-1,0 0 0,0 0 0,1-7 0,4-34 310,0-55 0,-6 99-270,0-18-289,1-1 282,1 0-1,2 0 1,0 0-1,0 0 1,14-32-1,-16 51-61,0-1 0,-1 0-1,1 1 1,0 0-1,0-1 1,1 1 0,-1 0-1,0 0 1,0 0-1,0 1 1,1-1 0,-1 0-1,0 1 1,1 0-1,-1-1 1,1 1-1,-1 0 1,0 0 0,1 0-1,4 1 1,14-2 7,-2-2 41,69-15 132,-80 16-148,0-1 0,0 1 1,0-2-1,-1 1 0,1-1 0,-1-1 0,0 1 0,9-8 0,-8 7-409,-8 5 254,0 0-1,0 0 0,1 0 1,-1 0-1,0 0 1,0 1-1,1-1 0,-1 0 1,0 0-1,0 0 1,1 0-1,-1 0 1,0 0-1,0 1 0,0-1 1,1 0-1,-1 0 1,0 0-1,0 1 0,0-1 1,0 0-1,1 0 1,-1 1-1,0-1 0,0 0 1,0 0-1,0 1 1,0-1-1,0 0 0,0 0 1,0 1-1,0-1 1,0 0-1,0 1 0,0-1 1,0 0-1,0 0 1,0 1-1,0-1 1,0 0-1,0 0 0,0 1 1,0-1-1,-1 0 1,1 19-6163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52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437 1423 5337,'0'0'13960,"0"-21"-12726,-3-7-803,-1-1-1,-1 1 1,-2 0 0,-19-53-1,11 36-233,-52-152 241,-56-196-280,25 25-79,60 227 70,31 125-978,-19-16-7759,8 17 2902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53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129 551 2905,'0'0'13495,"-2"-5"-13125,-1-2-256,1 1-1,0-1 1,1 0 0,0 0-1,0 0 1,0 0 0,1 0-1,0 0 1,0 0-1,1 0 1,1-8 0,24-83 846,-10 46-731,-9 25-99,7-21 166,-2-1-1,-2 0 1,5-83-1,-14 132-13,5 4-29,7 26-196,1 0 1,1-1-1,34 50 1,-1-2 8,-36-54-142,1-1 0,1-1 1,1 0-1,34 36 0,-49-57 82,0 1 0,0-1 0,0 1 0,0-1 0,0 1 0,0-1 0,0 1 0,0 0 0,0-1 0,0 1 0,0-1 0,0 1 0,0-1 0,0 1 0,0-1 0,-1 1 1,1-1-1,0 1 0,0-1 0,-1 1 0,1-1 0,0 1 0,-1-1 0,1 1 0,-1-1 0,1 0 0,0 1 0,-1-1 0,1 0 0,-1 1 0,1-1 0,-1 0 0,1 0 0,-1 0 0,1 1 0,-1-1 0,1 0 0,-2 0 0,-270 117 1089,191-85 46,66-25-812,5-3 132,1 0 0,-1 0 0,1-1 0,-1 0 1,0-1-1,-19 2 0,28-4 634,3 9-10876,8-4 3899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56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232 330 5553,'0'0'6926,"9"-25"-6510,26-79-76,-32 96-202,0 0-1,-1 0 1,0 0 0,0 0 0,-1 0 0,0 0-1,0-1 1,-1-12 0,-1 0 606,0 19-680,1 0 0,-1 0 0,0 0 0,0 1 0,0-1 1,0 0-1,0 1 0,0-1 0,0 1 0,0-1 0,-1 1 0,1 0 0,-1 0 0,1-1 0,-1 1 0,1 0 0,-1 0 0,0 0 0,1 1 0,-1-1 0,0 0 0,0 1 0,0-1 0,0 1 0,1-1 0,-1 1 1,0 0-1,0 0 0,-3 0 0,-68-4 455,64 5-453,2-1-64,1 1 0,0 0 0,0 0 0,0 1 0,0 0 0,0 0 0,1 0 0,-1 1 0,1 0 0,-1 0 0,1 1 0,0-1 0,0 1 0,0 0 0,1 0 0,-1 0 0,1 1 0,0 0 0,1 0-1,-1 0 1,1 0 0,0 0 0,0 1 0,-2 6 0,-2 3-37,1 1 0,0-1 0,1 1 0,1 0 0,1 1 0,0-1 0,-1 33-1,4-47 13,0-1 0,0 0 0,0 1-1,0-1 1,0 1 0,0-1-1,0 0 1,0 1 0,1-1-1,-1 1 1,1-1 0,-1 0 0,1 0-1,-1 1 1,1-1 0,0 0-1,0 0 1,-1 0 0,1 1-1,0-1 1,0 0 0,2 1 0,-1-1-30,0-1 0,0 1 1,0-1-1,0 1 1,0-1-1,0 0 1,1 0-1,-1 0 0,0 0 1,0 0-1,0 0 1,1-1-1,-1 1 1,2-1-1,2-1 5,-1 0-1,1 0 1,-1-1-1,0 0 1,0 0-1,0 0 1,0 0-1,0-1 1,-1 0-1,0 0 1,0 0 0,0 0-1,0-1 1,0 1-1,5-11 1,5-9 23,-1-1 1,10-27 0,-14 31 25,9-21 129,17-64-1,-33 100 265,1 7-98,1 18 79,0 32 11,1 715 1666,-7-717-1441,-2-1 0,-2 1 0,-2-1 0,-16 54-1,24-101-576,0-1-1,0 1 1,0 0-1,-1 0 0,1-1 1,0 1-1,0 0 0,-1-1 1,1 1-1,0 0 0,-1-1 1,1 1-1,-1 0 1,1-1-1,0 1 0,-1-1 1,0 1-1,1-1 0,-1 1 1,1-1-1,-1 1 1,0-1-1,1 1 0,-1-1 1,0 0-1,0 1 0,-13-14-757,-8-40-3327,19 42 2566,-10-21-4613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57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26 829 5601,'0'0'9413,"-2"4"-8646,-7 14-6,7-14 1660,-8-9 4069,7 0-6931,21-363 612,-11 308-190,4 0 0,2 1 0,2 0 0,24-56 0,-35 102-73,1 1 0,1 0 0,0 1 0,1 0 0,0 0 0,16-19 0,-21 28 65,0 0 0,0 0 1,1 0-1,-1 0 0,1 0 1,-1 0-1,1 1 0,0-1 1,0 1-1,0 0 0,-1 0 0,1 0 1,0 0-1,1 1 0,-1-1 1,0 1-1,0-1 0,0 1 0,0 0 1,0 0-1,0 1 0,0-1 1,0 1-1,0-1 0,1 1 0,-2 0 1,1 0-1,0 0 0,0 1 1,0-1-1,0 1 0,-1 0 0,1-1 1,3 5-1,3 1 29,-1 1 0,0 0 0,0 1 0,-1-1 0,0 2 1,-1-1-1,0 1 0,0 0 0,7 17 0,2 13 46,14 51-1,-12-22 19,-2 2 1,7 103-1,-12 151 5418,-10-334-4944,0 7 2364,0 1-3005,-14 3-3553,-81 16-2877,44-15 156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59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631 7 1256,'0'0'15364,"-21"-1"-13513,-21-3-1540,-1 2 1,-64 5-1,91-2-292,0 2 0,0 0 0,1 1 0,-1 0-1,1 2 1,0-1 0,0 2 0,0 0 0,-25 17 0,20-9 17,0 0 1,1 2 0,0 0 0,2 1 0,0 1 0,1 1 0,0 0 0,2 1 0,-15 29 0,20-31-19,1 1 0,0 0 0,2 0 0,0 0 0,1 1 0,2 0 1,0 0-1,1 1 0,1-1 0,0 0 0,5 32 0,-2-45-7,0 0 0,1 0 0,-1 1 0,2-2 0,-1 1 0,1 0 0,0-1 0,1 1 0,0-1 0,0 0 0,0-1 0,1 1 0,0-1 0,0 0 0,1-1 0,0 0 0,0 0 0,10 6 0,14 7 193,0-2 0,67 25-1,-57-25-13,1-2-1,0-2 1,1-2-1,1-2 0,85 6 4243,-139-14-7179,-31-2-4340,22-8-32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00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648 15 200,'0'0'17400,"-34"0"-16929,-6 1-313,-26 0 354,-78-8 0,96 2 256,0 2-1,0 1 0,-50 7 0,97-5-767,-1 0 0,0 0 0,1 0 0,-1 1 0,0-1 0,1 1 0,-1-1 0,0 1 0,1-1 0,-1 1 0,1 0 0,-1 0-1,1 0 1,0 0 0,-1 0 0,1 0 0,0 0 0,-1 1 0,1-1 0,0 0 0,0 1 0,0-1 0,-1 3 0,1 0-40,0 1-1,0-1 1,0 1 0,0 0-1,1-1 1,0 1 0,0 5-1,0 14 92,-37 380 139,-1 11-166,32-1-118,6-406 73,0 0 1,1 0 0,0 0 0,1 0-1,-1 0 1,2-1 0,-1 1-1,1-1 1,0 1 0,1-1 0,-1 0-1,1 0 1,1-1 0,-1 1 0,1-1-1,1 0 1,6 6 0,-5-6-8,1 0 0,1-1 1,-1-1-1,1 1 0,-1-1 1,1-1-1,0 1 0,1-2 1,-1 1-1,0-1 1,1-1-1,-1 1 0,15-1 1,7 1 121,0-2 1,-1 0 0,1-2 0,-1-2 0,0 0 0,44-13 0,-73 16-178,0 1 0,0-1 0,0 0 1,0 1-1,-1-1 0,1 0 0,0 1 0,0-1 1,-1 0-1,1 0 0,0 0 0,-1 0 0,1 0 1,-1 1-1,1-1 0,-1 0 0,0 0 0,1 0 1,-1 0-1,0 0 0,1-1 0,-1 1 0,0 0 1,0-1-1,0-33-4335,-1 19 1370,1-13-3880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01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1 411 5761,'0'0'8647,"0"-33"-7832,3-112-265,-2 128-498,0 0 1,1 1 0,1-1-1,1 1 1,0 0-1,1 0 1,1 0 0,0 0-1,1 1 1,10-15-1,-15 26-50,1 0 0,0 0 0,0 0 0,0 0 0,1 0 0,-1 1 0,6-4 0,-8 6 9,-1 0-1,1 1 1,0-1 0,0 1 0,0-1-1,0 1 1,0-1 0,0 1 0,0 0 0,0-1-1,0 1 1,0 0 0,0 0 0,0 0 0,0 0-1,0 0 1,0 0 0,0 0 0,0 0-1,0 0 1,0 0 0,0 0 0,1 1 0,-1-1-1,-1 0 1,1 1 0,0-1 0,0 1 0,0-1-1,0 1 1,0 0 0,0-1 0,0 1-1,-1 0 1,1 0 0,0-1 0,-1 1 0,1 0-1,0 0 1,0 1 0,8 17 342,0 0 0,-1 1 0,-2 0-1,9 38 1,-11-41-154,0-2-48,6 23 262,-1 1 1,-2 0 0,3 59 0,4-120-740,7-46 408,-13 39-44,2 0-1,0 1 0,2 0 0,29-51 0,-40 78-44,-1-1 0,1 1 0,0 0-1,-1 0 1,1 0 0,0 0-1,0-1 1,-1 1 0,1 0 0,0 0-1,0 1 1,0-1 0,0 0-1,0 0 1,1 0 0,-1 1 0,0-1-1,0 0 1,0 1 0,1-1-1,-1 1 1,0 0 0,1-1 0,-1 1-1,0 0 1,1 0 0,-1 0 0,0 0-1,1 0 1,-1 0 0,0 0-1,1 0 1,-1 0 0,0 1 0,1-1-1,-1 1 1,0-1 0,0 1-1,0-1 1,1 1 0,-1 0 0,0-1-1,0 1 1,0 0 0,0 0-1,0 0 1,0 0 0,0 0 0,1 1-1,4 7 90,0 0 1,0 0-1,-1 0 0,8 19 0,-11-24-23,20 65 454,-18-53-947,1 0-1,1 0 1,9 20-1,-14-33-2552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01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0 146 7394,'0'0'14115,"13"0"-13091,13 0-352,0-9-352,-1 0-184,7 1-136,-6-7-744,13 1-1096,12-16-1153,-6-2-2976,-7 3 231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01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305 154 7114,'0'0'8065,"-8"-27"-7229,-22-81-43,24 90 2146,5 26-2243,4 26-532,78 319 1957,-54-213-1995,5-2 1,62 166 0,-88-292-148,-5-10-2,0 0 1,0 0 0,0 0 0,0 0 0,-1 0 0,1 0 0,-1 0-1,1 0 1,-1 0 0,1 1 0,-1-1 0,0 0 0,0 0-1,-1 4 1,-4-6-187,-13 0-17,-39-1 281,-1 2 0,0 2 0,1 4 0,-72 16 0,119-20 97,-14 3 504,1 1 0,0 1 0,-25 13-1,48-21-653,0 0 0,0 0 0,1 0-1,-1 0 1,0 0 0,0-1-1,0 1 1,0 0 0,0 0 0,1 0-1,-1 1 1,0-1 0,0 0-1,0 0 1,0 0 0,0 0-1,0 0 1,1 0 0,-1 0 0,0 0-1,0 0 1,0 0 0,0 0-1,0 0 1,0 0 0,0 0 0,1 0-1,-1 1 1,0-1 0,0 0-1,0 0 1,0 0 0,0 0 0,0 0-1,0 0 1,0 1 0,0-1-1,0 0 1,0 0 0,0 0-1,0 0 1,0 0 0,0 0 0,0 1-1,0-1 1,0 0 0,0 0-1,0 0 1,0 0 0,0 0 0,0 0-1,0 1 1,0-1 0,0 0-1,0 0 1,0 0 0,0 0 0,0 0-1,0 0 1,0 1 0,0-1-1,-1 0 1,1 0 0,24 3-101,30-3-2,-34-1-50,-1-2 1,1 0 0,-1-2-1,0 0 1,0-1 0,-1-1-1,0 0 1,0-2 0,0 0-1,24-18 1,-20 11-1544,-1-1 0,0-1-1,-1-1 1,17-23 0,3-7-4778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02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8386,'0'0'15271,"-8"1"-13940,8-1-1321,1 0 0,-1 0 0,0 0 0,0 0 0,0 0 0,0 0 0,0 0-1,0 0 1,0 0 0,0 0 0,0 1 0,0-1 0,0 0 0,0 0 0,0 0 0,0 0-1,0 0 1,0 0 0,0 0 0,0 0 0,0 0 0,0 1 0,0-1 0,0 0 0,0 0-1,0 0 1,0 0 0,0 0 0,0 0 0,0 0 0,0 0 0,0 1 0,0-1 0,0 0-1,0 0 1,0 0 0,0 0 0,0 0 0,0 0 0,0 0 0,0 0 0,-1 0 0,1 0-1,0 0 1,0 1 0,0-1 0,0 0 0,0 0 0,0 0 0,0 0 0,0 0 0,0 0-1,-1 0 1,1 0 0,0 0 0,0 0 0,0 0 0,0 0 0,0 0 0,0 0 0,0 0-1,0 0 1,-1 0 0,1 0 0,0 0 0,0 0 0,81 55 1451,-44-31-871,60 52-1,-67-45-458,-1 2 0,-1 1 0,-3 1 0,0 1 0,-2 1-1,-2 1 1,-2 1 0,-1 1 0,16 54 0,-6 1 36,-4 0 1,22 190-1,-35-183 283,-5 1-1,-9 164 1,-1-235-331,0-1 1,-2 0 0,-1-1-1,-1 1 1,-2-1 0,-1-1-1,-2 0 1,0 0 0,-2-2-1,-21 30 1,-1-22-120,36-32 0,-1-4-215,0 0 1,0 0-1,1 0 0,-1 0 1,0 0-1,0 1 0,0-1 1,0 1-1,0-1 0,0 1 1,0 0-1,0 0 0,0 0 1,-1 0-1,1 0 0,0 1 1,-2 0-1,0-1-534,-64 1-10943,30 7 1471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03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0 327 6769,'0'0'7847,"0"-17"-6996,0 14 2175,2 12-2958,0-1-1,0 0 0,1 0 1,0 0-1,1 0 1,0 0-1,0-1 0,0 1 1,1-1-1,0 0 0,10 10 1,5 10 73,6 11-31,75 104 103,-83-120-223,1 0 0,1-1 0,43 35 0,-59-52-3,0-1 1,1 0-1,-1 0 0,1 0 1,-1-1-1,1 1 1,0-1-1,0 0 1,0-1-1,0 1 1,0-1-1,10 1 1,-14-2 14,0-1-1,0 1 1,0-1 0,0 0 0,0 1 0,0-1-1,0 0 1,0 0 0,0 0 0,0 0-1,-1 0 1,1 0 0,0 0 0,-1 0 0,1 0-1,-1 0 1,1 0 0,-1-1 0,1 1-1,-1 0 1,0 0 0,1-1 0,-1-1 0,8-37 142,-8 34-110,10-89 381,-2-141-1,-9 138-597,18-126-1,-17 221 40,0 1 1,0-1-1,0 1 1,1-1-1,-1 1 1,1-1 0,0 1-1,0-1 1,0 1-1,0 0 1,0-1-1,1 1 1,-1 0-1,0 0 1,1 0 0,3-3-1,-4 4-90,1 1 0,0 0 0,-1 0-1,1 0 1,-1 0 0,1 0 0,-1 0 0,1 0-1,0 0 1,-1 0 0,1 1 0,-1-1 0,1 1-1,-1-1 1,1 1 0,-1 0 0,0-1 0,1 1-1,-1 0 1,0 0 0,0 0 0,1 0 0,-1 0-1,0 0 1,0 1 0,1 1 0,24 24-4697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03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1 496 4001,'0'0'4273,"0"-28"-2620,0 0-1217,0-35 772,8-69 0,-4 82-516,7-50 521,-9 91-1042,-1-1 1,2 1 0,-1-1 0,1 1 0,1 0-1,0 1 1,6-12 0,-10 19-152,1 1 0,-1-1 1,1 0-1,-1 1 0,1-1 0,0 0 0,-1 1 1,1-1-1,0 1 0,-1-1 0,1 1 0,0-1 1,0 1-1,-1-1 0,1 1 0,0 0 0,0 0 0,0-1 1,0 1-1,0 0 0,-1 0 0,1 0 0,0 0 1,0 0-1,0 0 0,0 0 0,0 0 0,0 0 1,-1 1-1,1-1 0,0 0 0,0 0 0,1 1 0,23 20 410,-7 1 6,-2 1 0,0 1 0,23 49 0,29 88 16,-53-122-457,-6-18-310,-1-3-56,-2 0 1,8 29-1,-12-41-522,-2 0-1,1 0 1,-1 0-1,1 0 1,-2 0-1,1 0 1,-2 8-1,-4-3-5183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04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0 179 8306,'0'0'3713,"186"-96"-4626,-115 52-1655,-14 6-4010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04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1 312 12227,'0'0'6032,"32"-1"-5899,221-25 14,-251 25-150,1 1 1,-1-1 0,0 1-1,1-1 1,-1 1 0,0 0-1,1 0 1,-1 0 0,0 0-1,1 1 1,-1-1 0,0 1 0,0-1-1,1 1 1,-1 0 0,0 0-1,0 0 1,4 2 0,-5 0 14,1 0 0,-1-1 0,0 1 0,0 0 0,-1 0 0,1 0 0,0 0 0,-1 0 0,0 0 1,0 0-1,0 0 0,0 0 0,0 0 0,-1 4 0,-1 9 76,-1 0 0,0 0 0,-1 0 0,-1-1 0,0 0 0,-10 19 0,-51 89 443,36-71-228,4-9 15,16-27-42,1 0 0,0 0 0,1 1 0,-6 18 1,14-34-273,0-1 0,-1 1 0,1-1 0,0 1 0,0-1 0,-1 1 0,1-1 0,0 1 0,0 0 0,0-1 0,0 1-1,0-1 1,0 1 0,0 0 0,0-1 0,0 1 0,0-1 0,0 1 0,1 0 0,-1-1 0,0 1 0,0-1 0,1 1 0,-1-1 0,0 1 0,1-1 0,-1 1 0,0-1 0,1 1 0,-1-1 0,1 1 0,-1-1 0,0 0 0,1 1 0,-1-1 0,1 0 0,-1 1 0,2-1 0,24 1-161,-15-2 140,14 0-67,-1-2 1,1 0-1,-1-2 1,0 0-1,0-2 1,0-1-1,-1 0 1,0-2-1,-1-1 1,0 0-1,-1-2 1,35-26-1,-50 33-604,0 1-1,0-1 0,-1-1 0,0 1 1,0 0-1,0-1 0,-1 0 1,5-11-1,0-12-4439</inkml:trace>
  <inkml:trace contextRef="#ctx0" brushRef="#br0" timeOffset="1">655 1 7946,'0'0'7633,"19"192"-5992,-12-102-353,-7-2-408,6-15-416,-6-12-264,7-18-200,5-10-192,14-1-1064,6-9-1281,-6-6-2936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04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142 351 10442,'0'0'6282,"7"-31"-5708,29-97 199,-35 123-698,1-1 0,0 1 0,0 0 1,1 1-1,-1-1 0,1 0 1,0 1-1,0-1 0,1 1 1,-1 0-1,1 0 0,0 1 1,0-1-1,0 1 0,0-1 0,1 1 1,0 1-1,-1-1 0,1 1 1,0 0-1,0 0 0,0 0 1,0 0-1,1 1 0,-1 0 0,0 0 1,1 1-1,5-1 0,-4 1 0,1 1-1,0 0 0,-1 0 0,1 0 0,-1 1 0,1 0 0,-1 1 0,0 0 1,0 0-1,0 0 0,0 1 0,0 0 0,-1 0 0,0 1 0,12 10 1,-9-4-32,-1 1 0,0 0 0,0 0 0,-1 1 0,-1 0 0,0 0 0,0 0 0,-2 1 0,0 0 0,0 0 0,-1 0 0,-1 0 0,0 0 1,-1 1-1,-1-1 0,-1 18 0,0-26-51,0 1 1,0 0 0,-1-1-1,1 1 1,-1-1 0,-1 0 0,1 0-1,-1 1 1,0-2 0,-1 1-1,1 0 1,-1-1 0,0 1-1,-1-1 1,1 0 0,-1-1-1,0 1 1,0-1 0,-1 0-1,1 0 1,-1-1 0,0 1-1,0-1 1,0 0 0,0-1 0,0 0-1,-1 0 1,-11 2 0,5-1 27,1-1 1,-1 0-1,0-1 1,0 0 0,0-1-1,0-1 1,0 0 0,0 0-1,1-2 1,-1 1 0,0-2-1,1 0 1,0 0-1,-18-10 1,18 7-19,1 0 0,0-1 0,1 0 0,0-1 1,0 0-1,1-1 0,0 0 0,1-1 0,0 0 0,0 0 0,1 0 0,1-1 0,0 0 0,0 0 0,2-1 0,-1 1 1,-2-15-1,-1-17-1086,1 0 1,3-1 0,2-76 0,2 65-4377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08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335 126 3913,'0'0'2663,"3"-1"-2067,-1-1-378,-1 1-1,1 0 1,0 0-1,-1-1 1,1 1-1,-1-1 1,1 0-1,-1 1 1,0-1-1,0 0 1,0 0-1,0 0 1,0 0-1,0 0 1,0 0-1,0 0 0,-1 0 1,1 0-1,-1 0 1,0 0-1,0 0 1,1 0-1,-1 0 1,-1 0-1,1-1 1,0 1-1,0 0 1,-1 0-1,1 0 1,-1 0-1,0 0 1,0 0-1,1 0 1,-1 0-1,0 0 1,-2-2-1,-2-1-137,0 0 0,0 1-1,-1-1 1,0 1 0,1 0-1,-1 0 1,-1 1 0,1 0-1,0 0 1,-1 0 0,0 1-1,1 0 1,-1 0 0,0 1 0,0 0-1,0 0 1,0 1 0,0 0-1,0 0 1,0 0 0,0 1-1,0 0 1,0 0 0,0 1-1,0 0 1,1 0 0,-1 1-1,1 0 1,-1 0 0,1 0-1,0 1 1,0 0 0,1 0-1,-1 0 1,-4 6 0,-3 5-66,2 0-1,0 1 1,1 0 0,0 1 0,1 0-1,1 1 1,-10 33 0,10-24-10,2-1 0,1 1 0,1 1 0,-1 47 1,5-72 0,0 2-22,-1 0-1,1 1 1,1-1 0,-1 0-1,1 0 1,0 0 0,3 9-1,-3-12-2,0-1 0,0 1-1,0-1 1,1 0-1,-1 1 1,0-1 0,1 0-1,-1 0 1,1 0-1,-1 0 1,1 0 0,-1-1-1,1 1 1,0 0 0,0-1-1,-1 1 1,1-1-1,0 1 1,0-1 0,-1 0-1,1 0 1,0 0 0,0 0-1,3-1 1,3 0-23,-1 0 0,0-1 0,0 0 1,1 0-1,-1-1 0,0 0 0,-1 0 1,1-1-1,-1 1 0,1-2 0,-1 1 1,0-1-1,-1 0 0,1 0 0,-1 0 1,0-1-1,8-11 0,7-9-61,-1-2-1,25-51 1,-23 41-5,-3-1 1,-1-1-1,-2 0 1,12-49-1,-37 183 775,-48 229-222,-46 346 1052,83-511-2108,4-260-3977,10 54-300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09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0 833 1424,'0'0'14281,"3"-25"-13361,5-27-524,2-1-1,21-65 1,8 5-281,4 2 0,94-173 0,-135 279-108,27-39 40,-27 42-34,0 0 0,-1-1 0,1 1 0,0 0 0,0 0-1,1 0 1,-1 1 0,0-1 0,1 0 0,-1 1 0,1-1 0,-1 1 0,1 0-1,-1 0 1,4-1 0,-4 2 11,0 0 0,0 0-1,0 1 1,0-1 0,0 0-1,0 1 1,0 0 0,-1-1-1,1 1 1,0 0 0,0 0 0,-1 0-1,1 0 1,0 0 0,-1 0-1,1 0 1,-1 1 0,0-1-1,1 1 1,-1-1 0,1 2-1,24 40 535,-19-30-395,19 35 382,-1 2 0,-3 0 0,-2 1-1,-2 1 1,-3 0 0,17 102 0,-30-118-833,-3-55-5291,1-1 136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0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545 160 2665,'0'0'11179,"-5"-22"-10441,-20-70 47,24 90-721,1-1 0,-1 1 0,0-1 1,0 1-1,-1 0 0,1-1 0,0 1 0,-1 0 0,1 0 0,-1 0 0,0 0 0,0 0 0,0 0 0,0 1 0,0-1 0,0 0 0,0 1 0,0 0 1,-1 0-1,1-1 0,-1 1 0,1 1 0,-1-1 0,1 0 0,-1 0 0,1 1 0,-1 0 0,1-1 0,-1 1 0,0 0 0,1 0 0,-1 1 0,0-1 1,-3 1-1,-9 0 266,6 0-248,0 0 0,0 0 0,0 1 0,0 0 0,0 1 0,0 0 1,1 0-1,-1 1 0,1 0 0,0 1 0,0 0 0,0 0 0,1 0 0,0 1 0,-8 8 0,-8 9 15,1 2-1,1 0 1,-19 30-1,14-15 115,2 1 0,2 0 0,1 2 0,-23 70 0,34-82 8,1 1-1,2 0 1,1 0 0,1 1-1,2 0 1,2 0 0,3 46-1,0-67-167,0 1-1,1 0 1,0-1-1,1 0 1,0 1-1,1-2 0,1 1 1,-1 0-1,2-1 1,0 0-1,0-1 1,1 0-1,0 0 0,1 0 1,0-1-1,1-1 1,-1 1-1,2-1 1,-1-1-1,1 0 0,0-1 1,19 9-1,13 2 272,1-1 0,1-2 0,0-2 0,86 11 0,-110-22-840,-34-1-5280,-6 0-728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1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523 70 2529,'0'0'9868,"9"-11"-8418,25-31-15,-26 31 2066,-11 11-2557,-109-4 1872,-74 3-1151,180 2-1660,1 0 0,0 1 1,0-1-1,-1 1 0,1 1 0,1-1 1,-1 1-1,-7 4 0,8-4 22,1 0 0,-1-1-1,0 0 1,0 0 0,0 0 0,-1 0-1,1-1 1,0 0 0,-9 2 0,12-3 33,1 2-48,0-1 25,-11 0 43,1 1 0,-1 1 0,0 0 0,1 0-1,0 1 1,-19 10 0,16-7-66,0-1-1,0-1 1,-16 5-1,27-8-18,1 0 0,0 1-1,0-1 1,0 1-1,0 0 1,0-1-1,1 1 1,-1 0 0,1-1-1,0 1 1,0 0-1,0-1 1,0 1-1,0 0 1,0 0 0,2 4-1,-2 4-14,29 660 226,-13-407-157,-12-207-70,18 86 0,-16-114-19,2 0 0,0 0 0,2-2-1,22 43 1,-29-64 34,1-1-1,0 0 0,0 0 0,0-1 0,1 1 0,0-1 0,0 0 0,0 0 0,0 0 0,0-1 1,1 0-1,0 0 0,-1 0 0,1-1 0,0 0 0,0 0 0,0 0 0,13 1 0,10 0-62,-1 0 0,58-4-1,-36-1-838,-39-2-1860,-10-7-4387,-1 3 438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2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20 472 5945,'0'0'5268,"-3"-26"-3818,-1-3-1095,-2-15 269,0-76 1,7 99-488,0 0 0,2 0 0,1 0 0,0 1 0,1-1 0,2 1-1,0 0 1,17-34 0,-23 52-128,0 0-1,0 0 0,-1 1 0,1-1 1,0 0-1,0 0 0,1 1 0,-1-1 0,0 0 1,1 1-1,-1-1 0,1 1 0,-1 0 1,1-1-1,-1 1 0,1 0 0,0 0 1,0 0-1,0 0 0,0 0 0,-1 1 1,1-1-1,0 0 0,3 0 0,-3 2 14,0 0 0,0 0 0,0-1-1,0 1 1,0 0 0,-1 1 0,1-1-1,0 0 1,-1 0 0,1 1 0,-1-1-1,1 1 1,-1-1 0,1 1 0,-1 0-1,0-1 1,0 1 0,0 0 0,0 0-1,0 0 1,-1 0 0,1 0 0,0 3-1,11 28 465,-1 0-1,-1 1 0,-2 0 0,-2 1 0,-1 0 0,0 37 0,-5-72-491,0 0 0,0 1 0,0-1 0,0 0 0,0 0 0,0 0 0,0 1 0,0-1 0,0 0 0,0 0 0,1 0 1,-1 0-1,0 1 0,0-1 0,0 0 0,0 0 0,0 0 0,1 0 0,-1 0 0,0 0 0,0 1 0,0-1 0,0 0 0,0 0 0,1 0 0,-1 0 0,0 0 0,0 0 1,0 0-1,1 0 0,-1 0 0,0 0 0,0 0 0,0 0 0,1 0 0,-1 0 0,0 0 0,0 0 0,0 0 0,1 0 0,-1 0 0,0 0 0,0 0 0,0 0 0,0 0 0,1 0 1,-1 0-1,0-1 0,0 1 0,0 0 0,0 0 0,1 0 0,9-9-375,1-14 164,-1-1-1,7-25 1,17-39 214,-28 74-52,28-47-65,-33 58 96,1 0 0,0 1 0,0-1 0,0 1 0,1-1 0,-1 1 0,1 0 0,-1 0 0,1 0 0,0 0 0,-1 0 0,1 1 0,0-1 0,0 1 0,1 0 0,-1-1 0,5 0 0,-6 3 25,-1-1 0,1 0-1,0 1 1,0-1 0,0 1 0,0 0-1,-1-1 1,1 1 0,0 0 0,0 0-1,-1 0 1,1 0 0,-1 1 0,1-1-1,-1 0 1,0 1 0,1-1 0,-1 1-1,0-1 1,0 1 0,0-1 0,0 1-1,0 0 1,0 0 0,0 1 0,20 56 464,-17-48-400,-3-5-93,1 0 1,1 0-1,-1 0 1,1 0-1,0-1 1,0 1-1,1-1 1,-1 0-1,7 7 1,-8-11-134,-1 0-1,0 0 1,0 0 0,1 0 0,-1 0-1,0 0 1,1-1 0,-1 1-1,1 0 1,-1-1 0,1 0-1,-1 1 1,1-1 0,0 0 0,-1 0-1,4 0 1,-3 0-279,1-1-1,-1 1 1,0-1-1,1 0 1,-1 0-1,0 0 1,1 0-1,-1 0 1,0-1-1,0 1 1,0-1-1,0 1 1,3-4-1,21-23-7334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2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1 164 9282,'0'0'10162,"211"-82"-9626,-153 50-344,-13 9-192,-13 8-424,0 4-792,-19 11-904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3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91 8706,'0'0'8100,"-1"-19"-7600,-1-5-303,-2-15-51,5 31 152,2 15 315,50 138 492,5 18-470,-39-95-462,-4-9-150,2 0 0,3-1 0,43 87-1,-61-137-110,-2-7 148,-21-1 272,-99-14-68,65 8 2662,88-2-3300,-1-1-1,-1-1 1,46-22-1,87-58-7164,-119 61 2128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3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8066,'0'0'11544,"0"0"-11498,1 0 1,-1 0-1,0 1 1,0-1-1,0 0 1,0 0 0,0 0-1,1 1 1,-1-1-1,0 0 1,0 0-1,0 1 1,0-1 0,0 0-1,0 0 1,0 1-1,0-1 1,0 0-1,0 0 1,0 1 0,0-1-1,0 0 1,0 0-1,0 1 1,0-1-1,0 0 1,0 0 0,0 1-1,0-1 1,0 0-1,-1 0 1,1 1-1,0-1 1,0 0 0,0 0-1,0 0 1,0 1-1,-1-1 1,1 0 0,0 0-1,0 0 1,0 0-1,-1 0 1,1 1-1,0-1 1,0 0 0,-1 0-1,1 0 1,0 0-1,0 0 1,-1 0-1,1 0 1,0 0 0,0 0-1,-1 0 1,1 0-1,0 0 1,0 0-1,-1 0 1,1 0 0,0 0-1,0 0 1,-1 0-1,1 0 1,54 46 524,-22-20 89,46 49 1,-31-21-371,-2 3-1,-4 1 0,-1 3 1,-4 0-1,-2 3 0,-3 1 0,43 129 1,-48-103-90,-4 2 0,-4 0 0,-4 1-1,-4 1 1,-4 143 0,-6-198-13,-2 0 0,-2-1-1,-2 0 1,-1 0 0,-2 0 0,-2-1-1,-1 0 1,-2-1 0,-36 67-1,40-88-59,-15 26 463,-41 52 0,64-93-771,0 0-1,0 1 0,0-1 0,0 0 1,0 0-1,0 0 0,0 0 0,-1-1 1,1 1-1,0 0 0,-1-1 0,1 0 1,0 1-1,-1-1 0,1 0 1,0 0-1,-1-1 0,1 1 0,-1 0 1,1-1-1,0 1 0,-3-2 0,-50-18-9122,22 3-1428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6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2777,'-2'2'18735,"-3"19"-18992,2 148 355,1 89 58,3-243-175,0 0 1,1 0 0,1-1 0,1 1-1,0 0 1,1-1 0,0 0 0,1 0-1,1-1 1,9 15 0,-13-23 11,0-1 1,0 0-1,0 1 0,1-1 1,-1 0-1,1-1 0,0 1 1,1-1-1,-1 1 0,0-1 1,1-1-1,0 1 0,0-1 1,0 1-1,0-1 1,0-1-1,0 1 0,0-1 1,1 0-1,-1 0 0,0 0 1,1-1-1,-1 0 0,1 0 1,-1 0-1,0-1 0,1 0 1,-1 0-1,0 0 0,1-1 1,6-2-1,-4-1 15,0 1-1,-1-1 1,0 0-1,0-1 0,0 1 1,-1-1-1,1-1 1,-2 1-1,1-1 1,-1 0-1,0-1 1,0 1-1,-1-1 0,5-10 1,4-11 19,-2 0 0,15-52 1,-15 36-379,-2-1 1,-3 0 0,-1 0-1,-2 0 1,-5-72 0,-10 74-610,12 43 842,0 0-1,0 0 0,-1 0 0,1 0 1,-1 0-1,1 0 0,-1 0 1,1 0-1,-1 1 0,0-1 0,1 0 1,-1 0-1,0 0 0,1 1 1,-1-1-1,0 0 0,0 1 0,0-1 1,0 1-1,0-1 0,0 1 1,0-1-1,0 1 0,0 0 1,0-1-1,0 1 0,0 0 0,0 0 1,0 0-1,0 0 0,0 0 1,0 0-1,0 0 0,0 0 0,0 0 1,-2 1-1,-4 8-3777,0 12-1082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7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1 556 8466,'0'0'8399,"4"-27"-8114,0 2-211,4-24 106,21-75 1,-22 100-142,0-4 2,1-1 1,2 2-1,1-1 0,1 1 1,28-46-1,-40 72-43,1 1 0,-1-1 0,0 1 0,0-1 0,1 1 0,-1 0 0,1-1 0,-1 1 0,0-1 0,1 1 0,-1 0 0,1-1 0,-1 1 0,1 0 0,-1-1 0,1 1 0,-1 0 0,1 0 0,-1-1 0,1 1 0,-1 0 0,1 0 0,0 0 0,-1 0 0,1 0 0,-1 0 0,1 0 0,-1 0-1,1 0 1,0 0 0,-1 0 0,1 0 0,-1 0 0,1 1 0,-1-1 0,1 0 0,-1 0 0,1 1 0,-1-1 0,1 0 0,-1 1 0,1-1 0,-1 0 0,1 1 0,-1-1 0,0 1 0,1-1 0,-1 0 0,0 1 0,1-1 0,-1 1 0,0-1 0,1 2 0,13 31 194,-12-29-159,17 60 736,16 94 0,-25-107-437,-4-43-712,2-17 87,7-23-52,-13 29 314,33-83-53,-4 10-408,50-91 0,-79 164 440,-1 0 0,1 0-1,0 1 1,0-1 0,0 1-1,0-1 1,0 1 0,0-1-1,1 1 1,-1 0 0,1 0-1,-1 0 1,1 1 0,0-1-1,0 1 1,5-3 0,-7 4 35,0 0 0,0 0 0,0 0 0,0 0 0,0 0 0,0 0 1,0 0-1,0 0 0,-1 1 0,1-1 0,0 0 0,0 1 0,0-1 0,0 1 0,-1-1 0,1 0 1,0 1-1,0 0 0,-1-1 0,1 1 0,1 1 0,-1 0 29,1 1 1,-1 0-1,1-1 0,-1 1 0,0 0 0,0 0 1,0-1-1,0 1 0,0 5 0,21 175 1427,-4-26-979,-18-155-506,0 0-1,1 0 1,-1 1-1,1-1 1,-1 0-1,1 0 0,0 0 1,0 0-1,0 0 1,0-1-1,0 1 1,0 0-1,1 0 1,-1-1-1,2 3 1,-1-4-259,-1 1 0,0 0 0,1-1 0,-1 1 0,0-1 0,1 1 0,-1-1 0,1 0 0,-1 0 0,1 0 0,-1 1 0,1-2 1,-1 1-1,1 0 0,-1 0 0,1 0 0,-1 0 0,0-1 0,1 1 0,-1-1 0,1 1 0,-1-1 0,2-1 0,17-12-8421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7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164 151 3937,'0'0'9402,"3"-20"-8246,2-5-771,-1 12-54,-2-1 0,1 0 0,-2 0 0,0-21 1,-1 34-282,-1 0 0,1 0 1,0 0-1,-1 1 1,1-1-1,-1 0 1,1 0-1,-1 1 1,1-1-1,-1 0 0,1 1 1,-1-1-1,0 1 1,1-1-1,-1 0 1,0 1-1,0 0 1,1-1-1,-1 1 0,0-1 1,0 1-1,0 0 1,0 0-1,0-1 1,1 1-1,-1 0 1,0 0-1,0 0 0,0 0 1,0 0-1,0 0 1,0 0-1,1 0 1,-1 0-1,-2 1 1,0-1 5,0 1 0,-1-1 1,1 1-1,0 0 1,-1 0-1,1 0 1,0 0-1,0 0 1,-6 4-1,1 2-26,0 1 0,1 0 1,0 0-1,0 1 0,1 0 0,0 0 0,1 0 0,0 1 1,-7 19-1,2-3 5,2 1 1,-9 47-1,13-53-35,0 0 1,2 0-1,1 0 0,0 0 0,2 1 0,5 36 0,-5-55-48,0 0 0,0 0 0,1 0 0,-1 0 0,1-1 0,0 1 0,0 0 0,0-1 0,0 1 0,0-1 0,1 0 0,-1 1 0,1-1 0,0-1 0,-1 1 0,1 0 0,0 0 0,0-1 0,0 0 0,0 0 0,0 0 0,1 0 0,-1 0 0,0 0 0,6 0 0,2 0-276,0 0 1,-1-1 0,1 0 0,0-1 0,0 0 0,-1 0-1,11-4 1,-7 1-146,0-1-1,0-1 1,-1 0 0,1-1-1,-2-1 1,15-10-1,66-58-4622,-86 70 4531,41-39-4191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8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29 199 1016,'0'0'16430,"-5"-8"-16134,2 5-299,1 0 0,0 1 0,0-1 0,0 0-1,1 0 1,-1 0 0,1-1 0,-1 1 0,1 0-1,0 0 1,0-1 0,0 1 0,1-1 0,-1 1-1,1-1 1,0 1 0,0-1 0,0 1 0,1-1-1,-1 1 1,1-1 0,-1 1 0,1 0 0,0-1-1,1 1 1,-1 0 0,1 0 0,-1-1 0,4-4-1,0 3 7,-1-1 1,1 1-1,0 0 0,1 0 0,-1 0 0,1 1 0,0 0 0,0 0 0,0 1 0,0-1 0,1 1 0,0 1 0,-1-1 0,1 1 0,0 0 0,0 1 0,0 0 0,0 0 0,0 0 0,1 1 0,-1 0 0,0 0 0,0 1 0,8 1 0,-12-1 23,0-1-1,-1 1 1,1 0-1,0 0 0,-1 0 1,1 0-1,-1 0 0,1 0 1,-1 1-1,1-1 0,-1 1 1,0 0-1,0 0 1,0-1-1,0 2 0,0-1 1,0 0-1,2 4 0,-1 0 30,0-1 0,-1 1 0,0 0 0,0 0 0,0-1-1,0 1 1,-1 0 0,1 10 0,-2-6 12,1 1-1,-1-1 1,-1 0-1,0 0 1,0 0 0,-1 1-1,-1-1 1,1-1 0,-2 1-1,-6 15 1,7-19-94,-1 0 1,1 0-1,-1-1 1,0 1-1,-1-1 1,1 0-1,-1 0 1,0-1-1,-1 1 1,1-1-1,-1 0 1,1-1-1,-1 1 1,0-1 0,0 0-1,-1-1 1,1 0-1,-1 0 1,1 0-1,-1 0 1,0-1-1,1 0 1,-1-1-1,0 0 1,0 0-1,0 0 1,1-1-1,-12-2 1,14 2-84,1-1 0,0 0 0,0 0 1,0 0-1,0-1 0,0 1 1,1-1-1,-1 1 0,1-1 0,0 0 1,0 0-1,0 0 0,0 0 0,0-1 1,0 1-1,1 0 0,0-1 1,-1 1-1,1-1 0,1 1 0,-1-1 1,0 0-1,1-6 0,-1-1-387,0-1-1,1 1 1,0 0-1,1 0 1,0-1-1,6-19 1,-3 20-164,1 0 1,1 1 0,0-1 0,0 1-1,1 1 1,0-1 0,1 1-1,0 0 1,17-14 0,21-15-3388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8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1 224 3441,'0'0'10502,"1"6"-10050,5 11-689,3-19 94,18-33 50,1-3 95,-11 18 2,41-44-12,-53 59-4,0 0 0,1 0 0,0 0 0,0 1 0,0-1 0,1 2 0,-1-1 0,10-3 0,-14 7 40,-1 0 0,0 0-1,1 0 1,-1 0-1,0 0 1,1 0 0,-1 0-1,0 0 1,1 1-1,-1-1 1,0 1 0,1-1-1,-1 1 1,0-1 0,0 1-1,0 0 1,0 0-1,1-1 1,-1 1 0,0 0-1,0 0 1,0 0 0,-1 0-1,1 0 1,0 0-1,0 1 1,-1-1 0,1 0-1,0 0 1,-1 1-1,1-1 1,-1 0 0,0 0-1,1 1 1,-1-1 0,0 0-1,0 3 1,9 65 1582,-8-57-1266,-1 4 41,2 25 474,-2-40-853,0-1 0,0 1 0,0 0 1,0 0-1,0 0 0,1 0 0,-1 0 0,0 0 1,1 0-1,-1 0 0,1-1 0,-1 1 0,1 0 0,-1 0 1,1 0-1,-1-1 0,1 1 0,0 0 0,-1-1 1,1 1-1,0-1 0,0 1 0,0-1 0,-1 1 0,1-1 1,0 1-1,0-1 0,0 0 0,0 1 0,0-1 1,0 0-1,1 0 0,1-1-39,0-1 1,0 0-1,0 0 1,0 0-1,-1 0 0,1-1 1,0 1-1,-1-1 1,0 1-1,0-1 1,0 0-1,0 0 0,0 0 1,0 0-1,2-6 1,6-8 2,9-11-17,-5 7-202,1 0 0,1 1 1,0 1-1,31-28 0,-45 45 227,-1 1 0,1-1 0,-1 1-1,1 0 1,0 0 0,-1 0 0,1-1 0,0 2-1,0-1 1,0 0 0,0 0 0,0 1 0,0-1-1,0 1 1,0-1 0,0 1 0,0 0-1,0 0 1,0 0 0,0 0 0,0 0 0,1 0-1,-1 1 1,0-1 0,0 1 0,0-1 0,0 1-1,0 0 1,-1 0 0,1 0 0,0 0 0,0 0-1,-1 0 1,1 1 0,0-1 0,-1 0 0,1 1-1,-1-1 1,0 1 0,2 2 0,4 7 163,0 0 1,-1 0-1,-1 1 1,1 0-1,3 15 1,-3-10 53,6 16 167,39 90 402,-50-121-845,-1-1-1,1 0 0,0 0 1,0 0-1,0 0 0,-1 0 1,1 0-1,0 0 0,0 0 1,0 0-1,0-1 0,0 1 0,1 0 1,-1-1-1,0 1 0,0-1 1,0 1-1,1-1 0,-1 1 1,0-1-1,0 0 0,1 0 1,-1 0-1,0 0 0,2 0 0,-1 0-280,-1 0 0,1 0 0,0-1 0,-1 1 0,1 0 0,-1-1 0,1 0 0,-1 1 0,0-1 0,1 0 0,-1 0 0,0 0 0,3-1 0,9-19-6095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8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 10042,'0'0'3801,"-19"178"-3073,19-117-64,0 0-592,0-11-72,0-15-1032,6-30-1056,14-5-1769,-7 0-1776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104 115 11562,'0'0'4155,"31"-12"-4213,225-78 97,-244 85-72,20-2-330,-31 8 357,-1-1 0,0 1 0,0 0 1,1-1-1,-1 1 0,0 0 0,0-1 0,0 1 0,0 0 0,0 0 0,0-1 1,0 1-1,0 0 0,-1-1 0,1 1 0,0 0 0,0-1 0,-1 1 1,1 0-1,0-1 0,0 1 0,-1 0 0,1-1 0,-1 1 0,1-1 1,-1 1-1,0 0 0,-11 14 114,-2 0 1,0 0 0,0-2-1,-1 0 1,-26 17-1,-92 52 773,128-79-828,-10 6 104,0 0-1,-1 0 0,0-2 1,-1 0-1,1-1 0,-1-1 1,0 0-1,-33 4 1,50-9-166,0 0 0,0 0 0,0 0 0,0 0 0,0 0 0,0 0 0,-1 0 0,1 0 0,0 0 0,0 0 0,0 0 0,0 0 0,0 0 0,-1 0 0,1 0 0,0 0 0,0-1 0,0 1 0,0 0 0,0 0 0,0 0 0,-1 0 0,1 0 0,0 0 0,0 0 0,0 0-1,0-1 1,0 1 0,0 0 0,0 0 0,0 0 0,0 0 0,0 0 0,0 0 0,0-1 0,0 1 0,0 0 0,0 0 0,-1 0 0,1 0 0,0 0 0,1-1 0,-1 1 0,0 0 0,0 0 0,0 0 0,0 0 0,0 0 0,0-1 0,0 1 0,0 0 0,0 0 0,0 0 0,0 0 0,0 0 0,0-3-111,1 0 0,-1 1 0,0-1 0,1 1 0,-1-1 0,1 1 0,0 0 0,0-1 0,0 1 0,0 0 0,3-5 0,15-19-1212,2 2-1,0 0 0,37-31 1,11-1-3091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9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1 286 3897,'0'0'10263,"8"-28"-10201,33-93-61,-37 111-21,0 0 1,1 0-1,0 1 0,1 0 1,0 0-1,0 1 0,1 0 1,0 0-1,13-11 0,-15 15-16,0 0 0,1 0 0,0 1 0,-1-1 0,1 2-1,1-1 1,-1 0 0,0 1 0,1 0 0,-1 1 0,1-1-1,11 0 1,-15 2 51,0 0-1,0 0 1,0 0-1,-1 1 1,1-1-1,0 1 1,0 0-1,-1-1 0,1 1 1,-1 0-1,1 1 1,-1-1-1,1 0 1,-1 1-1,1 0 1,-1-1-1,0 1 1,0 0-1,0 0 1,0 0-1,0 0 1,-1 0-1,1 1 1,-1-1-1,1 1 1,-1-1-1,0 1 0,0-1 1,0 1-1,0-1 1,0 1-1,0 0 1,-1 3-1,3 11 193,-1 1-1,0-1 0,-2 1 1,-1 21-1,0-11 159,1-12-141,-1 0 0,0 0 0,-1 0 0,-1 0 0,-1-1 0,0 1 0,-1-1 0,-10 23 0,11-32-162,1 1 1,-1-1-1,1 0 0,-2-1 1,1 1-1,-1-1 0,1 0 1,-2 0-1,1 0 1,0-1-1,-1 1 0,0-1 1,0-1-1,0 1 1,0-1-1,-1 0 0,1 0 1,-1-1-1,0 0 1,0 0-1,-12 1 0,16-3-61,-1 1 0,1-1 0,-1 0 0,0 0 0,1 0 0,-1-1 0,1 1 0,-1-1 0,1 0 0,-1 0 0,1 0-1,-1 0 1,1-1 0,0 0 0,0 1 0,0-1 0,0 0 0,0 0 0,0-1 0,0 1 0,-3-5 0,2 2-107,0-1 1,0 0-1,1 0 1,0 0-1,1-1 1,-1 1-1,1-1 1,0 1 0,1-1-1,-2-12 1,1-3-613,2 0 1,0-1 0,1 1 0,1 0 0,10-43 0,-7 49-306,0 0-1,1 1 1,8-16 0,24-30-4450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9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0 659 9818,'0'0'2374,"14"-26"-2033,-5 8-298,15-28-34,2 0 1,55-73 0,-76 113-47,1 0 0,0 1-1,0 0 1,0 0 0,7-5-1,-12 10 42,0-1 0,-1 0-1,1 1 1,0-1 0,0 1 0,0-1-1,0 1 1,0-1 0,-1 1 0,1 0-1,0-1 1,0 1 0,0 0 0,0 0-1,0 0 1,0 0 0,0-1 0,0 2-1,0-1 1,0 0 0,0 0 0,0 0-1,0 0 1,0 0 0,0 1 0,0-1-1,0 1 1,0-1 0,0 0 0,0 1-1,-1 0 1,1-1 0,0 1 0,0-1-1,0 1 1,-1 0 0,1 0 0,0-1-1,-1 1 1,1 0 0,-1 0 0,1 0-1,-1 0 1,1-1 0,-1 1 0,0 0 0,1 0-1,-1 0 1,0 0 0,0 0 0,0 0-1,0 2 1,5 32 842,-3 1 0,-1-1 0,-4 40 0,1 5 1567,17-103-2266,32-78-354,-4-3 1,-5-2-1,29-128 0,-60 192-1261,-6 14-3392,-1 21-268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20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3489,'0'0'15378,"0"23"-15044,0 156-104,-1-122-138,0-17-128,1 1 1,2-1 0,11 58-1,-13-95-96,1-1 0,0 0 0,-1 0 0,1 0 0,0 0 0,0 0 0,0-1 0,0 1 0,0 0 0,1 0 0,-1-1 0,3 4 0,-3-5-7,-1 0 1,1 1-1,0-1 0,-1 0 1,1 0-1,-1 0 0,1 1 1,-1-1-1,1 0 0,0 0 1,-1 0-1,1 0 0,-1 0 1,1 0-1,0 0 0,-1 0 1,1 0-1,0 0 0,-1 0 1,1-1-1,-1 1 0,1 0 1,-1 0-1,1-1 0,0 1 1,-1 0-1,1 0 0,-1-1 1,1 1-1,-1-1 0,0 1 1,1-1-1,-1 1 0,1 0 1,-1-1-1,0 1 0,1-1 1,-1 0-1,0 1 0,0-1 1,1 1-1,-1-1 0,0 1 1,0-2-1,8-22-4389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20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5129,'0'0'9622,"9"2"-8535,18 3-714,0-2-1,1 0 1,-1-2-1,1-1 1,44-5-1,-50-7-3469,-12-3-1725,-3 4-699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20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0 248 1088,'0'0'14027,"24"1"-12505,135 1 586,-141-2-1798,0-1 0,-1-1-1,33-7 1,-43 7-308,0 1-1,0-2 1,-1 1 0,1-1 0,-1 0 0,0 0 0,0-1 0,0 0-1,0 0 1,-1 0 0,1-1 0,-1 0 0,6-7 0,-10 10-121,1 0 0,-1 0 0,0 0 0,1 0 0,-1 0 0,0 0 0,0-1 0,-1 1 0,1-1 0,0 1 0,-1 0 0,0-1 0,1 1 0,-1-1 0,0 1 0,0-1 0,0 1 0,-1-1 0,1 1 0,-1-1 0,1 1 0,-1 0 0,0-1 0,0 1 0,0 0 0,0 0 0,0-1 0,0 1 0,-3-3 0,-2-2-690,-1-1 0,0 1 0,-1 0 0,0 0 0,-11-7 0,13 10 353,-35-25-3839,-3 1-852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21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59 416,'0'0'14987,"154"9"-14987,-109-18-128,0-14-776,0 5-968,-13 3-953,-6 13-2048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21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0 604 3265,'0'0'4815,"7"2"-4093,-6-1-679,0-1 0,1 1 0,-1-1 0,0 1 0,1-1 0,-1 0 1,0 1-1,1-1 0,-1 0 0,1 0 0,-1 0 0,0 0 0,1 0 0,-1 0 0,1-1 0,-1 1 1,0 0-1,1-1 0,-1 1 0,0-1 0,2 0 0,20-28 957,-13 15-725,3-7 361,-11 16-465,1 1 1,-1-1-1,1 0 0,0 1 0,0 0 0,1 0 0,-1 0 1,1 0-1,0 0 0,0 1 0,0-1 0,0 1 0,8-4 1,-11 7-137,0 1-1,0-1 1,0 0 0,0 1 0,0-1 0,-1 1 0,1 0 0,0-1-1,0 1 1,-1 0 0,1-1 0,0 1 0,-1 0 0,1 0-1,-1-1 1,1 1 0,-1 0 0,1 0 0,-1 0 0,0 0 0,1 0-1,-1 0 1,0 0 0,0 0 0,0 0 0,0 0 0,0-1 0,0 1-1,0 2 1,1 3 141,27 130 1487,-19-83-991,-9-53-674,0 1 0,-1-1-1,1 1 1,0-1 0,0 1-1,0-1 1,0 0 0,0 1-1,0-1 1,1 1-1,-1-1 1,0 1 0,0-1-1,0 1 1,0-1 0,0 1-1,1-1 1,-1 0 0,0 1-1,0-1 1,1 0 0,-1 1-1,0-1 1,0 1-1,1-1 1,-1 0 0,1 0-1,-1 1 1,0-1 0,1 0-1,-1 0 1,1 1 0,-1-1-1,0 0 1,1 0-1,-1 0 1,1 0 0,-1 0-1,1 1 1,-1-1 0,1 0-1,-1 0 1,0 0 0,1 0-1,-1-1 1,1 1 0,-1 0-1,1 0 1,-1 0-1,1 0 1,-1 0 0,1 0-1,-1-1 1,0 1 0,1 0-1,-1 0 1,0-1 0,1 1-1,-1 0 1,1-1 0,-1 1-1,0 0 1,0-1-1,1 1 1,-1-1 0,21-30-191,28-70-15,-4-2 0,-6-2 0,32-127 0,-59 158-862,-10 26-2864,-2 33-1407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21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67 15459,'0'0'3329,"0"190"-2817,0-103 224,0-3-264,0-5-472,0-12-472,0-23-552,0-27-704,0-11-2961</inkml:trace>
  <inkml:trace contextRef="#ctx0" brushRef="#br0" timeOffset="1">1 47 13515,'0'0'2856,"218"11"-4776,-128-40-680,-20 0-5202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22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71 5937,'0'0'14413,"-14"22"-13924,-29 46-127,3 3 0,3 1-1,-27 79 1,54-122-157,2 1 0,1 0 0,1 0 0,1 1 0,2 0 0,2 0 0,3 57 0,-1-85-207,-1-1-1,0 1 0,1 0 0,0-1 1,0 1-1,0-1 0,0 0 0,0 1 1,0-1-1,1 0 0,-1 1 0,1-1 1,-1 0-1,1 0 0,0 0 0,0 0 1,0-1-1,0 1 0,0 0 0,0-1 1,0 0-1,1 1 0,-1-1 0,1 0 1,-1 0-1,1 0 0,-1-1 1,1 1-1,-1 0 0,1-1 0,0 0 1,-1 0-1,1 0 0,0 0 0,-1 0 1,5-1-1,-1 1-98,0-1 0,1-1 1,-1 1-1,0-1 0,0 0 0,0 0 0,0-1 1,0 0-1,0 0 0,-1 0 0,1-1 1,-1 0-1,9-8 0,-6 3-268,0-1 0,-1-1 0,0 1 0,-1-1 0,0 0 0,-1-1 0,8-22 0,-6 6-1636,0 0 0,2-37 0,-1-12-4064</inkml:trace>
  <inkml:trace contextRef="#ctx0" brushRef="#br0" timeOffset="1">1 394 12827,'0'0'6449,"212"0"-5457,-129-46-336,-6-10-479,-13-8-177,-19 3-633,-19-9-935,-20 15-1473,-6 14-2736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35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104 779 72,'-5'9'17851,"2"-6"-16355,2-6-1348,-1-1-1,1 1 1,0 0 0,1-1-1,-1 1 1,0 0 0,1-1-1,0 1 1,0-1 0,0 1 0,0 0-1,1-7 1,0 0 98,1-9 17,1 0 1,1-1-1,1 1 1,0 1 0,2-1-1,0 1 1,1 0 0,14-23-1,-11 18-56,-1 0-1,9-36 0,-1 7 105,1 5 959,-8 22-985,12-43 0,-17 47-181,1 0-1,1 0 1,14-26 0,-20 44-97,1 0 1,0 1-1,0-1 1,0 1-1,0-1 1,0 1-1,0 0 1,0 0-1,1 0 1,-1 1-1,1-1 1,0 1-1,-1 0 1,1 0-1,0 0 1,0 0-1,-1 1 1,1 0-1,0 0 1,0 0-1,0 0 1,0 0-1,0 1 1,3 0-1,10 2 70,0-1-1,0 2 0,0 1 1,18 7-1,-4 0 144,53 32 0,-77-38-169,0 1 0,-1 0 0,0 0-1,0 0 1,-1 1 0,9 16-1,-6-12-2,74 133 423,-72-122-396,0-1-1,-2 1 1,0 1 0,7 42-1,-9-18 4,-3 1 0,-2 0 0,-2 0 0,-12 74 0,9-105-76,2-21-3,1-32 9,0-48-198,-17-124-1,11 166 162,-1 0-1,-3 0 1,-1 1-1,-34-76 1,26 73 19,14 28 16,0 1 1,-1-1-1,-1 1 1,0 1-1,-1-1 0,0 2 1,-21-23-1,9 18-30,-2 0 1,0 2-1,0 0 0,-2 2 0,0 0 0,-38-13 1,57 25-2,0 0 1,-1 0 0,1 1-1,0-1 1,-1 1 0,1 1 0,0-1-1,0 1 1,-1 0 0,1 0 0,0 1-1,0 0 1,0 0 0,0 1-1,1-1 1,-1 1 0,1 0 0,-1 1-1,1-1 1,-5 5 0,-7 6 31,0 0 0,2 2 1,-1-1-1,-17 25 0,21-22-7,0 0 1,1 1-1,1 0 0,0 1 1,2 0-1,0 0 0,2 1 1,0 0-1,-3 23 0,0 25 78,-1 104-1,6-64 72,1-62-112,-6 168 374,9-215-324,-20-23-13053,8 14 5470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46.76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174 90 24,'-2'0'11796,"-5"0"-7187,-35 0-3442,31 3-1167,1 1 0,-1 0 0,1 1 1,-10 6-1,-7 3-44,20 18-632,3-19 675,1 1 1,1-1-1,0 1 1,1-1-1,1 1 1,0-1-1,3 26 1,-1 9 3,-2-36-4,0-8-1,-1 1 0,1-1 0,0 1 0,0-1 1,0 1-1,1 0 0,0-1 0,0 0 1,0 1-1,0-1 0,1 1 0,0-1 1,0 0-1,0 0 0,0 0 0,0 0 0,1 0 1,5 5-1,-2-3-10,-1 0 1,2-1-1,-1 0 1,1 0-1,-1 0 1,1-1-1,1 0 1,-1 0-1,0-1 1,10 3-1,-13-5 17,1 0 0,-1 0 0,1 0 0,0-1-1,-1 1 1,1-1 0,0 0 0,-1-1 0,1 1 0,0-1 0,-1 0 0,1 0-1,-1 0 1,1-1 0,-1 0 0,0 0 0,1 0 0,-1 0 0,4-4 0,10-6 34,-2 0 1,0-2-1,18-18 1,-30 28-32,0-1-1,0 0 1,-1 0-1,1-1 1,-1 1-1,0-1 0,-1 0 1,1 1-1,-1-1 1,0 0-1,-1 0 1,1-1-1,-1 1 1,0-12-1,0-2 74,-1 9-54,1 0 0,-1 0 0,-1 0 0,0-1 0,-1 1 0,0 1 0,0-1 0,-1 0 0,-7-15 0,-3-1-17,10 18 25,-1 1 1,0 0-1,-1 0 1,1 1-1,-1 0 1,-1-1-1,-6-6 0,8 11 24,0 0-1,0 0 0,0 1 0,-1 0 0,1 0 0,0 0 0,-1 0 0,1 1 0,-1-1 0,0 1 0,0 0 0,1 1 0,-1-1 0,0 1 0,0 0 0,1 0 0,-8 1 1,11-1-55,-1 0 67,-32 0 159,28 4-206,1-1 0,-1 1 0,0 0-1,1 1 1,0-1 0,0 1 0,0 0-1,1 0 1,-8 11 0,2-4 16,2-3-42,0 0 0,1 1 0,0 0-1,1 1 1,0-1 0,1 1 0,0 0 0,1 1 0,-6 18 0,6-4-8,0 1 0,2-1 0,1 37-1,2-57 6,0-1-1,0 1 0,1-1 0,0 0 0,0 1 0,0-1 0,1 0 0,-1 0 0,1 0 0,0-1 0,1 1 0,-1-1 0,1 0 0,0 1 0,0-2 0,0 1 0,1 0 0,-1-1 0,1 0 0,0 0 0,0 0 0,0-1 1,0 0-1,0 1 0,0-2 0,1 1 0,8 1 0,88 0 235,-101-3-212,25-1 55,-20 0-68,-1-1-1,0 0 1,1 0-1,-1 0 0,0-1 1,0 0-1,-1 0 0,1 0 1,6-7-1,40-41 52,-31 30-50,-13 14 24,0 0 0,0-1 0,0 0 0,-1 0 0,-1 0 1,1-1-1,-1 0 0,-1 0 0,0-1 0,0 1 0,0-1 0,-1 0 1,-1 0-1,0 0 0,0 0 0,-1 0 0,0 0 0,-1-12 0,0-3 28,-4-50 79,3 70-119,0-1 1,-1 1 0,0-1-1,0 1 1,0 0 0,-1 0-1,0 0 1,1 0-1,-2 1 1,1-1 0,-6-5-1,4 6 55,0 0-1,-1 0 1,1 0-1,-1 1 1,0 0-1,0 0 1,0 0-1,0 1 0,-1 0 1,1 0-1,-1 1 1,1-1-1,-14 0 1,0 1 16,0 1 1,0 1 0,-29 4-1,32-1-16,0 2 0,1 0 0,-1 1 0,2 0-1,-1 2 1,-19 12 0,29-12 2,0-1 0,0 1 0,1 0 0,0 0 0,1 0 0,0 1 0,0 0 0,-3 13 0,0 10 45,2 1-1,1-1 1,1 1 0,3 47 0,0-55 133,0-24-272,0-1-1,0 0 0,0 0 1,0 0-1,0 0 0,0 1 0,0-1 1,0 0-1,1 0 0,-1 0 1,0 0-1,1 0 0,-1 0 1,1 0-1,-1 0 0,1 0 0,0 0 1,-1 0-1,1 0 0,0 0 1,0 0-1,-1 0 0,1-1 0,0 1 1,0 0-1,0-1 0,0 1 1,0 0-1,0-1 0,0 1 1,0-1-1,1 0 0,-1 1 0,0-1 1,2 0-1,0 0-820,0 0 0,0 0 0,0 0 0,0 0 0,0-1 0,0 0 0,0 0 0,0 0 0,0 0 0,0 0 0,5-3 0,17-10-6155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50.27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2665,'0'0'2072,"0"6"-1912,0 6-160,0 3-224,0-1-1032,0-5-881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52.51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4422 329 4945,'0'0'6928,"-13"-2"-6089,-56-14 1213,0-2 0,-95-41 0,-35-10-1258,46 30-13,-167-22 1,-161 7-58,348 44-723,-230 11 0,296 8 84,-1 3-1,-96 31 0,86-22-35,-46 17-29,3 5 0,1 6 0,2 4 0,3 6 0,-184 126 0,258-159 18,-28 22 285,7 9-325,14-11 62,-2-2 1,-67 44-1,68-60 14,32-19 75,0 0 0,1 2-1,-19 15 1,34-24-82,1-2 122,-27 6-7149,-36 15 3504,-32 6 6810,32-10-454,-41 14-1128,-127 31-418,205-55-1065,20-5-228,0 0 0,0 0-1,0-1 1,0 0 0,0 0 0,-9 0 0,14-1-125,7-17-16788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52.89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58 0 3409,'0'0'8976,"-3"3"-8369,-2 3-430,0 1 1,0-1-1,1 1 0,-1 0 0,1 0 1,1 1-1,0-1 0,0 1 1,0 0-1,1 0 0,0 0 0,1 0 1,-1 9-1,-3 21 579,3 54 0,2-89-729,1 0-1,0 1 1,0-1-1,0 0 1,0 0 0,0 0-1,1 0 1,0 0-1,-1 0 1,1 0-1,0-1 1,0 1-1,1-1 1,-1 1-1,0-1 1,1 0-1,0 0 1,-1 0-1,1 0 1,0 0 0,0-1-1,0 1 1,0-1-1,0 0 1,0 0-1,6 1 1,7 3 105,1-1 1,0 0 0,32 2-1,15-3 279,-1-3-1,1-3 0,77-13 1,-138 16-132,0 0-1263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57.09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38 176 1120,'0'0'7248,"-5"0"-6334,-12 0 98,13 0 114,-6-1 6548,8-1-6878,10-6-613,0 1 0,0 0 0,1 1 0,0 0 0,0 0 0,0 1 0,19-8 0,6-4 47,37-26 0,-35 21-22,-27 17-103,0 1 0,0 0 0,0 1-1,1-1 1,-1 2 0,1 0 0,17-2 0,73 0 11,-80 4-23,-18 0-77,0 0 1,1 0-1,-1 1 0,0-1 0,1 1 0,-1-1 0,0 1 0,0 0 0,0 0 1,1 0-1,-1 0 0,0 0 0,0 0 0,-1 0 0,1 1 0,0-1 0,0 1 1,-1 0-1,1-1 0,-1 1 0,1 0 0,-1 0 0,0 0 0,1 0 0,-1 0 1,0 0-1,-1 0 0,1 1 0,0-1 0,0 0 0,-1 3 0,3 8 85,-1 0 1,-1 1-1,0-1 0,-2 18 0,1-12-125,0 172 153,0-190-119,-12 19 394,0-5-388,-1 0 0,-1-2 1,0 1-1,-1-2 0,0 0 1,-1-1-1,-34 19 0,41-28-12,-1 0 0,0 0-1,1-1 1,-1 0 0,0-1 0,0 0-1,0 0 1,-9-2 0,-20 0-7,32 2-44,-1 0 0,0 0 0,0-1 0,0 0 0,0 0 0,1-1 0,-1 0 0,1 0 0,-1-1 0,1 0 0,0 0 0,-9-5 0,-8-4 131,21 11-105,1 0-1,-1 0 1,1 0-1,-1 0 1,1 0-1,-1 0 1,1-1-1,0 1 1,0-1-1,0 0 1,0 1-1,0-1 1,0 0-1,0 0 1,0 0-1,1-1 1,-1 1-1,1 0 0,0 0 1,-1-1-1,1 1 1,-1-6-1,-6-51-398,3-1-1,4-78 0,1 85-1819,0 52 2093,1 0-1,-1 1 0,0-1 1,1 1-1,-1-1 0,1 1 0,-1-1 1,1 1-1,-1-1 0,1 1 1,-1-1-1,1 1 0,-1 0 1,1-1-1,0 1 0,-1 0 1,1-1-1,0 1 0,-1 0 0,1 0 1,0 0-1,-1-1 0,1 1 1,0 0-1,-1 0 0,2 0 1,23-2-3775,-21 2 2653,22 0-5000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58.49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27 216 672,'0'0'7967,"-3"-2"-7168,1 1-462,0 0 1,1-1-1,-1 1 1,1 0-1,-1-1 0,1 1 1,0-1-1,0 0 0,-1 1 1,1-1-1,0 0 1,0 1-1,1-1 0,-1 0 1,0 0-1,1 0 0,-1 0 1,0-2-1,0-43 2506,1 26-3009,1 17 171,1 1 0,-1-1-1,0 0 1,1 1 0,0-1 0,0 1-1,0-1 1,1 1 0,-1 0-1,1 0 1,-1 0 0,1 0 0,0 1-1,6-5 1,48-35 291,-52 39-286,0 1 0,0 0 0,0 0 0,1 0 0,-1 0 0,0 1 0,1 0 0,-1 0 0,1 0 0,-1 1 0,1 0 0,10 1 1,69 16 481,-38-6-399,-41-9-54,1 1 1,-1-1-1,0 1 0,0 0 0,0 1 0,-1-1 1,1 1-1,-1 0 0,0 1 0,0-1 0,0 1 1,-1 0-1,0 0 0,5 6 0,34 59 352,-38-59-317,-1-1 0,0 1 1,-1 0-1,4 17 0,9 29 123,-15-53-170,0 0 1,0 0-1,0 0 0,0 0 0,-1 0 0,0 0 0,0 0 1,0 0-1,0 0 0,-1 0 0,1 0 0,-1 0 1,0 0-1,0 0 0,-1 0 0,1 0 0,-1-1 1,0 1-1,0 0 0,0-1 0,0 0 0,-1 1 0,1-1 1,-1 0-1,0 0 0,0 0 0,0-1 0,-5 5 1,-3 1 13,-1 1 0,0-1 0,0-1 0,0 0 0,-1-1 0,-25 9 0,32-14-22,-1 1 0,1-1-1,-1 0 1,0 0 0,0-1-1,1 0 1,-1 0 0,0-1-1,0 0 1,1 0 0,-1 0 0,0-1-1,1 0 1,-9-4 0,-4-3 27,0-2 0,0 0 1,-18-15-1,-14-8 110,47 30-175,1 1 0,0 0 1,0 0-1,0-1 0,0 0 1,0 0-1,1 1 0,0-2 0,0 1 1,0 0-1,-3-8 0,3 7 15,0 0 0,0 0 0,0 0 1,-1 0-1,0 1 0,0-1 0,-5-5 0,7 8-143,1-1 1,-1 0-1,1 1 0,0-1 1,0 0-1,0 1 1,0-1-1,0 0 0,1 1 1,-1-1-1,1 1 1,1-6-1,39-67-3047,-31 59 403,0-1 0,14-34-1,-22 37-2530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59.93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65 3224 3873,'0'0'7777,"-3"-2"-7143,-2-3-336,0 1 1,0-1-1,1 0 0,0 0 1,0-1-1,0 1 0,1-1 1,0 0-1,0 0 0,0 0 1,1 0-1,-1-1 0,2 1 1,-1-1-1,1 1 0,-1-14 0,-2-20 265,1-61 0,3 83-417,0-995 2781,1 978-2885,1-1-1,2 1 1,2-1 0,1 1 0,1 1-1,3 0 1,0 0 0,2 1 0,34-61-1,54-126 130,-78 161-104,2 2 0,3 1 0,2 1 0,51-68 0,-60 98-71,43-37 0,5-4 6,49-58 81,32-35 17,26-34 141,-145 164-256,0 1 0,2 1 0,0 2 0,42-23 0,-50 36-5,2 0 0,0 2 0,47-11 0,-53 17 122,-1-2 1,1 0-1,-1-1 0,0-2 1,-1 0-1,0 0 0,29-21 0,15-11 96,-58 41 50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00.28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39 22 472,'0'0'12811,"8"-3"-11436,16-3-934,-1 1 0,1 2 1,-1 0-1,1 2 0,0 0 0,0 2 1,32 4-1,-53-4-411,0 0 0,0 0 1,0 0-1,0 0 0,0 1 1,-1-1-1,1 1 0,0 0 1,-1 0-1,1 0 0,-1 0 0,0 0 1,0 0-1,0 1 0,0-1 1,0 1-1,0-1 0,0 1 0,-1 0 1,1 0-1,-1-1 0,0 1 1,0 0-1,0 0 0,0 4 1,2 8 241,0-1 1,-1 1 0,-1-1-1,0 18 1,0-15-148,-1-1 1,-1 1-1,0-1 1,-2 1-1,0-1 1,0 0-1,-1 0 1,-1 0-1,-1 0 1,0-1-1,-15 25 1,2-12-495,-2-1 1,0-1 0,-47 43 0,44-44-691,10-10-114,0 2-1,1 0 0,1 0 0,1 1 0,0 0 0,-11 29 0,17-37 387,-22 51-3825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01.72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2725 4841,'0'0'8494,"2"-17"-8053,2 12-325,0-1 0,0 1 0,0 0 0,0 0 0,1 1 0,0-1 0,0 1 0,10-7 0,10-8 442,8-14 245,-3-2-1,0-1 1,47-77-1,56-132 474,-101 184-972,132-246 404,62-123-97,12-94 459,-208 468-967,50-68 1,21-38 222,-64 81-49,-30 63-249,0 0 0,1 1 0,1-1 0,1 2 0,0-1 0,1 1 0,1 1 0,1 0-1,17-17 1,-2 9-30,0 0-1,1 2 0,2 2 1,0 0-1,0 2 0,35-12 1,-43 20 43,0-2 1,21-12-1,-32 16-51,0 0 0,1 0 1,-1 1-1,2 1 0,-1 0 0,1 1 0,-1 0 0,1 1 0,0 1 1,17-1-1,0 1 1025,-20 1-1021,-26 1-5248,-34 3-4170,25 0 2346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02.28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3545,'0'0'12871,"0"1"-12773,0-1 1,0 0 0,0 0-1,0 1 1,0-1 0,0 0-1,-1 1 1,1-1 0,0 1-1,0-1 1,0 0 0,0 1-1,0-1 1,0 0 0,0 1 0,1-1-1,-1 0 1,0 1 0,0-1-1,0 0 1,0 1 0,0-1-1,0 0 1,1 1 0,-1-1-1,0 0 1,0 0 0,0 1-1,1-1 1,-1 0 0,0 0 0,0 1-1,1-1 1,-1 0 0,0 0-1,1 0 1,-1 1 0,1-1-1,207 31 2082,-82-15-1844,-124-15-259,-1 1 0,0-1 0,0 0 0,-1 1 0,1-1 0,0 1 1,0-1-1,-1 1 0,1-1 0,-1 1 0,1 0 0,-1-1 0,0 1 1,0-1-1,0 1 0,1 0 0,-2-1 0,1 1 0,0 0 0,0-1 1,0 1-1,-2 2 0,2 6-82,-2 39 208,-3-1 1,-13 59-1,17-96-133,2-10-24,-1-1 0,0 1 0,0-1-1,0 1 1,0-1 0,0 1 0,0-1 0,0 1-1,0-1 1,0 1 0,0-1 0,0 1 0,0-1-1,0 1 1,0-1 0,-1 1 0,1-1 0,0 1-1,0-1 1,-1 1 0,1-1 0,0 1 0,-1-1-1,1 0 1,0 1 0,-1-1 0,1 0 0,0 1-1,-1-1 1,1 0 0,-1 1 0,1-1 0,-1 0-1,1 0 1,-1 1 0,1-1 0,-1 0 0,1 0-1,-1 0 1,1 0 0,-1 0 0,1 0 0,-1 0-1,-1 0 621,2 2-1162,-1 0 302,1 0-1,-1 0 1,0-1-1,0 1 1,0 0-1,0-1 1,0 1-1,0-1 1,-1 1 0,1-1-1,0 1 1,-4 1-1,-6 9-643,-62 82-6901,40-44 1424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03.72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1 111 824,'2'1'11480,"2"3"-7842,28 18-3337,7-1 187,-1 2 0,-1 2-1,-1 1 1,-2 2-1,0 1 1,44 51-1,-52-50-272,2 3-71,1-1 1,1-1-1,62 47 0,-92-78-105,0 0 0,0 0-1,0 0 1,0 1 0,0-1-1,0 0 1,1 0 0,-1 0-1,0 0 1,0 0 0,0 0-1,0 0 1,0 0 0,0 0-1,0 0 1,1 0 0,-1 0-1,0 0 1,0 0 0,0 0-1,0 0 1,0 0 0,0 0-1,0 0 1,1 0-1,-1 0 1,0 0 0,0 0-1,0 0 1,0 0 0,0 0-1,0 0 1,0 0 0,1 0-1,-1 0 1,0 0 0,0 0-1,0 0 1,0 0 0,0 0-1,0-1 1,0 1 0,0 0-1,0 0 1,1 0 0,-1 0-1,0 0 1,0 0 0,0 0-1,0 0 1,0-1 0,0 1-1,0 0 1,0 0 0,0 0-1,0 0 1,0 0 0,0 0-1,0-1 1,0 1 0,0 0-1,-2-14 487,-8-14-565,-20-34-154,-3 1 0,-3 2 0,-2 1-1,-3 2 1,-49-52 0,13 35 234,141 73-352,-14-3 331,-1-1 0,0-3 0,73-19 0,-74 14-23,-41 11 0,-6 1 4,-1 4-104,1 31 307,-2 0 1,-1 0-1,-2-1 1,-2 1 0,-15 52-1,-79 166 1288,99-251-3759,-2 3-2158,1-1 2553,-1-1 53,-9 10-5577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08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0 560 5089,'0'0'4748,"19"-6"-3887,-13 4-785,5-2 68,0 1 1,0-1-1,0-1 1,0 0-1,-1 0 1,0-1-1,0-1 1,-1 0 0,0 0-1,0 0 1,0-1-1,-1-1 1,11-13-1,-10 4 38,0 0 0,-1 0-1,0-1 1,-2 0 0,0 0-1,-2-1 1,0 0 0,-1 0 0,1-31-1,-3 25-85,-2 0 0,-1 0 0,0 0-1,-2 0 1,-2 0 0,-14-44 0,20 70-72,0 0 1,0 0 0,0 0 0,0 0-1,0-1 1,0 1 0,0 0 0,0 0-1,0 0 1,0 0 0,0-1 0,0 1-1,0 0 1,0 0 0,0 0 0,0 0-1,0 0 1,0-1 0,-1 1 0,1 0-1,0 0 1,0 0 0,0 0 0,0 0-1,0 0 1,0-1 0,-1 1 0,1 0-1,0 0 1,0 0 0,0 0 0,0 0 0,-1 0-1,1 0 1,0 0 0,0 0 0,0 0-1,-1 0 1,1 0 0,0 0 0,0 0-1,0 0 1,0 0 0,-1 0 0,1 0-1,0 0 1,0 0 0,0 0 0,0 0-1,-1 1 1,-5 9 282,-3 16-299,-9 38 80,3 2 0,3 0-1,-5 94 1,15-110-7,-1-13-5,2-1 0,2 1 0,6 41 0,-6-74-88,0 0-1,0 0 1,1 0-1,-1 0 0,1 0 1,0-1-1,0 1 0,0 0 1,0-1-1,1 0 0,-1 1 1,1-1-1,6 5 1,-8-7-18,1 1 0,0-1 1,0 0-1,0 0 0,-1 0 1,1 0-1,0-1 1,0 1-1,0 0 0,0-1 1,1 0-1,-1 1 1,0-1-1,0 0 0,0 0 1,0 0-1,0 0 0,0 0 1,0-1-1,1 1 1,-1-1-1,0 1 0,0-1 1,0 0-1,0 0 1,-1 0-1,1 0 0,0 0 1,0 0-1,1-2 1,6-4 9,-1-1 1,-1 0-1,1-1 1,-1 1 0,-1-2-1,0 1 1,0-1 0,-1 0-1,5-12 1,37-106 291,-42 113-250,10-43 102,-2 0 1,7-94 0,-15 110-78,-3 12 850,-3 51 1648,-1 7-2446,-1 0-1,-2 0 0,0 0 1,-17 46-1,-5 26 62,23-80-50,2 1 0,0-1-1,2 1 1,0-1 0,1 1-1,1-1 1,1 0 0,8 30 0,4 33 33,24 391 161,-37-3-991,-3-272-1550,-2-260-708,-2 1 0,-13-59 1,5 48-3091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09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1 753 8002,'0'0'5706,"0"-36"-5376,0 10-231,6-222 890,-2 187-397,2 0 0,3 0 0,30-105 0,-37 160-568,0 0-1,0 0 1,1 0-1,0 0 0,0 0 1,0 1-1,1-1 1,0 1-1,0 0 0,7-8 1,-7 10-27,0 1 0,1-1 0,-1 1 0,0 0 0,1 0 0,-1 0 0,1 0 0,0 1 0,0 0 0,-1 0 0,1 0 1,0 0-1,0 1 0,8 0 0,-1 1 39,0 1 1,1 0 0,-1 1 0,0 0-1,0 1 1,-1 0 0,1 1-1,-1 0 1,0 1 0,0 0-1,-1 1 1,1 0 0,-1 0-1,-1 1 1,13 14 0,1 2 168,-1 1 0,-1 1 0,-1 1 0,27 49 0,-38-59-61,-2 1 1,1-1-1,-2 2 0,0-1 0,-1 1 1,-1-1-1,-1 1 0,-1 0 1,0 0-1,-2 26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0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514 0 4809,'0'0'3055,"-9"5"-3899,-8 7 7938,10-5-703,-11-4-4165,-24-3-2733,31 0 1140,1-1-612,0 1 0,0 0-1,0 1 1,0 0 0,0 1 0,0 0 0,1 0 0,-1 1-1,0 1 1,1 0 0,0 0 0,0 0 0,0 1 0,1 1-1,-9 6 1,-3 4-44,0 2-1,2 0 1,0 1 0,1 1-1,1 1 1,1 0-1,-21 40 1,21-32 21,2 0 0,1 1 0,1 0-1,1 1 1,-10 60 0,17-68 26,0 0 0,1 1-1,1-1 1,2 1 0,0-1-1,5 27 1,-3-40-26,-1 0 0,2 0 0,-1 0 0,1 0 0,1-1 0,0 0 0,0 0 0,1 0 0,0 0 0,0-1 0,1 0 0,0 0 0,0-1 0,1 0 0,0 0 0,10 6 0,-3-4 2,1 0 0,0-1 0,1 0 0,0-2 0,0 0 0,0 0 0,1-2 0,32 5 0,-5-5 133,0-2 0,63-6 0,-97 3-2,1 0-1,0 0 1,0-2-1,-1 1 1,1-2-1,15-6 1,-26-35 1050,-1 29-1834,3-56-4348,7 25-1710,3 11-2979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1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594 41 6409,'0'0'10317,"-16"-5"-9985,-14-4 173,0 1 0,0 1 0,0 2 0,-46-2 0,59 7-392,0 2-1,1-1 1,-1 2 0,0 0 0,1 1-1,0 1 1,0 0 0,0 1 0,0 1-1,1 0 1,0 1 0,1 1 0,0 0-1,0 1 1,1 1 0,0 0 0,1 1 0,0 0-1,-10 14 1,13-14-102,1 0 0,0 1 0,1 0 0,1 0 0,0 1 0,1 0 0,0 0 0,1 0 0,0 1 0,1-1 0,0 18 0,-1 16-62,3 1 1,5 50-1,-2-81 18,1 0 0,1 0 0,0 0 0,2-1 0,0 0 0,1 0 0,0 0 0,1-1 0,1 0 0,1-1-1,1 0 1,13 16 0,15 13 138,1-2-1,66 53 1,-99-90-54,-1-1 1,1 0-1,0 0 0,0-1 1,0 0-1,0 0 1,1 0-1,-1-1 0,1 0 1,0-1-1,-1 1 0,1-2 1,0 1-1,0-1 1,0 0-1,0-1 0,0 1 1,-1-2-1,1 1 0,0-1 1,-1 0-1,1-1 0,-1 0 1,0 0-1,0 0 1,11-8-1,-17 10-215,1 0-1,0 0 1,-1-1-1,0 1 1,1 0-1,-1-1 1,0 1 0,0-1-1,0 0 1,0 1-1,0-1 1,0 0-1,0 0 1,0 1 0,0-5-1,1-15-7180,-2 12 457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2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601 31 3529,'0'0'7517,"-46"-11"1429,39 7-8704,1 2 0,-1-1 0,1 1 1,-1 0-1,0 0 0,0 0 0,0 1 0,0 0 0,0 1 0,0 0 0,0 0 0,-9 1 0,5-1 64,-71 4 905,-103 18-1,24-2-361,160-19-825,0-1 0,0 0 1,0 1-1,0-1 0,0 0 0,0 1 1,1-1-1,-1 1 0,0 0 0,0-1 0,1 1 1,-1 0-1,0-1 0,0 1 0,1 0 1,-1 0-1,1-1 0,-1 1 0,1 0 1,-1 0-1,1 0 0,0 0 0,-1 0 0,1 0 1,0 0-1,0 0 0,-1 0 0,1 0 1,0 0-1,0 0 0,0 0 0,0 0 0,0 0 1,1 0-1,-1 0 0,0 0 0,0 0 1,1 0-1,-1-1 0,0 1 0,2 1 0,17 50-119,-14-41 229,33 98 160,-4 1 0,-5 2 0,-5 1 1,-5 1-1,7 168 0,-21-145 131,0-119-293,8-19-161,22-27-184,-16 11 215,5 3 3,2 0 1,0 1-1,0 2 1,1 0-1,1 2 1,39-8-1,-17 8 134,0 2 1,92-1-1,-141 8 715,-8-23-11809,7 11 3574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3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2 385 8602,'0'0'7895,"0"-25"-7690,-1 4-167,1 2 8,0 0 1,1-1-1,1 1 0,0 0 0,2 1 0,6-23 1,-2 12 50,-5 17-8,0 1 1,0 0-1,2 0 0,-1 1 1,8-14-1,-11 23-71,-1 1 0,0-1 1,0 1-1,1-1 0,-1 1 0,0-1 0,1 1 0,-1-1 0,0 1 0,1-1 1,-1 1-1,1 0 0,-1-1 0,1 1 0,-1 0 0,1 0 0,-1-1 1,1 1-1,-1 0 0,1 0 0,-1-1 0,1 1 0,-1 0 0,1 0 1,-1 0-1,1 0 0,-1 0 0,1 0 0,0 0 0,-1 0 0,1 0 0,-1 0 1,1 0-1,-1 1 0,1-1 0,-1 0 0,1 0 0,-1 0 0,1 1 1,-1-1-1,1 0 0,-1 1 0,1-1 0,-1 0 0,1 1 0,0 0 0,14 22 502,-13-20-481,13 24 499,18 33 773,39 94-1,-66-171-1963,4-31 511,3-11 113,-7 34-18,-1 4-85,0-1 0,1 1-1,2 1 1,0-1-1,1 1 1,18-30 0,-26 49 114,0 0 0,-1 0-1,1 0 1,0 0 0,-1 0 0,1 0 0,0 1 0,0-1 0,0 0 0,0 0 0,0 1 0,0-1 0,0 0 0,0 1 0,0-1 0,0 1-1,0 0 1,0-1 0,0 1 0,0 0 0,0 0 0,1-1 0,-1 1 0,0 0 0,2 0 0,-1 1 19,0 0 0,-1 0 0,1 0-1,0-1 1,-1 2 0,1-1 0,-1 0 0,1 0 0,-1 0 0,1 1 0,-1-1 0,0 1 0,0-1 0,1 3 0,5 7 132,0 1 0,-1 0 1,6 20-1,-9-25-80,34 88 97,-36-93-249,0 1 1,0-1 0,-1 0-1,1 0 1,1 0-1,-1 0 1,0-1 0,0 1-1,1 0 1,-1 0 0,1-1-1,-1 1 1,1-1-1,0 1 1,0-1 0,-1 0-1,5 2 1,25-2-7042,-12-6-882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3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8674,'0'0'13083,"20"0"-12203,5 0 304,1 0-224,6 0-496,6 0-224,1 0-240,-1 0-80,1 0-952,6-12-1320,-7 1-2449,-12 5-3041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3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122 268 8026,'0'0'2994,"0"-30"-2358,0-122 479,0 66 5315,0 101-6394,2 15 139,2 1-1,1-1 0,13 42 0,-2-6 202,1 10 342,29 78-1,-33-120-628,1 0 0,2-1 0,1 0 0,33 46 0,-31-58-580,-19-21 377,-5 0 32,-42 1-39,-82 12-1,107-9 635,-1 1-1,1 0 1,0 2 0,1 1-1,-39 19 1,52-20 275,14-3-649,19-3-410,-22-1 328,21 0-31,0 0 0,0-2-1,-1-1 1,38-9-1,-54 10-301,0 0-1,1-1 1,-1 0-1,-1 0 1,1-1-1,0 1 1,-1-2-1,0 1 0,0 0 1,0-1-1,-1 0 1,1-1-1,-1 1 1,0-1-1,-1 0 1,1 0-1,-1-1 0,5-10 1,5-24-4987,-7 0-2916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4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1 6833,'0'0'11539,"-4"0"-10854,-18 0 5577,22 0-6215,0 1 1,0 0 0,0-1-1,0 1 1,0 0 0,0-1-1,0 1 1,0 0 0,0-1-1,0 1 1,0 0 0,0 0-1,0-1 1,0 1 0,1-1-1,-1 1 1,0 0 0,1-1-1,-1 1 1,0 0 0,1-1-1,0 1 1,5 4-26,1-1 1,0 0-1,-1-1 1,2 1-1,-1-1 0,0-1 1,1 1-1,-1-1 1,13 1-1,72 6 78,-40-6-58,0-3 0,0-3 0,68-11 0,-111 12 12,47-1 444,-48 30-18,47 198 19,-10 2 0,20 286 0,-41-321-168,-11-105-196,2 116 0,-15-203 69,-29 2-74,0 1 0,1 2 0,-43 12 0,10-3-140,-292 78 194,201-37-3757,97-36-587,5-1-2221,-1 2-5575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6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0 3393,'0'2'16530,"0"16"-14651,-14 189 16,4-102-1799,2 105-81,6-200-1557,-2-20-1021,-3-21-356,-2-38-2450,0-70 1,9 132 5004,-1-67-3655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6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0 1032,'-54'73'2982,"44"-58"8074,25-16-10851,30-3 116,0 2-1,1 2 1,-1 2-1,64 10 1,-96-10-240,0 1 0,-1 1 0,1 0 0,-1 0 0,0 1 0,0 0 0,-1 1 0,1 1 0,-1 0 0,-1 0 0,1 1 0,-1 1 0,-1-1 0,1 2 0,-2-1 0,1 1 0,-1 1 0,-1-1 0,0 1 0,7 15 0,-10-17-31,0 1 1,0 0 0,-1 0 0,0 0 0,-1 0-1,0 0 1,-1 0 0,0 0 0,-1 1-1,0-1 1,0 0 0,-1 1 0,-1-1 0,-2 13-1,0-11 0,-1 1 0,0-1 0,0 0 0,-2-1 0,1 1 0,-1-1 0,-1 0 0,0-1 1,0 0-1,-12 11 0,3-5-26,-2-1 0,1-1 0,-2-1 0,0 0 0,0-1 0,-1-1 1,0-1-1,-1-2 0,0 0 0,-1 0 0,0-2 0,-26 3 0,43-8-29,-11 1 26,0 0 0,-1-1 1,1 0-1,-25-4 0,38 3-30,1 0-1,-1-1 1,1 0-1,0 0 1,-1 0-1,1 0 1,0 0-1,0-1 1,0 1-1,0-1 1,0 0-1,0 0 1,0 0-1,0 0 1,1 0-1,-1-1 1,1 1-1,0-1 1,0 0-1,0 0 1,0 0-1,0 0 1,0 0-1,1 0 1,-1 0-1,1 0 1,0-1-1,-1-4 1,1-2-187,-1 0 0,1 0 0,1 0 1,0-1-1,1 1 0,0 0 1,0 0-1,1 0 0,0 0 1,1 0-1,0 0 0,0 1 0,1-1 1,1 1-1,-1 0 0,2 0 1,-1 0-1,10-10 0,9-8-1216,1 1 1,2 1-1,53-40 0,-59 49 335,69-50-4685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7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70 1800,'0'0'13165,"3"-1"-12967,12-3 79,1 0 0,-1 1-1,1 0 1,-1 1 0,1 1-1,0 1 1,-1 0 0,20 3-1,-29-2-223,-1-1 0,1 2 0,-1-1-1,0 1 1,0 0 0,0 0-1,0 0 1,0 0 0,0 1 0,0 0-1,-1 0 1,1 1 0,-1-1-1,0 1 1,0 0 0,-1 0 0,1 0-1,-1 0 1,1 1 0,-1-1-1,-1 1 1,1 0 0,-1 0 0,0 0-1,0 0 1,0 0 0,1 7-1,-1-3-4,-1 0-1,0 0 0,0 0 1,0 0-1,-1 0 0,-1 0 0,1 0 1,-2 0-1,1 0 0,-1 0 1,0 0-1,-1-1 0,0 1 0,-1-1 1,0 1-1,0-1 0,0 0 0,-1-1 1,0 1-1,-1-1 0,-11 12 1,7-10-54,-1 0 1,1-1 0,-1 0 0,-1-1 0,1-1 0,-1 0 0,0 0-1,-1-1 1,1 0 0,-1-1 0,0-1 0,0 0 0,0-1-1,-17 1 1,18-2-36,0 0-1,0-1 1,0 0-1,0-1 1,0-1-1,0 0 0,-17-5 1,25 6 14,0-1 0,0 0 1,1 0-1,-1 0 0,0-1 0,1 1 1,-1-1-1,1 0 0,0 0 0,0 0 0,0 0 1,1-1-1,-1 1 0,1-1 0,-1 1 1,1-1-1,0 0 0,1 0 0,-1 0 0,1 0 1,0 0-1,0 0 0,-1-8 0,0 0-199,1 0-1,0 0 1,0 0-1,2 0 1,-1 0-1,2 0 1,0 0-1,0 1 1,1-1-1,0 0 0,7-14 1,-2 8-629,2 0 0,1 0 1,0 1-1,1 0 0,24-25 0,21-16-4446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7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2881,'0'0'8553,"19"186"-7280,-19-104-401,0-4-144,-7-5-264,-5-15-184,5-23-280,7-26-848,13-9-1889,6-3-2920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7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462 0 3273,'0'0'11070,"-29"3"-10721,-94 11-39,115-13-216,1 0-1,-1 1 1,0 0 0,1 1 0,-1-1-1,1 1 1,0 1 0,-1 0 0,2 0-1,-1 0 1,0 1 0,1 0 0,0 0-1,0 0 1,1 1 0,-1 0 0,1 0-1,0 0 1,1 1 0,0 0 0,0-1 0,0 2-1,1-1 1,0 0 0,0 1 0,1-1-1,0 1 1,0 0 0,1 0 0,0 0-1,0 0 1,1 12 0,1-14-104,0 0 0,1 0 0,0 0 0,0 0 0,0 0 0,1-1-1,0 1 1,0-1 0,0 1 0,1-1 0,-1 0 0,8 7 0,9 8-27,35 28-1,0 1 40,-47-39 20,1 0 1,-2 0 0,0 0-1,0 1 1,-1 1 0,0-1-1,8 23 1,-13-31 20,1 1 1,-1 0-1,0 0 1,0 0-1,0 0 1,-1 0-1,1 0 1,-1 0-1,0 0 0,0 0 1,-1 0-1,1 1 1,-1-1-1,0 0 1,0-1-1,0 1 1,-1 0-1,1 0 0,-1 0 1,0-1-1,0 1 1,0-1-1,0 1 1,-1-1-1,1 0 1,-1 0-1,-6 5 0,-1-1 56,-1-1-1,-1 0 0,1 0 1,-1-1-1,0-1 0,0 0 1,0 0-1,-1-1 0,-17 1 1,-15 1 43,-56-3 1,93-2-142,5 0-36,1 1-1,-1-1 0,1 0 1,-1-1-1,1 1 1,-1 0-1,1-1 1,-1 1-1,1-1 1,0 0-1,-1 0 1,1 0-1,0 0 1,0 0-1,0-1 1,0 1-1,0 0 1,0-1-1,0 0 1,0 1-1,0-1 0,-1-3 1,1 2-389,0-1 1,0 0-1,1 1 0,-1-1 1,1 0-1,0 0 0,1 0 0,-2-6 1,1-17-5296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8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10 3569,'0'0'8268,"-21"-6"-4802,12 4-3300,0 1-1,0 1 1,0-1-1,0 1 1,0 1-1,0 0 0,0 0 1,0 1-1,1 0 1,-1 0-1,0 1 1,1 0-1,-9 5 1,11-4-121,0 0 1,0 0 0,1 0-1,0 0 1,0 1 0,0 0-1,1 0 1,-1 1-1,1-1 1,0 1 0,1 0-1,-1 0 1,1 0 0,1 1-1,-1-1 1,1 0 0,-3 14-1,3-14-26,1 0 0,-1 1 0,1-1 0,0 0-1,1 1 1,0-1 0,0 0 0,0 1 0,0-1-1,1 1 1,0-1 0,1 0 0,-1 0 0,1 1-1,1-1 1,-1-1 0,1 1 0,0 0 0,0 0-1,1-1 1,-1 0 0,1 0 0,0 0 0,1 0-1,-1-1 1,1 1 0,0-1 0,6 4 0,3 1-6,1-1 0,0-1 0,1 0 0,0-1 0,-1 0 0,2-2 0,-1 0 0,31 4 1,-9-5-29,-1-1 0,74-7 0,-104 4-18,0 0 0,0 0 0,-1 0 0,1-1 0,0 0 0,-1 0 0,1-1 0,9-5 0,-13 6-228,-1 0 0,1 0-1,-1 0 1,0 0 0,0 0 0,0 0-1,0 0 1,0-1 0,0 1-1,-1-1 1,1 0 0,-1 1-1,0-1 1,1 0 0,-1 0 0,-1 0-1,1 1 1,0-1 0,-1 0-1,1 0 1,-1 0 0,0-4-1,0-11-4057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8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38 280,'0'0'26958,"0"6"-27110,0-15-6226,0-8 2033,0-1-2504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9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444 25 8146,'0'0'4983,"-32"-6"-3854,-3-1-775,1 1 1,-36 0 0,62 7-269,1 0 0,-1 0 0,1 0 1,0 1-1,-1 0 0,1 1 0,0 0 0,0 0 0,1 0 0,-1 1 1,1 0-1,-1 0 0,1 1 0,0-1 0,1 1 0,-1 1 1,1-1-1,0 1 0,1 0 0,-5 6 0,-2 1 120,-3 3 14,1 1-1,1 0 1,1 0 0,0 1-1,1 1 1,1 0 0,1 0 0,0 1-1,2 0 1,0 0 0,1 0-1,2 1 1,0 0 0,-1 40-1,4-55-200,0 0-1,0-1 1,1 1-1,0-1 0,0 1 1,0-1-1,0 0 1,1 1-1,0-1 0,0 0 1,1 0-1,-1 0 1,1 0-1,0-1 0,1 1 1,4 5-1,-1-3-26,1-1-1,0 0 1,1-1-1,-1 1 1,1-1-1,0-1 1,0 0-1,14 5 0,14 0-45,0 0-1,1-3 0,-1-1 1,1-2-1,0-1 0,59-6 1,-78 2-384,0 0 1,0-2 0,0 0-1,-1-1 1,1-1 0,18-9 0,2 0-3482,-7 5-1217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9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15683,'0'0'10115,"-7"0"-10500,1 0-4528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3:36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13 145 1616,'0'0'10777,"-13"-15"-10169,15 12-554,-1 0-1,1 0 1,0 0-1,0 0 1,0 1-1,0-1 1,0 1-1,1-1 1,-1 1-1,1 0 1,-1 0-1,1 0 0,0 0 1,0 0-1,0 0 1,6-1-1,2-4 165,0 1-171,0 0-1,1 1 0,-1 0 0,1 0 0,0 2 0,1-1 0,-1 2 1,15-2-1,4 1 22,0 1-1,37 4 1,-64-2-59,-1 0 0,1 1 0,-1-1 0,0 1 0,1 0 0,-1 0-1,0 0 1,0 1 0,0-1 0,0 1 0,0-1 0,0 1 0,0 0 0,0 0 0,-1 0-1,1 1 1,-1-1 0,1 1 0,-1-1 0,0 1 0,0 0 0,0 0 0,-1 0 0,1 0-1,-1 0 1,1 0 0,-1 0 0,2 7 0,0 6 67,0 1 0,-2-1 0,1 1-1,-3 28 1,1-22-33,0-10-51,-1-1 1,-1 1-1,0 0 0,0-1 0,-1 1 0,-1-1 0,0 0 0,-1 0 0,-6 12 0,8-18-1,0-1-1,0 0 1,0 0-1,-1 0 1,0 0-1,0-1 1,0 1-1,-1-1 1,1 0-1,-1 0 1,0 0-1,0-1 1,0 0-1,-1 0 1,1 0-1,-1-1 1,0 0-1,0 0 1,0 0-1,-10 1 1,7-2-3,1-1 1,0 0 0,0-1 0,0 1 0,-1-2-1,1 1 1,0-1 0,1 0 0,-1-1 0,0 0-1,0 0 1,1-1 0,0 0 0,0 0 0,0 0-1,0-1 1,1 0 0,0-1 0,0 1 0,0-1-1,0 0 1,1-1 0,0 1 0,1-1 0,-1 0 0,1 0-1,1-1 1,-1 1 0,1-1 0,1 1 0,-1-1-1,-1-9 1,-1-5-153,1 0 0,1 0 0,1 0 0,0 0-1,3-28 1,-1 44 116,0 0 1,1 0-1,-1 0 0,1 0 0,1 1 0,-1-1 0,1 0 0,0 1 0,0-1 1,1 1-1,0 0 0,-1-1 0,2 2 0,-1-1 0,1 0 0,-1 0 0,1 1 0,1 0 1,-1 0-1,1 0 0,-1 0 0,1 1 0,0 0 0,9-4 0,-8 4-42,1 2-1,0-1 0,0 1 0,0 0 0,0 0 0,0 1 0,0 0 1,0 0-1,0 1 0,0-1 0,0 2 0,0-1 0,0 1 0,0 0 1,-1 0-1,1 1 0,-1 0 0,1 0 0,-1 1 0,0-1 0,0 1 1,-1 1-1,7 5 0,-8-5 99,0 0 0,0 1 0,-1-1-1,0 1 1,0 0 0,0 0 0,-1 0 0,0 0 0,0 0 0,0 1 0,-1-1-1,0 0 1,0 10 0,0 8 109,-1 1-1,-4 25 1,4-44-93,-1-1 0,0 0-1,0 0 1,-1 1 0,0-1 0,0 0 0,0-1-1,0 1 1,-1 0 0,1-1 0,-1 1 0,0-1 0,-1 0-1,1 0 1,-1 0 0,0 0 0,0-1 0,0 1-1,0-1 1,-1 0 0,1 0 0,-1-1 0,0 0-1,0 1 1,0-1 0,0-1 0,0 1 0,0-1-1,0 0 1,-1 0 0,1-1 0,0 1 0,-7-1-1,10-2-22,0 1-1,0 0 0,0-1 0,0 0 0,1 1 0,-1-1 1,1 0-1,-1 0 0,1 0 0,-1 0 0,1 0 0,0 0 1,0 0-1,0 0 0,0-1 0,1 1 0,-1 0 0,0-1 0,1 1 1,0 0-1,-1-1 0,1 1 0,0-1 0,1-3 0,-2 1-35,1-1 0,0 0 0,0 1-1,0-1 1,1 0 0,0 1-1,0-1 1,0 1 0,1-1 0,3-8-1,-2 10-68,1 0-1,0 0 0,0 0 0,0 0 0,0 1 0,1-1 0,0 1 1,-1 0-1,1 1 0,0-1 0,0 1 0,1 0 0,-1 0 0,0 0 1,1 1-1,-1 0 0,1 0 0,-1 0 0,1 1 0,-1 0 0,1 0 1,-1 0-1,7 2 0,-11-2 95,1 1 0,-1 0 1,0-1-1,0 1 0,1 0 0,-1 0 0,0 0 1,0 0-1,0 0 0,0 0 0,0 0 1,0 0-1,0 0 0,-1 0 0,1 1 0,0-1 1,-1 0-1,1 0 0,-1 1 0,1-1 1,-1 0-1,1 3 0,4 35 131,-4-32-97,1 13 39,-1 0 1,-1 1-1,-1-1 0,-4 27 0,4-42-21,0 0 0,-1 1 0,1-1 0,-1 0 0,0 0 0,-1 0 0,1 0 0,-1-1 0,-5 8-1,6-10 22,0 0 0,-1 1 0,1-2 0,0 1-1,-1 0 1,1 0 0,-1-1 0,0 1-1,0-1 1,1 0 0,-1 0 0,0 0 0,0 0-1,0 0 1,0-1 0,0 1 0,0-1-1,-5 0 1,6-1-59,1 0 1,-1 1-1,0-1 0,0-1 0,0 1 0,1 0 0,-1 0 0,0 0 1,1-1-1,-1 1 0,1-1 0,0 0 0,-1 1 0,1-1 0,0 0 1,0 1-1,0-1 0,0 0 0,0 0 0,1 0 0,-1 0 0,1 0 1,-1 0-1,1 0 0,0 0 0,-1 0 0,1-4 0,-5-66 16,5 67-22,-1-9-142,1 0 0,1 0 1,0 0-1,1 0 1,7-24-1,-8 34 104,1 1-1,-1-1 0,1 1 1,0 0-1,0 0 0,0 0 1,0 0-1,1 0 0,-1 0 1,1 0-1,0 1 0,0 0 1,0-1-1,0 1 0,0 0 1,0 0-1,1 1 0,-1-1 1,0 1-1,1-1 0,0 1 1,-1 0-1,1 1 1,-1-1-1,1 0 0,7 1 1,-8 0 1,1-1 0,-1 1 1,0 0-1,0 0 1,1 0-1,-1 0 1,0 1-1,0-1 1,0 1-1,0 0 1,1 0-1,-1 0 1,0 0-1,-1 1 1,1-1-1,0 1 0,0 0 1,-1 0-1,4 2 1,-3 1 59,0-1 0,0 1-1,0 0 1,-1 0 0,0 0 0,0 0 0,0 1 0,0-1-1,-1 1 1,1 6 0,0 0 111,-1 1 0,0-1 0,0 0 0,-2 1-1,1-1 1,-2 1 0,-3 15 0,5-25-72,-1 1 0,-1-1 0,1 1 0,0-1 0,-1 1 0,0-1 0,0 0 0,0 0 0,0 0 0,0 0 0,-1 0 0,-3 4 0,4-6-20,0 0 0,0 1 0,0-1 0,0 0 0,-1 0 0,1-1 0,0 1 0,-1 0 0,1-1 0,0 1 0,-1-1 0,1 0 0,0 0 0,-1 0 0,1 0 0,0 0 0,-1-1 0,1 1 0,0-1 0,-1 1 0,-2-2 0,1 0-30,0 0 0,1 0 0,0-1-1,-1 1 1,1-1 0,0 1-1,0-1 1,1 0 0,-1 0 0,1-1-1,-1 1 1,1 0 0,0-1 0,0 0-1,1 1 1,-1-1 0,-1-5-1,-21-77 101,21 72-104,-13-77 6,15 84-26,0 0 0,1 0 0,0-1 0,1 1-1,-1 0 1,1 0 0,0-1 0,1 1-1,0 0 1,4-11 0,-5 16-25,1 0-1,-1 1 1,0-1-1,1 0 1,-1 0-1,1 1 1,0-1-1,-1 1 1,1-1 0,0 1-1,0 0 1,0 0-1,0 0 1,0 0-1,0 0 1,0 0-1,0 1 1,1-1-1,-1 1 1,0-1 0,0 1-1,0 0 1,1 0-1,-1 0 1,0 0-1,0 0 1,5 1-1,-4 0 13,1 0-1,0 0 1,-1 0 0,1 0-1,-1 0 1,1 1-1,-1 0 1,0 0-1,0 0 1,0 0-1,0 0 1,0 1-1,0-1 1,-1 1-1,5 5 1,-2 0 44,0 1 1,-1-1-1,0 1 1,0 1-1,-1-1 1,0 0 0,-1 1-1,2 13 1,1 81 234,-5-95-218,0-4 12,0 0 0,0 0 1,0 0-1,-1-1 0,0 1 1,0 0-1,0-1 0,-1 1 1,0-1-1,0 1 0,0-1 1,0 0-1,0 0 0,-1 0 0,0 0 1,0 0-1,0 0 0,0-1 1,-1 1-1,1-1 0,-1 0 1,0 0-1,0-1 0,0 1 1,0-1-1,0 0 0,-1 0 0,1 0 1,-1 0-1,1-1 0,-1 0 1,0 0-1,1 0 0,-1 0 1,0-1-1,0 0 0,1 0 1,-1 0-1,-6-2 0,7 1-32,0-1-1,0 0 1,0 0-1,0 0 1,1 0-1,-1-1 1,1 1-1,0-1 1,0 0-1,0 0 1,0-1-1,0 1 1,0 0 0,1-1-1,0 0 1,0 1-1,0-1 1,0 0-1,0 0 1,1 0-1,0 0 1,0 0-1,0-1 1,0-5-1,-4-13 11,2 0 0,1-1 0,1-25 0,1 41-54,0 1 0,0-1-1,1 1 1,0 0 0,0-1 0,1 1 0,0 0 0,0-1 0,1 1 0,5-11 0,-5 15-48,-1 0-1,1 0 1,-1 0 0,1 0-1,0 0 1,0 1 0,0-1-1,1 1 1,-1 0 0,0 0-1,1 0 1,0 0 0,-1 1-1,1 0 1,0 0 0,0 0-1,-1 0 1,1 0 0,0 1-1,0-1 1,0 1 0,6 0-1,-4 0-51,0 0 1,0 1-1,0-1 0,0 1 0,-1 0 0,1 1 1,0 0-1,10 4 0,-14-5 121,1 1 0,-1-1 0,1 1-1,-1 0 1,0 0 0,1 0 0,-1 0 0,0 0 0,-1 1-1,1-1 1,0 1 0,-1-1 0,1 1 0,-1-1 0,0 1 0,0 0-1,0 0 1,0 0 0,0 0 0,0 3 0,1 10 101,0-1 0,-1 0 0,-1 0 1,0 0-1,-1 0 0,-1 1 0,-1-1 0,0-1 1,0 1-1,-2 0 0,0-1 0,-10 22 0,11-28 32,0-1 0,-1 0 0,0 0 0,0 0-1,0-1 1,-1 1 0,0-1 0,0 0 0,0-1 0,-1 0-1,0 0 1,0 0 0,0-1 0,-1 0 0,1 0 0,-1-1-1,0 0 1,0 0 0,0-1 0,0 0 0,-1-1-1,1 1 1,-16-1 0,21-1-111,0 0 0,0 0 0,1-1 0,-1 1 0,0-1 0,1 1 0,-1-1-1,1 0 1,-1 0 0,1 0 0,-1 0 0,1 0 0,0-1 0,-1 1 0,1-1 0,0 0 0,0 1 0,0-1 0,0 0 0,1 0-1,-1 0 1,0-1 0,1 1 0,-1 0 0,1-1 0,0 1 0,0 0 0,0-1 0,0 1 0,0-4 0,-2-7 17,0 0 1,1-1 0,1 1-1,1-24 1,0 30-30,0-6-66,1 0 1,1 0-1,0 0 1,0 0-1,1 1 1,1-1-1,0 1 0,1 0 1,0 0-1,1 0 1,0 0-1,1 1 1,1 0-1,-1 1 1,1 0-1,1 0 0,0 0 1,1 1-1,0 1 1,0 0-1,18-12 1,-21 17-117,-1 0-1,0 0 1,1 1 0,0 0 0,10-3 0,-16 5 158,1-1 0,-1 1 0,0 0 0,0-1 0,0 1 0,1 0 0,-1 0 0,0 0 0,0 0 0,1 0 0,-1 0 0,0 0 0,0 0 0,1 0 0,-1 0 0,0 1 0,0-1 0,0 0 0,1 1 0,-1-1 0,0 1 0,0 0 0,0-1 0,0 1 0,0 0 0,0 0 0,0 0 0,0-1 0,0 1 0,-1 0 0,1 0 0,0 0 0,0 0 0,-1 0 0,1 1 0,-1-1 0,1 1 0,0 12 209,0 0-1,-2 0 1,0 0-1,0 0 0,-1 0 1,-1 0-1,0 0 1,-1-1-1,0 0 1,-1 1-1,-1-2 1,0 1-1,-9 14 1,6-14 24,1-1 0,-1 1 0,-1-2 0,0 1 1,-1-1-1,0-1 0,-1 0 0,0 0 0,0-1 1,-1-1-1,0 0 0,-17 8 0,27-15-159,0 0 0,0 1 0,0-1 0,0 0 0,0 0 0,0 0 0,0-1 0,0 1 0,0-1 0,0 0 0,-1 0 0,1 0 0,0 0 0,-4-1 0,6 0-58,-1 0 0,1 0-1,0 0 1,0 0-1,0 0 1,0-1 0,0 1-1,0 0 1,0-1 0,0 1-1,0-1 1,1 1 0,-1-1-1,0 1 1,1-1-1,-1 0 1,1 1 0,0-1-1,0 0 1,-1 1 0,1-1-1,0 0 1,1 1 0,-1-1-1,0-2 1,5-156-1617,2 56-2918,-6 72-32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3:37.2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23 403 8802,'0'0'7323,"-3"-3"-6688,0 0-522,1 0 0,0 0 0,0-1 0,0 1 0,1-1 0,-1 1 0,1-1 0,0 0 0,0 0 0,0 1 0,0-1 0,1 0 0,0 0 0,-1-5 1,3-70 865,0 41-811,-3 19-117,0 15-41,1 0 0,-1 0 0,1 0-1,0 0 1,1 0 0,-1-1 0,1 1 0,-1 0 0,1 0 0,1 0-1,1-5 1,-1 8-3,2 1-43,-2 29-141,24 309 654,-19-308-474,-1-21-147,1-21-298,81-316 956,-80 293-504,-3 9-66,1 0 1,2 0 0,0 0-1,20-41 1,-28 67 37,0-1 1,1 1-1,-1-1 0,0 1 1,0-1-1,1 1 0,-1-1 1,0 1-1,1-1 0,-1 1 1,0-1-1,1 1 0,-1 0 1,1-1-1,-1 1 0,0-1 1,1 1-1,-1 0 0,1 0 1,-1-1-1,1 1 0,-1 0 1,1 0-1,-1 0 0,1-1 1,0 1-1,-1 0 0,1 0 1,-1 0-1,1 0 0,-1 0 1,1 0-1,0 0 0,-1 0 1,1 0-1,-1 1 0,1-1 1,-1 0-1,1 0 0,-1 0 1,1 1-1,-1-1 0,1 0 1,-1 1-1,1-1 0,-1 0 1,1 1-1,-1-1 0,0 0 1,1 1-1,-1-1 0,0 1 1,1-1-1,0 2 0,14 28 24,-14-28-14,17 47 390,-1 0 0,-3 1-1,-2 1 1,10 100 0,-15-97 28,-7-50-410,1 0 0,-1 0 0,1-1 0,0 1 0,1 0 0,-1 0 0,1-1 0,0 1 0,-1-1 0,5 6 1,-5-8-364,-1-22-10656,0 4 2284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3:37.9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 2457,'0'0'7328,"0"21"-5078,0 56 215,1 43-1102,-20 172 0,20-275-4493,10-26 1290,13-29-1332,-23 35 2599,19-31-4161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3:38.7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87 4217,'0'0'11261,"-1"-15"-10825,-5-46-108,3 51-150,2 18-219,0 19 19,15 78 660,-7-56-410,3 74 1,-9-91-242,0-22-117,0 0 0,-1-1 0,0 1-1,-1 0 1,-2 14 0,2-23 92,0 0 0,-1 0 0,1-1-1,0 1 1,0 0 0,0 0 0,-1-1 0,1 1 0,0-1-1,-1 1 1,1-1 0,-1 1 0,1-1 0,0 0-1,-1 0 1,1 0 0,-1 0 0,1 0 0,-1 0-1,-1 0 1,-36-2-820,37 2 786,-16-5 101,2 1 685,29 9 722,12 2-1039,1-1 0,0-2 0,1 0 0,-1-2 0,1 0-1,-1-2 1,44-5 0,-30-11 126,-9 2-1462,-12 11-3762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3:40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103 276 6313,'0'0'9818,"-6"-20"-9557,-16-65-362,22 83 89,0 1 0,0-1 0,0 0 0,0 1 0,0-1 0,1 0 0,-1 0 0,0 1 0,1-1 0,-1 1 0,1-1 0,0 0 0,-1 1 0,1-1 0,0 1 0,0-1 0,0 1 0,0 0 0,0-1-1,0 1 1,1 0 0,-1 0 0,0 0 0,1 0 0,-1 0 0,1 0 0,-1 0 0,1 0 0,-1 0 0,1 1 0,-1-1 0,4 0 0,2-1-61,1 1 0,-1 0 0,1 0 0,0 0 0,8 2 0,-11-1 24,-3-1 55,-1 1-1,1 0 1,-1 0 0,1 0-1,-1 0 1,1 0-1,-1 0 1,1 1-1,0-1 1,-1 0 0,0 1-1,1-1 1,-1 1-1,1-1 1,-1 1-1,0 0 1,1 0 0,-1 0-1,0-1 1,0 1-1,1 0 1,-1 1-1,0-1 1,0 0 0,0 0-1,0 0 1,-1 1-1,2 1 1,-1 2 163,0 0 1,-1 0 0,1 0-1,-1-1 1,0 1 0,-1 0-1,-1 9 1,2-9-22,-1-2-72,1 1-1,-1-1 0,0 1 1,0-1-1,0 0 1,0 1-1,-1-1 0,1 0 1,-1 0-1,0 0 1,0 0-1,0 0 0,0 0 1,0-1-1,-1 1 0,1-1 1,-1 0-1,0 1 1,-2 1-1,0-1-2,-1-1 0,1 1 0,0-1 0,-1 0 0,1-1 0,-1 1 0,1-1 0,-1 0 0,0 0 0,-10-1 0,14 0-74,1 0-1,-1-1 1,1 1-1,0-1 1,-1 1-1,1-1 1,0 1-1,-1-1 1,1 0-1,0 0 1,0 0-1,-1 1 1,1-1-1,0 0 1,0 0-1,0-1 1,0 1-1,0 0 0,1 0 1,-1 0-1,0-1 1,0 1-1,1 0 1,-1-1-1,1 1 1,-1-1-1,1 1 1,0 0-1,-1-1 1,1 1-1,0-3 1,-3-54 10,4 46-46,-1 12 15,0-1-1,0 1 1,0-1-1,0 0 1,0 1-1,1-1 0,-1 1 1,0-1-1,0 1 1,1-1-1,-1 1 1,0-1-1,1 1 0,-1-1 1,0 1-1,1 0 1,-1-1-1,1 1 1,-1 0-1,1-1 0,-1 1 1,1 0-1,-1-1 1,1 1-1,-1 0 1,1 0-1,-1 0 0,1-1 1,0 1-1,26-1-301,-19 1 298,-1 1-1,0 0 1,0 1-1,0 0 1,9 3-1,-12-3 47,0 1-1,0 0 0,0-1 0,0 2 1,-1-1-1,1 0 0,-1 1 1,0-1-1,0 1 0,0 0 1,0 0-1,-1 0 0,0 1 1,0-1-1,0 1 0,0-1 1,-1 1-1,1-1 0,0 8 0,-1-8 7,-1-1-1,0 1 0,0 0 0,0 0 0,0 0 0,0 0 0,-1-1 0,0 1 0,0 0 0,0 0 1,0-1-1,0 1 0,-1-1 0,1 1 0,-1-1 0,0 0 0,0 1 0,-1-1 0,1 0 0,-1 0 1,1-1-1,-1 1 0,0 0 0,0-1 0,-4 3 0,0-1 35,0 0-1,0-1 1,0 0-1,0 0 1,0-1-1,-1 0 1,1 0 0,-1-1-1,-13 1 1,19-2-56,0 1 0,0-1 0,-1 0 0,1 0 0,0-1 0,0 1 1,-1 0-1,1-1 0,0 0 0,0 1 0,0-1 0,0 0 0,0 0 0,0 0 1,0 0-1,0-1 0,0 1 0,0 0 0,0-1 0,1 1 0,-1-1 0,1 0 1,-1 1-1,1-1 0,0 0 0,-1 0 0,1 0 0,0 0 0,0 0 0,0 0 1,1-1-1,-1 1 0,1 0 0,-1 0 0,1 0 0,-1-5 0,1-3-24,-1-1-1,1 0 1,1 1 0,0-1-1,1 0 1,0 1 0,0-1-1,1 1 1,1 0-1,5-13 1,-6 18-38,-1 0 0,1 0 1,1 0-1,-1 1 0,0-1 0,1 1 1,0 0-1,0 0 0,1 0 0,-1 1 1,1-1-1,-1 1 0,1 0 0,0 0 1,0 1-1,1 0 0,-1-1 0,0 2 1,1-1-1,-1 1 0,8-2 0,-9 3 38,0-1-1,0 0 1,0 1 0,-1 0-1,1 0 1,0 0 0,0 0-1,0 1 1,-1 0-1,1-1 1,0 1 0,0 1-1,-1-1 1,1 0-1,-1 1 1,1 0 0,-1 0-1,0 0 1,4 3-1,-4-1 51,0 0-1,0 0 1,-1 0-1,1 1 1,-1-1-1,0 1 0,-1-1 1,1 1-1,-1 0 1,1 0-1,-1-1 0,-1 1 1,1 0-1,-1 6 1,0-1 59,0-1 1,0 1-1,-1 0 1,0-1 0,-1 0-1,0 1 1,-1-1-1,0 0 1,0 0-1,-1 0 1,0 0 0,-1-1-1,-8 13 1,9-15-10,-1 0-1,1 0 1,-1-1 0,0 0 0,-1 0 0,1 0 0,-1-1 0,0 0-1,0 0 1,0 0 0,-1-1 0,1 1 0,-1-2 0,0 1-1,0-1 1,0 0 0,0 0 0,-11 0 0,17-1-78,-1-1 0,0 0 0,0-1-1,0 1 1,0 0 0,0 0 0,0-1 0,1 1 0,-1-1 0,0 0 0,0 1 0,1-1 0,-1 0-1,0 0 1,1 0 0,-1 0 0,1 0 0,-1-1 0,1 1 0,0 0 0,-1-1 0,1 1 0,0-1-1,0 1 1,0-1 0,0 0 0,0 1 0,1-1 0,-1 0 0,0 0 0,1 1 0,-1-4 0,-2-7-54,2 1 1,-1 0-1,2-1 0,0-14 1,0 13 32,0-15-61,-1-1-80,2 0 0,6-48 0,-5 70 95,-1-1-1,1 1 1,0 0-1,0-1 0,1 1 1,0 0-1,1 1 1,-1-1-1,1 1 0,1-1 1,-1 1-1,1 0 1,0 1-1,0-1 0,9-6 1,-12 10 39,0 1 1,0-1-1,1 0 1,-1 1-1,1 0 0,-1 0 1,1 0-1,0 0 1,-1 0-1,1 0 0,0 0 1,0 1-1,-1 0 1,1-1-1,0 1 1,0 0-1,0 0 0,0 1 1,-1-1-1,1 1 1,0-1-1,0 1 1,-1 0-1,1 0 0,0 0 1,-1 0-1,1 0 1,-1 1-1,0-1 1,1 1-1,-1 0 0,0 0 1,0 0-1,0 0 1,0 0-1,0 0 1,0 0-1,2 5 0,2 2 69,0 1-1,0 1 0,-1-1 1,0 1-1,-1 0 1,0 0-1,-1 0 0,3 13 1,-3-3 79,0 0 0,-2 0 1,0 1-1,-1-1 1,-4 26-1,3-39-58,-1 0 0,1-1 0,-1 1 0,0-1 0,-1 0 0,0 1 0,0-1 0,0 0 0,-1-1 0,0 1 0,0 0 0,-1-1 0,0 0 0,0 0-1,-1-1 1,-10 10 0,14-13-54,-1-1 0,1 1 0,0 0 0,-1-1 0,1 0-1,-1 1 1,0-1 0,1 0 0,-1 0 0,0 0 0,1-1-1,-1 1 1,0-1 0,0 1 0,0-1 0,0 0 0,0 0-1,1 0 1,-1-1 0,0 1 0,0-1 0,0 0 0,1 1-1,-1-1 1,0 0 0,1 0 0,-1-1 0,1 1 0,-1-1-1,1 1 1,-1-1 0,1 0 0,0 0 0,0 0 0,0 0-1,0 0 1,0 0 0,1 0 0,-1-1 0,-2-4 0,-2-5-36,0 0 0,1 0 1,0 0-1,1 0 1,1-1-1,0 0 1,-2-18-1,3 18-18,0-1 0,1 1 0,1 0 0,0 0 0,1-1 0,1 1 0,3-17 0,-3 26-4,-1 1-1,0-1 1,1 1-1,0-1 1,0 1-1,0 0 0,0-1 1,1 1-1,-1 0 1,1 0-1,0 1 1,0-1-1,0 1 0,0-1 1,0 1-1,0 0 1,1 0-1,-1 0 0,1 1 1,-1-1-1,1 1 1,0 0-1,-1 0 1,1 0-1,0 0 0,0 1 1,0 0-1,7 0 1,-3-1-9,0 1 0,0 0 0,0 1 0,0 0 0,-1 0 1,1 0-1,0 1 0,0 1 0,7 2 0,-11-3 65,0 0 0,-1 0 0,0 1 0,1-1 0,-1 1 0,0 0-1,0-1 1,-1 1 0,1 0 0,-1 1 0,1-1 0,-1 0 0,0 1 0,0-1 0,0 1 0,-1 0-1,1 0 1,-1 0 0,0-1 0,1 7 0,-1-3 38,0-1 1,0 0-1,0 1 0,-1-1 0,0 1 1,0-1-1,-1 1 0,0-1 0,0 1 1,0-1-1,-1 0 0,0 0 1,0 0-1,-1 0 0,1 0 0,-1 0 1,-1 0-1,1-1 0,-1 0 1,0 1-1,0-2 0,-9 10 0,5-8-6,0 0 1,-1-1-1,1 0 0,-1 0 0,0-1 0,-1 0 0,1-1 0,-1 1 0,1-2 0,-1 0 0,0 0 0,0 0 1,0-2-1,-13 1 0,20-1-46,0 0 1,0 0 0,0 0 0,0-1 0,0 1-1,0-1 1,0 0 0,0 0 0,0 0 0,0 0-1,0 0 1,1-1 0,-1 1 0,0-1 0,1 0-1,-1 0 1,1 0 0,0 0 0,0 0-1,0 0 1,0 0 0,0-1 0,0 1 0,0-1-1,1 0 1,0 1 0,-1-1 0,1 0 0,-2-6-1,0-5-50,0-1-1,1 0 0,1 0 0,0-29 1,2 32 17,-1 8-5,0-1 0,1 0 0,-1 1 0,1-1 0,0 1 0,1-1 0,-1 1 0,1-1 0,0 1 0,0 0 1,0 0-1,1 0 0,-1 0 0,1 0 0,0 1 0,0-1 0,0 1 0,1-1 0,-1 1 0,1 0 0,0 1 0,0-1 0,0 1 0,0 0 0,0-1 0,7-1 0,-2 1-47,0 0 0,0 1 0,0 0 0,0 0 0,0 1 0,0 0 0,1 1-1,-1 0 1,0 0 0,1 1 0,-1 0 0,17 5 0,-22-5 98,-1 1 1,1-1-1,0 1 0,-1 0 1,0 0-1,1 0 0,-1 0 1,0 1-1,0-1 1,-1 1-1,1 0 0,0 0 1,-1 0-1,1 0 1,-1 0-1,0 0 0,0 1 1,-1-1-1,1 1 0,-1-1 1,1 1-1,-1 0 1,1 5-1,0 5 168,0 1 1,-1 0-1,-1 0 0,-2 26 0,2-35-107,-1 0 1,-1 0-1,1 0 0,-1 0 0,0 0 0,0 0 0,-1 0 0,0-1 0,0 1 1,0-1-1,0 0 0,-1 0 0,0 0 0,0-1 0,0 1 0,-1-1 1,0 0-1,0 0 0,-8 5 0,5-4 6,0-1-1,0 0 1,-1 0-1,0-1 1,0 1-1,0-2 1,0 0 0,0 0-1,0 0 1,-1-1-1,1-1 1,-12 0-1,18 0-80,1-1-1,-1 0 0,1 0 0,-1 1 1,1-2-1,0 1 0,0 0 0,-1 0 0,1-1 1,0 1-1,0-1 0,0 0 0,1 1 1,-1-1-1,0 0 0,1 0 0,-1 0 0,1-1 1,-1 1-1,1 0 0,0 0 0,0-1 1,0 1-1,0-1 0,1 1 0,-1-1 0,0-2 1,-2-10-73,0-1 1,1 1-1,0-17 0,2 29 69,-2-133-639,3 121 389,1 1-1,0-1 0,1 1 1,0 0-1,1 0 1,1 0-1,8-17 0,-12 30 151,-1-1-1,1 1 0,0-1 0,0 1 0,0-1 0,0 1 0,0 0 0,1 0 0,-1-1 0,0 1 0,1 0 0,-1 0 0,1 0 0,-1 1 1,1-1-1,2-1 0,-3 2-104,0 0 1,1-1 0,-1 1 0,0 0 0,0 0 0,1 0-1,-1 0 1,0 1 0,0-1 0,0 0 0,1 0 0,-1 1-1,0-1 1,0 1 0,0-1 0,0 1 0,0-1 0,0 1-1,0 0 1,0 0 0,0-1 0,0 1 0,0 0 0,0 0-1,0 0 1,-1 0 0,1 0 0,0 0 0,-1 0 0,1 0-1,-1 0 1,2 3 0,5 21-4351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3:40.9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0 499 6633,'0'0'6942,"3"-28"-5869,-2 2-830,2-30 601,3-1 0,14-57-1,4 21 320,-24 92-1165,0 1 0,0 0 0,0 0 0,0-1 0,0 1 0,0 0 0,0-1 0,0 1 1,0 0-1,0-1 0,1 1 0,-1 0 0,0 0 0,0-1 0,0 1 0,0 0 0,1 0 0,-1-1 0,0 1 0,0 0 0,0 0 0,1-1 0,-1 1 0,0 0 0,0 0 0,1 0 0,-1 0 0,0 0 0,0-1 0,1 1 0,-1 0 0,0 0 0,1 0 0,-1 0 0,0 0 0,1 0 0,7 9-87,4 19 62,5 42 452,16 131-1,-24-131-151,-4-55-204,1-19-114,6-30-95,-10 25 161,34-102 133,-7 16-432,59-129 0,-87 222 238,0 0 0,0-1 0,0 1 0,0 0 0,0 0 0,0 0 0,1 0 0,-1 1-1,1-1 1,-1 0 0,1 0 0,0 1 0,-1-1 0,1 1 0,0 0 0,3-2 0,-4 3 23,0 0 0,0 0 1,0 0-1,0 0 1,0 0-1,-1 1 1,1-1-1,0 0 1,0 0-1,0 1 1,0-1-1,-1 1 1,1-1-1,0 1 1,0-1-1,-1 1 1,1-1-1,-1 1 1,1 0-1,0-1 1,-1 1-1,1 0 1,-1 0-1,1-1 1,-1 1-1,0 0 0,1 1 1,4 11 30,0 0 0,-1 1-1,5 26 1,-8-34 87,8 53 200,11 52 256,-18-103-598,1 1 0,-1-1 0,2 0-1,-1 0 1,1 0 0,0 0-1,1-1 1,0 1 0,11 11 0,-15-17-145,1-1 0,-1 0 1,1 0-1,-1 1 0,1-1 1,-1 0-1,1-1 0,0 1 1,0 0-1,-1 0 1,1-1-1,0 1 0,0-1 1,0 1-1,0-1 0,0 0 1,0 0-1,0 0 0,-1 0 1,4 0-1,-3-1-324,0 1 0,0-1 0,0 0 0,0 0 0,0 1 0,0-1 0,0 0 0,0-1 0,0 1 0,-1 0 0,3-2 0,15-19-7670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3:41.5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1 117 5857,'0'0'8255,"5"-16"-8123,19-52-110,-24 66 17,1 0 1,0 0-1,0 0 1,0 0-1,0 1 1,0-1-1,1 0 1,-1 1-1,0-1 0,1 1 1,-1-1-1,1 1 1,0 0-1,-1-1 1,1 1-1,0 0 1,0 0-1,0 1 1,-1-1-1,1 0 1,0 0-1,0 1 1,0-1-1,0 1 1,0 0-1,1 0 1,-1 0-1,0 0 1,0 0-1,0 0 0,0 0 1,0 1-1,0-1 1,0 1-1,0-1 1,0 1-1,0 0 1,0 0-1,-1 0 1,1 0-1,0 0 1,0 0-1,-1 0 1,4 3-1,-1 7 206,-1 1 0,0-1 0,-1 1 0,0 0 0,-1 0 0,0-1 0,0 1 0,-2 0-1,-1 13 1,2 9 93,-1-14-281,0-1-1,-1 0 1,-1 0-1,0 0 0,-2 0 1,0-1-1,-1 1 1,-1-1-1,-1-1 0,0 1 1,-1-1-1,-1-1 0,-18 23 1,33-43-227,-1-1 0,1 1 0,0 0 0,0 1 0,0-1 0,0 1 0,1 0 0,-1 0 0,1 0 0,0 1 0,7-2 0,3 0 57,1 0 0,-1 1 0,33-1 0,-12 4 238,-1 2 0,0 1 0,56 13 1,-79-14-164,0 0-1,0-1 1,0-1 0,0 0 0,0 0 0,0-1-1,0-1 1,-1 0 0,1-1 0,0-1 0,-1 1-1,14-8 1,5 1-200,73-16-4572,-70 22-1128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3:45.5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129 225 1712,'0'0'6240,"-1"-10"-5832,0 6-309,-2-28 144,3 30-199,0 1 0,0-1 0,0 1 0,0 0 1,1-1-1,-1 1 0,0 0 0,1-1 0,-1 1 0,1 0 0,-1 0 0,1-1 0,0 1 1,0 0-1,-1 0 0,1 0 0,0 0 0,0 0 0,0 0 0,0 0 0,0 0 1,0 0-1,3-1 1928,-4 34-259,1-31-1655,-2 1 0,1-1 0,0 0 0,0 1 0,0-1 0,0 1 0,-1-1 0,1 0 0,-1 0 0,1 1 0,-1-1 0,1 0 1,-1 0-1,0 1 0,0-1 0,0 0 0,1 0 0,-1 0 0,0 0 0,0 0 0,0 0 0,0-1 0,-1 1 0,1 0 0,0 0 1,0-1-1,0 1 0,-1-1 0,1 1 0,0-1 0,-1 1 0,1-1 0,0 0 0,-1 0 0,1 0 0,0 0 0,-1 0 0,1 0 1,-1 0-1,1 0 0,0 0 0,-1-1 0,1 1 0,0 0 0,-1-1 0,1 1 0,0-1 0,0 0 0,0 1 0,-2-2 0,0 0-49,1-1-1,-1 1 0,0-1 1,1 0-1,0 1 0,-1-1 0,1-1 1,1 1-1,-1 0 0,0 0 0,1-1 1,-1 1-1,1-1 0,-1-3 1,-6-52 59,7 45-98,5-18-302,-3 30 318,-1 1 0,1 0-1,0 0 1,0 0 0,0 1-1,0-1 1,1 0-1,-1 0 1,0 1 0,0-1-1,0 0 1,0 1 0,1-1-1,-1 1 1,0 0 0,1-1-1,-1 1 1,0 0 0,1 0-1,-1 0 1,0 0-1,1 0 1,-1 0 0,2 0-1,11 0-34,0 1-1,0 0 0,0 1 0,0 0 0,-1 1 0,1 1 0,-1 0 1,0 1-1,0 0 0,0 1 0,0 0 0,-1 1 0,0 1 1,-1 0-1,11 9 0,-16-11 48,0 0 0,0 0 0,-1 0 0,0 1 0,0 0 0,-1 0 0,1 0 0,-2 0-1,1 1 1,-1-1 0,0 1 0,0 0 0,1 10 0,-3-14 26,-1-1 0,1 1 0,-1 0 1,0-1-1,0 1 0,0 0 0,-1 0 0,1-1 0,-1 1 0,0-1 0,0 1 0,0-1 0,-1 1 0,1-1 0,-1 1 0,1-1 0,-1 0 0,0 0 1,-1 0-1,1 0 0,0 0 0,-1-1 0,0 1 0,1-1 0,-1 1 0,0-1 0,0 0 0,0 0 0,-1-1 0,1 1 0,-4 1 0,-2 1-5,1-1-1,0 0 0,-1 0 0,1-1 0,-1 0 0,0-1 1,1 0-1,-1 0 0,0 0 0,0-2 0,0 1 1,0-1-1,1 0 0,-1-1 0,0 0 0,1 0 1,-1-1-1,1 0 0,0 0 0,0-1 0,0 0 0,0-1 1,1 1-1,-1-2 0,1 1 0,1-1 0,-1 0 1,1 0-1,0-1 0,0 0 0,1 0 0,-6-9 1,10 13-42,-1 1 1,1-1-1,0 0 1,0 0-1,0 0 1,0 0-1,0 0 1,1 0-1,-1 0 1,1 0-1,0 0 1,0-6-1,0 8 11,1-1-1,-1 1 1,0 0-1,1 0 1,-1 0-1,1 0 1,-1 0-1,1 0 1,-1-1-1,1 1 1,0 1 0,0-1-1,-1 0 1,1 0-1,0 0 1,0 0-1,0 0 1,0 1-1,0-1 1,0 1-1,0-1 1,0 0-1,0 1 1,1 0-1,-1-1 1,0 1 0,0 0-1,0-1 1,1 1-1,1 0 1,187-6-1120,-159 6 759,-31 0 379,1 0 0,-1 0 0,0 0 0,0 0 0,1 0 0,-1 0 0,0 0 0,1 0 0,-1 0 0,0 0 0,1 0 0,-1 0 0,0 0 0,1 1 0,-1-1 0,0 0-1,0 0 1,1 0 0,-1 0 0,0 1 0,0-1 0,1 0 0,-1 0 0,0 0 0,0 1 0,1-1 0,-1 0 0,0 0 0,0 1 0,0-1 0,0 0 0,0 1 0,1-1 0,-1 0 0,0 1-1,0-1 1,0 0 0,0 0 0,0 1 0,0-1 0,0 0 0,0 1 0,0-1 0,0 0 0,0 1 0,0-1 0,0 0 0,0 1 0,0-1 0,-1 0 0,1 0 0,0 1 0,0-1 0,0 0-1,0 1 1,-1-1 0,1 0 0,0 0 0,0 1 0,0-1 0,-1 0 0,1 0 0,-1 1 45,-7 12 84,-1-1 0,0 0 1,-1-1-1,-1 0 0,0-1 1,0 0-1,-1-1 0,0 0 1,0-1-1,-1 0 0,0-1 1,-1 0-1,1-1 0,-21 6 1,33-12-134,0 0 0,0 0 0,0 1 1,0-1-1,1 0 0,-1 0 1,0 0-1,0 0 0,0 0 1,0 0-1,0 0 0,0 0 1,0 0-1,1-1 0,-1 1 0,0 0 1,0 0-1,0-1 0,0 1 1,1-1-1,-1 1 0,0-1 1,0 1-1,1-1 0,-1 1 1,0-1-1,1 1 0,-1-1 0,1 0 1,-1 0-1,1 1 0,-1-2 1,-1-1-5,1 0 0,1 0 0,-1 0 0,0 0 0,1 0-1,-1-1 1,1 1 0,0 0 0,1-6 0,0-2-17,1 0-1,0 0 1,0 0 0,9-21-1,-5 21-30,0 1-1,0-1 0,2 1 0,-1 1 1,1 0-1,0 0 0,1 0 1,0 1-1,19-13 0,-22 17 3,0 0-1,0 0 0,0 1 0,0 0 1,1 0-1,0 0 0,-1 1 0,1 0 0,0 0 1,0 1-1,0 0 0,0 0 0,0 1 0,0 0 1,0 0-1,0 0 0,0 1 0,11 3 1,-16-3 66,1 1 0,-1-1 1,0 1-1,0 0 1,0-1-1,0 1 0,-1 0 1,1 1-1,-1-1 0,1 0 1,-1 0-1,1 1 1,-1-1-1,0 0 0,0 1 1,0-1-1,-1 1 1,1 0-1,0-1 0,-1 1 1,0 0-1,0-1 0,0 1 1,0 0-1,0-1 1,-1 5-1,1 1 71,-1-1 0,0 1 0,0 0-1,0 0 1,-1-1 0,-1 1 0,1-1 0,-5 10 0,2-9-15,-1 0 0,0-1-1,0 0 1,-1 0 0,1 0 0,-1-1 0,-1 0-1,1 0 1,-1-1 0,0 0 0,-1 0 0,1-1 0,-1 0-1,1 0 1,-1-1 0,-1 0 0,1-1 0,0 0 0,0 0-1,-1-1 1,1 0 0,-1-1 0,1 0 0,-13-2 0,20 2-79,0-1 1,-1 0 0,1 1 0,0-1-1,0 0 1,0 0 0,0 0 0,1 0-1,-1 0 1,0-1 0,0 1 0,1-1-1,-1 1 1,1-1 0,-1 1 0,1-1-1,0 0 1,-1 0 0,1 0 0,0 1-1,0-1 1,0 0 0,1-1 0,-1 1-1,0 0 1,1 0 0,-1 0 0,1-3-1,-3-9-21,2 0 0,0-1 0,1-17 0,0 19 11,0 6-18,0 0 0,1 0-1,0 0 1,0 0 0,0 1 0,1-1 0,0 0 0,1 0 0,-1 1-1,1 0 1,0-1 0,1 1 0,0 0 0,0 1 0,0-1 0,0 1 0,1-1-1,10-7 1,-7 7-61,0 1 0,0 0-1,0 0 1,1 1 0,0 0-1,0 0 1,0 1 0,0 1 0,0-1-1,1 1 1,-1 1 0,1 0-1,15 0 1,-24 1 93,1 0 0,0 0 0,-1 1 0,1-1 0,-1 0 0,1 1 0,0-1 0,-1 1 0,1-1 0,-1 1 0,0 0 0,1 0 0,-1 0 0,1 0 0,-1 0 0,0 0 0,0 0 0,0 0 0,0 0 0,0 0 0,0 1 0,1 1 0,1 1 26,-1 0-1,-1 0 1,1 0 0,0 1-1,-1-1 1,0 1-1,0-1 1,0 6-1,0 3 83,0 0 0,-2-1 0,1 1 0,-1 0 0,-5 17 0,3-19-28,-1 0 0,0 0 1,0 0-1,-2-1 0,1 0 0,-1 0 0,-1 0 0,1-1 0,-2 0 0,1-1 0,-10 9 0,12-12-29,-1 0-1,0 0 0,0-1 1,0 0-1,0 0 1,-1 0-1,1-1 0,-1 0 1,0 0-1,0 0 0,0-1 1,-1-1-1,1 1 1,0-1-1,-1 0 0,1 0 1,-15-2-1,20 1-58,0-1 0,0 0 0,0 0 0,0 0 1,0 0-1,0 0 0,0 0 0,1 0 0,-1 0 0,0-1 0,1 1 0,0-1 0,-1 1 0,1-1 1,0 1-1,-1-1 0,1 0 0,0 0 0,0 0 0,0 0 0,1 0 0,-1 0 0,0 0 0,1 0 1,-1-2-1,-8-59-133,9 54 123,-2 0-35,2-1 0,-1 0 0,1 1-1,1-1 1,0 1 0,0-1 0,4-12 0,-4 19 0,0 0 1,0 1-1,1 0 1,0-1-1,-1 1 0,1 0 1,0-1-1,0 1 1,0 0-1,0 1 0,1-1 1,-1 0-1,0 1 1,1-1-1,-1 1 0,1-1 1,0 1-1,-1 0 1,1 0-1,0 1 1,-1-1-1,1 0 0,0 1 1,0 0-1,0 0 1,0-1-1,0 2 0,4-1 1,-4 0 34,1 0 0,0 0 1,0 0-1,0 1 0,-1-1 1,1 1-1,0 0 0,-1 0 1,1 0-1,-1 0 0,1 1 0,-1 0 1,1-1-1,-1 1 0,0 0 1,0 1-1,0-1 0,0 1 1,0-1-1,-1 1 0,1 0 1,-1 0-1,1 0 0,2 5 0,-1 1 80,-1 0-1,0 1 1,-1-1-1,0 0 0,0 1 1,-1-1-1,0 1 0,-1 17 1,0-22-26,-1-1 0,0 1 0,0-1 0,0 1 0,0-1 0,-1 1 0,0-1 0,0 0 0,0 1 0,0-1 0,-1 0 0,0-1 0,0 1 0,0 0 0,0-1 0,0 0 0,-1 1 0,1-1 0,-1-1 0,0 1 0,0 0 0,0-1 0,-7 3 0,4-1 21,0-1 0,-1-1 0,1 1 0,-1-1 0,1 0 0,-1-1 0,0 1-1,1-2 1,-1 1 0,0-1 0,0 0 0,0-1 0,0 0 0,-8-2 0,13 2-57,1 0 1,0 0-1,0-1 1,-1 1-1,1-1 1,0 0-1,0 0 1,0 1-1,0-1 1,1-1-1,-1 1 0,0 0 1,1 0-1,0 0 1,-1-1-1,1 1 1,0-1-1,0 1 1,1-1-1,-1 1 1,0-1-1,1 0 1,-1-4-1,-3-69-137,4 63 70,0 5-41,1 0 1,0 0-1,0 0 0,1 1 1,-1-1-1,2 0 0,-1 1 0,1-1 1,0 1-1,1 0 0,0 0 1,0 0-1,0 0 0,9-8 0,-5 5-456,1 1 0,1 1 0,-1 0 0,1 0 0,1 1 0,-1 0 0,1 1 0,19-8 0,15-2-3855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3:46.2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1 727 5921,'0'0'5217,"5"-28"-3855,35-198 457,-24 88-292,0-180 0,-15 303-1237,3 13 12,4 26-154,26 224 605,-12-82-145,0-304-235,-18 101-290,0 0-114,2-1-1,1 1 1,14-42-1,-21 79 18,0-1 1,0 0-1,0 1 0,0-1 0,0 1 0,0-1 1,1 0-1,-1 1 0,0-1 0,0 1 0,0-1 1,1 1-1,-1-1 0,0 1 0,0-1 1,1 1-1,-1-1 0,0 1 0,1-1 0,-1 1 1,1-1-1,-1 1 0,0 0 0,1-1 0,-1 1 1,1 0-1,-1-1 0,1 1 0,-1 0 0,1 0 1,0 0-1,-1-1 0,1 1 0,-1 0 0,1 0 1,-1 0-1,1 0 0,0 0 0,-1 0 0,1 0 1,-1 0-1,1 0 0,0 0 0,-1 0 0,1 1 1,-1-1-1,1 0 0,-1 0 0,1 0 1,-1 1-1,1-1 0,-1 0 0,1 1 0,-1-1 1,1 0-1,-1 1 0,1-1 0,-1 1 0,0-1 1,1 1-1,-1-1 0,0 1 0,1-1 0,-1 1 1,0-1-1,0 1 0,1 0 0,17 41-92,-17-39 127,102 324 222,-103-326-364,1-1 1,-1 1-1,0 0 0,1 0 1,-1-1-1,1 1 0,-1 0 0,1-1 1,-1 1-1,1 0 0,-1-1 1,1 1-1,0-1 0,-1 1 0,1-1 1,0 1-1,0-1 0,-1 0 1,1 1-1,0-1 0,1 1 0,10-4-6985,-6-4-444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3:47.0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 62 7098,'0'0'6938,"13"-8"-6907,-5 2-5,0 0-23,0 0 0,0 1 0,1 0 0,-1 1 0,1 0 1,0 0-1,0 0 0,1 2 0,-1-1 0,14-1 0,-22 4 29,-1 0 1,1 0-1,-1 0 0,1 1 0,-1-1 1,1 0-1,-1 1 0,1-1 0,-1 0 1,0 1-1,1-1 0,-1 0 0,0 1 1,1-1-1,-1 1 0,0-1 0,1 0 1,-1 1-1,0-1 0,0 1 1,0-1-1,1 1 0,-1-1 0,0 1 1,0-1-1,0 1 0,0 0 0,0-1 1,0 1-1,0 0 0,0 1 106,1 10 126,0 0 1,0 1-1,-2-1 1,1 1-1,-2-1 1,0 0-1,0 0 1,-1 0-1,0 0 1,-7 14-1,2-7-4,-1-1 0,-2 1-1,0-1 1,0-1 0,-20 22-1,28-34-107,-13 8 484,15-13-753,23 0-784,32-1 554,-32-1 239,0 1 1,1 2-1,-1 0 0,1 1 0,24 6 0,-43-7 124,-1 0 0,1 1 0,-1-1 0,0 1 0,1 0 0,-1 0 0,0 0 0,0 0 1,-1 0-1,1 1 0,0-1 0,-1 1 0,1 0 0,-1 0 0,0 0 0,0 0 0,0 0 0,0 0 0,-1 0 0,1 1 0,-1-1 0,0 0 0,0 1 1,0 0-1,0-1 0,-1 1 0,1-1 0,-1 1 0,0 0 0,0-1 0,-1 6 0,0 1 111,-1 1 0,0-1 1,0 0-1,-1 0 0,-1 0 0,1 0 0,-2-1 0,1 1 1,-11 15-1,-8 6 392,-1-1 0,-2-1 1,0-1-1,-2-1 0,-1-2 1,-1-1-1,-1-1 0,-1-1 0,-41 19 1,55-34 2118,5-5-4448,-5 0-4515,-1 3 690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11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412 631 3977,'0'0'6312,"-5"0"-5733,-5 0 309,3-1-584,0 1 0,0 0 0,1 0 0,-1 1 0,0 0 1,0 0-1,0 0 0,1 1 0,-1 0 0,1 0 1,0 1-1,-1 0 0,-8 6 0,-6 7-226,0 1 0,1 1 0,1 1 0,1 1 0,1 0 0,1 1 0,0 1 0,2 1 0,-21 42 0,29-43-59,0-1 0,2 1 0,0 0 0,2 0 0,0 0 0,2 0 0,3 37-1,-2-3 2,1-25-12,2-1-1,1 1 1,1 0 0,21 58 0,-14-48 10,13 70 1,83 582 88,-103-654-79,1-1 1,2 0-1,1-1 1,30 71-1,-38-104-28,42 88 38,45 130-1,-62-150-13,-16-43 33,14 47 1,-12-18-38,2 0 0,47 109 0,-42-119-1,16 61 1,-26-77 19,-4-19-46,0 0 0,1 0 0,0-1 0,10 13-1,3 4-1,-8-7 124,16 43 1,-22-47-54,1-2 0,1 1 1,0-1-1,17 25 1,-17-34-81,0-1 1,0 0-1,0 0 0,1 0 1,-1-1-1,1 0 1,1-1-1,-1 0 1,1-1-1,-1 0 0,1 0 1,13 2-1,49 18-57,-63-18 98,0 0 0,0 1 0,-1 0 0,0 1 0,0 0 1,0 0-1,-1 1 0,0 0 0,-1 0 0,0 0 0,0 1 0,-1 0 0,0 0 0,0 1 1,6 18-1,2 13 142,-1 2 1,9 61-1,-19-94-146,13 89 496,-5 1 0,-2 110 0,-9-185-427,-2-1 1,0 1 0,-2-1 0,0 1 0,-2-1-1,-1-1 1,-1 1 0,0-1 0,-2-1 0,-1 0-1,-23 33 1,31-50-71,1 0-1,-1 0 1,1 1-1,0-1 1,1 1-1,-1 0 1,1 0-1,0 0 1,0 0-1,1 0 1,0 0-1,0 0 1,0 1-1,1-1 1,0 0-1,0 0 1,3 13-1,0-11-41,0 1-1,0-1 0,1 0 1,1 0-1,-1 0 0,1-1 0,0 0 1,1 0-1,0 0 0,0 0 1,12 8-1,5 7-21,2-2 0,0-1 0,2-1 0,43 22 0,-52-31 12,0-1 0,1-1-1,0-1 1,1-1 0,-1-1-1,1 0 1,0-1-1,30-1 1,22-5 42,87-15-1,-87 7 75,90 0 0,398 17 5,-544-7-97,0-1 1,0 0 0,0 0 0,0-2-1,-1 0 1,25-10 0,87-48-164,-60 27 172,-3 5 12,1 3-1,2 2 1,0 4 0,1 2 0,1 4 0,1 2 0,77-3-1,-123 14-19,0-2-1,0 0 1,0-2-1,-1-1 1,0 0-1,0-2 1,0-1-1,-2 0 1,1-2-1,-1 0 1,33-27-1,-13 5-16,-2-2-1,-1-1 1,-2-2-1,38-55 1,-16 9 33,-3-3 1,-5-1-1,-4-3 1,40-110-1,-70 156 51,-1-1 1,-2 0-1,-2-1 1,-3-1-1,-1 0 0,-3 0 1,-2 0-1,-7-82 1,-7 76 293,9 42-321,0 1 0,1 0 0,0-1-1,0-15 1,-12-260-5,11 235-3,-2 1-1,-15-69 1,15 99 27,-1 1-1,0 0 1,-2 1-1,0 0 0,-1 0 1,-2 1-1,0 0 1,-18-24-1,-5 15 623,30 26-641,1 0 1,-1-1-1,1 1 1,-1-1-1,1 0 1,0 0 0,0 0-1,1 0 1,-1 0-1,0-1 1,1 1 0,0-1-1,-2-4 1,-25-62-115,-48-132 139,63 160-48,3 1-1,1-2 0,-3-43 0,-7-583-285,21 524 351,-1 129-26,-1-1-1,0 1 1,-1-1-1,-1 1 1,0 0-1,-2 0 1,1 0-1,-2 1 1,0-1 0,-1 1-1,-1 1 1,0-1-1,0 1 1,-2 1-1,0-1 1,0 2-1,-1-1 1,-1 2 0,0-1-1,-1 2 1,-22-16-1,-462-235 506,396 219-370,-1 5 0,-1 3-1,-125-22 1,169 46-52,20 4-11,-1-2-1,-61-21 1,90 25-136,0-1 1,1 0 0,-1 0-1,1-1 1,0-1-1,0 0 1,1 0 0,0-1-1,0 0 1,1 0-1,0-1 1,1 0 0,-9-13-1,-18-38-107,20 33 203,-32-43 1,40 62-54,0 1 1,-1-1 0,0 1 0,-1 0 0,0 1 0,0 0-1,0 0 1,0 1 0,-13-6 0,-54-18-76,-2 2 0,0 5 0,-2 2-1,0 4 1,-86-5 0,120 16-19,-1 2 0,-77 5 0,101 0 45,0 1 1,1 1-1,-1 1 1,1 1-1,0 1 1,0 1 0,-33 17-1,-23 24 28,1 3-1,-95 88 1,-12 8 184,106-96-38,-143 71 0,52-33 0,-32 11 475,127-72-10995,36-15 253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12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4457,'0'0'10920,"0"24"-10459,0 354 1826,0-123-8440,-2-262 2484,-9-11-3042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12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1 102 5113,'0'0'10097,"2"-2"-9116,1 1-831,0-1 0,0 0 0,0 1 0,1 0 0,-1-1-1,0 1 1,1 0 0,-1 1 0,0-1 0,1 1 0,-1-1 0,6 1-1,55 2 765,-28 0-401,377-35 1494,-217 11-1649,-88 18 1405,-83 4 2182,-25 0-3870,0-2-87,-5 0-516,0-1 0,0 1 0,0 1 0,0-1 0,0 1 0,0 0 0,0 0 0,-6-1 0,5 2-172,-52-14-7495,32 13 2206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14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494 8 3897,'0'0'8024,"-7"0"-7524,-44-5 335,0 3 0,0 2 1,0 2-1,0 2 0,-51 12 0,99-16-842,1 1 0,0-1 0,-1 1 0,1-1 0,0 1 0,0 0 0,0 0 1,0 0-1,0 0 0,0 1 0,0-1 0,0 0 0,0 1 0,0-1 0,-2 4 0,3-2-50,0-1 0,0 1-1,1 0 1,-1 0 0,1 0-1,-1 0 1,1 0 0,0 0-1,0 1 1,1 2 0,-1 11 228,-3 36-167,-2-1 0,-3 1 0,-21 76 0,6-29 50,13-41 23,3 0 1,2 105 0,6-158-63,-1 0 1,1 0-1,0 0 0,0-1 0,1 1 1,0 0-1,0-1 0,0 1 1,1-1-1,0 0 0,0 0 0,0 0 1,0 0-1,1-1 0,0 1 1,0-1-1,0 0 0,0 0 0,1 0 1,-1-1-1,1 1 0,0-1 1,6 2-1,15 8 111,0-1 1,1-2-1,43 12 1,-15-5 76,36 12 505,-89-29-689,0 0 0,0 0 0,0 0-1,0 0 1,0-1 0,0 1 0,0-1 0,0 1-1,-1-1 1,1 0 0,0 0 0,0 1-1,-1-1 1,1-1 0,-1 1 0,1 0-1,-1 0 1,1 0 0,-1-1 0,1 1 0,-1-1-1,0 1 1,0-1 0,0 1 0,0-1-1,0 0 1,0 0 0,1-3 0,9-12-997,-10 15 655,0 0 1,0 1-1,0-1 1,0 0-1,0 0 1,-1 0-1,1 0 1,0 0-1,-1 0 1,0 0-1,1 0 1,-1 0-1,0-1 1,0 1-1,0 0 1,-1-2-1,1-6-3015,0-2-2820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15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1 675 8490,'0'0'5705,"-1"-8"-5642,1-11 220,1 0-1,1 0 1,1 0 0,1 1 0,0-1 0,1 1 0,8-19 0,7-32 577,-8 18-302,-9 32-382,1 1 1,0-1-1,2 1 0,0 0 0,1 1 0,9-18 0,-16 35-165,0-1-1,0 1 1,0 0-1,0-1 1,0 1-1,0 0 1,0-1-1,1 1 1,-1 0-1,0 0 1,0-1-1,0 1 1,0 0-1,0-1 1,1 1-1,-1 0 1,0 0-1,0-1 1,1 1-1,-1 0 1,0 0-1,0-1 1,1 1-1,-1 0 1,0 0-1,0 0 1,1 0-1,-1 0 1,0-1-1,1 1 1,-1 0-1,0 0 1,1 0-1,-1 0 1,0 0-1,1 0 1,-1 0-1,0 0 1,1 0-1,-1 0 1,0 0-1,1 0 1,-1 0-1,0 0 1,1 1-1,-1-1 1,0 0-1,0 0 1,1 0-1,-1 0 1,0 0-1,1 1 1,-1-1-1,0 0 1,0 0-1,1 1 1,-1-1-1,5 17-46,-5-15 101,9 32 88,1 0 0,1-1 0,2-1 0,1 0 0,2-1 1,26 40-1,-41-70-166,0 1 1,-1-1 0,1 1-1,0-1 1,1 0-1,-1 1 1,0-1 0,0 0-1,0 0 1,1 0-1,-1 0 1,1 0-1,-1 0 1,1-1 0,-1 1-1,1 0 1,-1-1-1,1 1 1,0-1 0,-1 1-1,3-1 1,-3 0 9,1-1 0,-1 1 0,0-1-1,1 1 1,-1-1 0,0 0 0,0 1 0,1-1 0,-1 0 0,0 0 0,0 0 0,0 0 0,0 0 0,0 0 0,0 0 0,-1-1 0,1 1-1,0 0 1,1-2 0,4-11 66,-1 0 1,0 0-1,5-28 0,-7 27 29,25-103 213,15-147 0,-43 260-1305,3-19 2641,-2 18-5283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16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 3185,'0'0'6530,"-6"0"-6233,-13 0 8984,89-1-7793,82 3-1393,-133 2-65,0 0-1,0 1 1,-1 1-1,34 16 1,33 9 13,-70-28-43,27 12-45,-42-14 59,1 1 1,0-1 0,-1 1-1,0-1 1,1 1 0,-1 0-1,0-1 1,0 1-1,0-1 1,0 1 0,0 0-1,0-1 1,-1 4 0,1 2-4,13 163 286,-1-35-179,-3-10-102,40 195 0,-43-301 4,1 16 124,-23-31 172,-71 21 1128,-155 68 0,241-93-1542,-22 0-3678,-38 0-5080,29 0-202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19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489 446 2817,'0'0'8160,"-8"-9"-2065,7 10-6061,0-1 1,0 1 0,-1 0-1,1-1 1,0 1 0,0 0-1,0 0 1,0 0 0,0 0-1,0 0 1,0 0 0,0 0-1,0 0 1,0 0 0,0 0-1,1 0 1,-1 1 0,0-1-1,1 0 1,-1 2 0,-13 33 306,11-29-230,-132 319 1411,58-135-1373,-64 186 138,70-98-91,63-235-174,2 1 0,2 0-1,2 1 1,5 61 0,0-87-27,1 1 1,0-1-1,2 0 1,0 0-1,1-1 0,1 1 1,1-2-1,0 1 1,20 27-1,10 6-46,78 81 0,-8-11 40,-89-92 50,-1 1-1,-1 0 0,-2 2 1,-2 0-1,-1 0 0,13 52 1,-2-13-5,-20-60-43,2-1 1,-1 1-1,1-1 0,1-1 0,0 1 1,0-1-1,1-1 0,0 1 0,1-1 1,0-1-1,1 0 0,-1 0 0,15 9 1,14 5-48,1-2 1,61 24 0,-6-3 74,-73-30 28,-1 0 1,-1 2-1,0 0 1,0 2-1,-1 0 1,-1 0-1,-1 2 1,0 0-1,-1 1 1,18 29-1,-25-36-40,0-1-1,1 0 0,0 0 0,1-1 0,0 0 0,1 0 0,-1-1 0,2-1 1,-1 0-1,1 0 0,0-1 0,0-1 0,1 0 0,17 5 0,-14-7-14,0 0-1,0-1 0,1 0 1,-1-2-1,0 0 0,0 0 1,1-2-1,-1 0 0,0-1 1,0 0-1,26-10 0,26-15 100,87-50-1,-111 53-44,1 1 0,1 3 1,1 1-1,1 3 0,57-13 0,59 12 30,-119 16-30,-2-3 1,1-1-1,63-18 0,-37 2 4,-2-3-1,89-45 1,-134 57-64,0-1 0,-1 0 0,-1-2 1,0-1-1,-1 0 0,-1-1 0,0-1 1,-2-1-1,29-43 0,14-45 101,-5-3 0,45-128 0,-64 149-23,-22 54-1,-1-1-1,-2 0 1,-1-1-1,-2 0 1,-2 0-1,-1-1 1,-1-50-1,-3-7-12,1-7 32,-4 0 0,-31-198 1,-39-167 361,63 392-209,-3 0 0,-42-137 0,53 212-153,0-1 0,0 1-1,0 0 1,0-1 0,0 1 0,0 0-1,-1 0 1,1 0 0,0 0 0,-1 0-1,1 0 1,0 0 0,-1 0 0,1 1-1,-1-1 1,0 0 0,1 1-1,-1-1 1,1 1 0,-1 0 0,-1-1-1,-48-4-161,21 3 112,-35-10-23,0-2 0,1-3 0,1-3 1,1-3-1,1-2 0,0-3 0,3-3 0,-75-50 1,101 59-26,0 2 1,-2 1 0,0 2-1,-2 2 1,1 1 0,-2 1 0,-39-7-1,11 7-3,0 3-1,-1 3 1,-83 2-1,114 8 63,1 1-1,-1 2 0,1 2 0,-54 18 0,18-6 90,5 2-220,1 3 0,-106 57 0,92-42 144,61-31-64,2 1 0,-1 1-1,1 0 1,1 1 0,0 0-1,-17 20 1,9-10 21,17-17-2,0 0 0,0 0 0,0-1 0,-1 0-1,0 0 1,0-1 0,0 1 0,0-1 0,-1-1 0,1 1 0,-1-1 0,0 0 0,1 0 0,-11 0 0,16-2 68,-14 1 2,-169 31-823,63-9 649,62-9-306,57 16-1668,-5 5-1938,-17 46 0,-1-17-4038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21.2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444 286 7946,'0'0'5203,"-5"-9"2051,4 4-7395,2 2 184,-1 0 1,1 0 0,1 1-1,-1-1 1,0 0-1,1 1 1,-1-1 0,1 1-1,-1 0 1,1-1 0,0 1-1,0 0 1,1 0 0,-1 0-1,0 0 1,0 1-1,1-1 1,-1 1 0,6-3-1,55-26 608,379-123 893,-407 143-1523,1 0 0,0 3 0,53-6 1,-70 12 56,-1 1 1,1 0 0,0 1 0,0 1-1,-1 1 1,1 1 0,-1 0 0,29 11-1,-4 3 15,-1 1 0,0 3 0,-2 1 0,0 2-1,-2 1 1,0 2 0,-3 2 0,0 2 0,-2 0-1,-1 3 1,49 68 0,-55-62 0,-2 0 0,-2 2 0,-2 1 0,-2 0 0,-1 1 0,-3 1 1,-2 1-1,-1-1 0,-3 2 0,-2-1 0,-2 1 0,-2 0 0,-6 77 0,2-116-71,0-1-1,0 1 1,0-1-1,-1 0 1,-1 0 0,1 0-1,-1 0 1,-1-1-1,1 1 1,-1-1 0,-1 0-1,1 0 1,-13 10-1,-8 7 21,0-2 0,-33 20 0,49-35-26,-457 283 81,410-262-187,-2-2-1,-1-3 1,-64 15-1,-76 29-101,12 28 269,36-16-17,141-75-98,0 0-1,1-1 1,-1-1-1,-1 0 1,1 0 0,0-1-1,0-1 1,0 0-1,-1 0 1,1-1-1,0 0 1,0-1 0,0-1-1,0 0 1,0 0-1,-17-8 1,-3-3-28,0-2-1,1-1 1,1-1 0,-30-24 0,44 30 23,0-1 0,1 0-1,1-1 1,0 0 0,1-1 0,1 0 0,0-1 0,1-1 0,0 1 0,2-2-1,0 1 1,1-1 0,0 0 0,2-1 0,0 1 0,1-1 0,1 0 0,1 0 0,1 0-1,1-22 1,-1 14-15,1 1 0,1 0-1,2-1 1,0 1-1,2 0 1,1 1 0,1-1-1,15-33 1,43-74-248,15-34 109,26-44 166,-89 181 19,-13 24-8,1 0 0,0 0 0,0 0 0,1 1 0,0 0 0,-1 0 0,2 0 0,-1 1 0,0 0 0,1 0 0,0 1 0,0-1 0,8-1 0,-5 0 9,1 0-1,-1 0 0,0-1 0,11-8 0,-18 11 18,0 0-1,0 0 0,0 0 0,-1 0 0,1-1 0,-1 1 1,0-1-1,0 0 0,0 1 0,0-1 0,0 0 1,-1 0-1,0 0 0,0 0 0,1-7 0,4-34 310,0-55 0,-6 99-270,0-18-289,1-1 282,1 0-1,2 0 1,0 0-1,0 0 1,14-32-1,-16 51-61,0-1 0,-1 0-1,1 1 1,0 0-1,0-1 1,1 1 0,-1 0-1,0 0 1,0 0-1,0 1 1,1-1 0,-1 0-1,0 1 1,1 0-1,-1-1 1,1 1-1,-1 0 1,0 0 0,1 0-1,4 1 1,14-2 7,-2-2 41,69-15 132,-80 16-148,0-1 0,0 1 1,0-2-1,-1 1 0,1-1 0,-1-1 0,0 1 0,9-8 0,-8 7-409,-8 5 254,0 0-1,0 0 0,1 0 1,-1 0-1,0 0 1,0 1-1,1-1 0,-1 0 1,0 0-1,0 0 1,1 0-1,-1 0 1,0 0-1,0 1 0,0-1 1,1 0-1,-1 0 1,0 0-1,0 1 0,0-1 1,0 0-1,1 0 1,-1 1-1,0-1 0,0 0 1,0 0-1,0 1 1,0-1-1,0 0 0,0 0 1,0 1-1,0-1 1,0 0-1,0 1 0,0-1 1,0 0-1,0 0 1,0 1-1,0-1 1,0 0-1,0 0 0,0 1 1,0-1-1,-1 0 1,1 19-6163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52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437 1423 5337,'0'0'13960,"0"-21"-12726,-3-7-803,-1-1-1,-1 1 1,-2 0 0,-19-53-1,11 36-233,-52-152 241,-56-196-280,25 25-79,60 227 70,31 125-978,-19-16-7759,8 17 2902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53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129 551 2905,'0'0'13495,"-2"-5"-13125,-1-2-256,1 1-1,0-1 1,1 0 0,0 0-1,0 0 1,0 0 0,1 0-1,0 0 1,0 0-1,1 0 1,1-8 0,24-83 846,-10 46-731,-9 25-99,7-21 166,-2-1-1,-2 0 1,5-83-1,-14 132-13,5 4-29,7 26-196,1 0 1,1-1-1,34 50 1,-1-2 8,-36-54-142,1-1 0,1-1 1,1 0-1,34 36 0,-49-57 82,0 1 0,0-1 0,0 1 0,0-1 0,0 1 0,0-1 0,0 1 0,0 0 0,0-1 0,0 1 0,0-1 0,0 1 0,0-1 0,0 1 0,0-1 0,-1 1 1,1-1-1,0 1 0,0-1 0,-1 1 0,1-1 0,0 1 0,-1-1 0,1 1 0,-1-1 0,1 0 0,0 1 0,-1-1 0,1 0 0,-1 1 0,1-1 0,-1 0 0,1 0 0,-1 0 0,1 1 0,-1-1 0,1 0 0,-2 0 0,-270 117 1089,191-85 46,66-25-812,5-3 132,1 0 0,-1 0 0,1-1 0,-1 0 1,0-1-1,-19 2 0,28-4 634,3 9-10876,8-4 3899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56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232 330 5553,'0'0'6926,"9"-25"-6510,26-79-76,-32 96-202,0 0-1,-1 0 1,0 0 0,0 0 0,-1 0 0,0 0-1,0-1 1,-1-12 0,-1 0 606,0 19-680,1 0 0,-1 0 0,0 0 0,0 1 0,0-1 1,0 0-1,0 1 0,0-1 0,0 1 0,0-1 0,-1 1 0,1 0 0,-1 0 0,1-1 0,-1 1 0,1 0 0,-1 0 0,0 0 0,1 1 0,-1-1 0,0 0 0,0 1 0,0-1 0,0 1 0,1-1 0,-1 1 1,0 0-1,0 0 0,-3 0 0,-68-4 455,64 5-453,2-1-64,1 1 0,0 0 0,0 0 0,0 1 0,0 0 0,0 0 0,1 0 0,-1 1 0,1 0 0,-1 0 0,1 1 0,0-1 0,0 1 0,0 0 0,1 0 0,-1 0 0,1 1 0,0 0 0,1 0-1,-1 0 1,1 0 0,0 0 0,0 1 0,-2 6 0,-2 3-37,1 1 0,0-1 0,1 1 0,1 0 0,1 1 0,0-1 0,-1 33-1,4-47 13,0-1 0,0 0 0,0 1-1,0-1 1,0 1 0,0-1-1,0 0 1,0 1 0,1-1-1,-1 1 1,1-1 0,-1 0 0,1 0-1,-1 1 1,1-1 0,0 0-1,0 0 1,-1 0 0,1 1-1,0-1 1,0 0 0,2 1 0,-1-1-30,0-1 0,0 1 1,0-1-1,0 1 1,0-1-1,0 0 1,1 0-1,-1 0 0,0 0 1,0 0-1,0 0 1,1-1-1,-1 1 1,2-1-1,2-1 5,-1 0-1,1 0 1,-1-1-1,0 0 1,0 0-1,0 0 1,0 0-1,0-1 1,-1 0-1,0 0 1,0 0 0,0 0-1,0-1 1,0 1-1,5-11 1,5-9 23,-1-1 1,10-27 0,-14 31 25,9-21 129,17-64-1,-33 100 265,1 7-98,1 18 79,0 32 11,1 715 1666,-7-717-1441,-2-1 0,-2 1 0,-2-1 0,-16 54-1,24-101-576,0-1-1,0 1 1,0 0-1,-1 0 0,1-1 1,0 1-1,0 0 0,-1-1 1,1 1-1,0 0 0,-1-1 1,1 1-1,-1 0 1,1-1-1,0 1 0,-1-1 1,0 1-1,1-1 0,-1 1 1,1-1-1,-1 1 1,0-1-1,1 1 0,-1-1 1,0 0-1,0 1 0,-13-14-757,-8-40-3327,19 42 2566,-10-21-4613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57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26 829 5601,'0'0'9413,"-2"4"-8646,-7 14-6,7-14 1660,-8-9 4069,7 0-6931,21-363 612,-11 308-190,4 0 0,2 1 0,2 0 0,24-56 0,-35 102-73,1 1 0,1 0 0,0 1 0,1 0 0,0 0 0,16-19 0,-21 28 65,0 0 0,0 0 1,1 0-1,-1 0 0,1 0 1,-1 0-1,1 1 0,0-1 1,0 1-1,0 0 0,-1 0 0,1 0 1,0 0-1,1 1 0,-1-1 1,0 1-1,0-1 0,0 1 0,0 0 1,0 0-1,0 1 0,0-1 1,0 1-1,0-1 0,1 1 0,-2 0 1,1 0-1,0 0 0,0 1 1,0-1-1,0 1 0,-1 0 0,1-1 1,3 5-1,3 1 29,-1 1 0,0 0 0,0 1 0,-1-1 0,0 2 1,-1-1-1,0 1 0,0 0 0,7 17 0,2 13 46,14 51-1,-12-22 19,-2 2 1,7 103-1,-12 151 5418,-10-334-4944,0 7 2364,0 1-3005,-14 3-3553,-81 16-2877,44-15 156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4:59.9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631 7 1256,'0'0'15364,"-21"-1"-13513,-21-3-1540,-1 2 1,-64 5-1,91-2-292,0 2 0,0 0 0,1 1 0,-1 0-1,1 2 1,0-1 0,0 2 0,0 0 0,-25 17 0,20-9 17,0 0 1,1 2 0,0 0 0,2 1 0,0 1 0,1 1 0,0 0 0,2 1 0,-15 29 0,20-31-19,1 1 0,0 0 0,2 0 0,0 0 0,1 1 0,2 0 1,0 0-1,1 1 0,1-1 0,0 0 0,5 32 0,-2-45-7,0 0 0,1 0 0,-1 1 0,2-2 0,-1 1 0,1 0 0,0-1 0,1 1 0,0-1 0,0 0 0,0-1 0,1 1 0,0-1 0,0 0 0,1-1 0,0 0 0,0 0 0,10 6 0,14 7 193,0-2 0,67 25-1,-57-25-13,1-2-1,0-2 1,1-2-1,1-2 0,85 6 4243,-139-14-7179,-31-2-4340,22-8-32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00.6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648 15 200,'0'0'17400,"-34"0"-16929,-6 1-313,-26 0 354,-78-8 0,96 2 256,0 2-1,0 1 0,-50 7 0,97-5-767,-1 0 0,0 0 0,1 0 0,-1 1 0,0-1 0,1 1 0,-1-1 0,0 1 0,1-1 0,-1 1 0,1 0 0,-1 0-1,1 0 1,0 0 0,-1 0 0,1 0 0,0 0 0,-1 1 0,1-1 0,0 0 0,0 1 0,0-1 0,-1 3 0,1 0-40,0 1-1,0-1 1,0 1 0,0 0-1,1-1 1,0 1 0,0 5-1,0 14 92,-37 380 139,-1 11-166,32-1-118,6-406 73,0 0 1,1 0 0,0 0 0,1 0-1,-1 0 1,2-1 0,-1 1-1,1-1 1,0 1 0,1-1 0,-1 0-1,1 0 1,1-1 0,-1 1 0,1-1-1,1 0 1,6 6 0,-5-6-8,1 0 0,1-1 1,-1-1-1,1 1 0,-1-1 1,1-1-1,0 1 0,1-2 1,-1 1-1,0-1 1,1-1-1,-1 1 0,15-1 1,7 1 121,0-2 1,-1 0 0,1-2 0,-1-2 0,0 0 0,44-13 0,-73 16-178,0 1 0,0-1 0,0 0 1,0 1-1,-1-1 0,1 0 0,0 1 0,0-1 1,-1 0-1,1 0 0,0 0 0,-1 0 0,1 0 1,-1 1-1,1-1 0,-1 0 0,0 0 0,1 0 1,-1 0-1,0 0 0,1-1 0,-1 1 0,0 0 1,0-1-1,0-33-4335,-1 19 1370,1-13-3880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01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1 411 5761,'0'0'8647,"0"-33"-7832,3-112-265,-2 128-498,0 0 1,1 1 0,1-1-1,1 1 1,0 0-1,1 0 1,1 0 0,0 0-1,1 1 1,10-15-1,-15 26-50,1 0 0,0 0 0,0 0 0,0 0 0,1 0 0,-1 1 0,6-4 0,-8 6 9,-1 0-1,1 1 1,0-1 0,0 1 0,0-1-1,0 1 1,0-1 0,0 1 0,0 0 0,0-1-1,0 1 1,0 0 0,0 0 0,0 0 0,0 0-1,0 0 1,0 0 0,0 0 0,0 0-1,0 0 1,0 0 0,0 0 0,1 1 0,-1-1-1,-1 0 1,1 1 0,0-1 0,0 1 0,0-1-1,0 1 1,0 0 0,0-1 0,0 1-1,-1 0 1,1 0 0,0-1 0,-1 1 0,1 0-1,0 0 1,0 1 0,8 17 342,0 0 0,-1 1 0,-2 0-1,9 38 1,-11-41-154,0-2-48,6 23 262,-1 1 1,-2 0 0,3 59 0,4-120-740,7-46 408,-13 39-44,2 0-1,0 1 0,2 0 0,29-51 0,-40 78-44,-1-1 0,1 1 0,0 0-1,-1 0 1,1 0 0,0 0-1,0-1 1,-1 1 0,1 0 0,0 0-1,0 1 1,0-1 0,0 0-1,0 0 1,1 0 0,-1 1 0,0-1-1,0 0 1,0 1 0,1-1-1,-1 1 1,0 0 0,1-1 0,-1 1-1,0 0 1,1 0 0,-1 0 0,0 0-1,1 0 1,-1 0 0,0 0-1,1 0 1,-1 0 0,0 1 0,1-1-1,-1 1 1,0-1 0,0 1-1,0-1 1,1 1 0,-1 0 0,0-1-1,0 1 1,0 0 0,0 0-1,0 0 1,0 0 0,0 0 0,1 1-1,4 7 90,0 0 1,0 0-1,-1 0 0,8 19 0,-11-24-23,20 65 454,-18-53-947,1 0-1,1 0 1,9 20-1,-14-33-2552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01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0 146 7394,'0'0'14115,"13"0"-13091,13 0-352,0-9-352,-1 0-184,7 1-136,-6-7-744,13 1-1096,12-16-1153,-6-2-2976,-7 3 231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01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305 154 7114,'0'0'8065,"-8"-27"-7229,-22-81-43,24 90 2146,5 26-2243,4 26-532,78 319 1957,-54-213-1995,5-2 1,62 166 0,-88-292-148,-5-10-2,0 0 1,0 0 0,0 0 0,0 0 0,-1 0 0,1 0 0,-1 0-1,1 0 1,-1 0 0,1 1 0,-1-1 0,0 0 0,0 0-1,-1 4 1,-4-6-187,-13 0-17,-39-1 281,-1 2 0,0 2 0,1 4 0,-72 16 0,119-20 97,-14 3 504,1 1 0,0 1 0,-25 13-1,48-21-653,0 0 0,0 0 0,1 0-1,-1 0 1,0 0 0,0-1-1,0 1 1,0 0 0,0 0 0,1 0-1,-1 1 1,0-1 0,0 0-1,0 0 1,0 0 0,0 0-1,0 0 1,1 0 0,-1 0 0,0 0-1,0 0 1,0 0 0,0 0-1,0 0 1,0 0 0,0 0 0,1 0-1,-1 1 1,0-1 0,0 0-1,0 0 1,0 0 0,0 0 0,0 0-1,0 0 1,0 1 0,0-1-1,0 0 1,0 0 0,0 0-1,0 0 1,0 0 0,0 0 0,0 1-1,0-1 1,0 0 0,0 0-1,0 0 1,0 0 0,0 0 0,0 0-1,0 1 1,0-1 0,0 0-1,0 0 1,0 0 0,0 0 0,0 0-1,0 0 1,0 1 0,0-1-1,-1 0 1,1 0 0,24 3-101,30-3-2,-34-1-50,-1-2 1,1 0 0,-1-2-1,0 0 1,0-1 0,-1-1-1,0 0 1,0-2 0,0 0-1,24-18 1,-20 11-1544,-1-1 0,0-1-1,-1-1 1,17-23 0,3-7-4778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02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0 8386,'0'0'15271,"-8"1"-13940,8-1-1321,1 0 0,-1 0 0,0 0 0,0 0 0,0 0 0,0 0 0,0 0-1,0 0 1,0 0 0,0 0 0,0 1 0,0-1 0,0 0 0,0 0 0,0 0 0,0 0-1,0 0 1,0 0 0,0 0 0,0 0 0,0 0 0,0 1 0,0-1 0,0 0 0,0 0-1,0 0 1,0 0 0,0 0 0,0 0 0,0 0 0,0 0 0,0 1 0,0-1 0,0 0-1,0 0 1,0 0 0,0 0 0,0 0 0,0 0 0,0 0 0,0 0 0,-1 0 0,1 0-1,0 0 1,0 1 0,0-1 0,0 0 0,0 0 0,0 0 0,0 0 0,0 0 0,0 0-1,-1 0 1,1 0 0,0 0 0,0 0 0,0 0 0,0 0 0,0 0 0,0 0 0,0 0-1,0 0 1,-1 0 0,1 0 0,0 0 0,0 0 0,81 55 1451,-44-31-871,60 52-1,-67-45-458,-1 2 0,-1 1 0,-3 1 0,0 1 0,-2 1-1,-2 1 1,-2 1 0,-1 1 0,16 54 0,-6 1 36,-4 0 1,22 190-1,-35-183 283,-5 1-1,-9 164 1,-1-235-331,0-1 1,-2 0 0,-1-1-1,-1 1 1,-2-1 0,-1-1-1,-2 0 1,0 0 0,-2-2-1,-21 30 1,-1-22-120,36-32 0,-1-4-215,0 0 1,0 0-1,1 0 0,-1 0 1,0 0-1,0 1 0,0-1 1,0 1-1,0-1 0,0 1 1,0 0-1,0 0 0,0 0 1,-1 0-1,1 0 0,0 1 1,-2 0-1,0-1-534,-64 1-10943,30 7 1471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03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0 327 6769,'0'0'7847,"0"-17"-6996,0 14 2175,2 12-2958,0-1-1,0 0 0,1 0 1,0 0-1,1 0 1,0 0-1,0-1 0,0 1 1,1-1-1,0 0 0,10 10 1,5 10 73,6 11-31,75 104 103,-83-120-223,1 0 0,1-1 0,43 35 0,-59-52-3,0-1 1,1 0-1,-1 0 0,1 0 1,-1-1-1,1 1 1,0-1-1,0 0 1,0-1-1,0 1 1,0-1-1,10 1 1,-14-2 14,0-1-1,0 1 1,0-1 0,0 0 0,0 1 0,0-1-1,0 0 1,0 0 0,0 0 0,0 0-1,-1 0 1,1 0 0,0 0 0,-1 0 0,1 0-1,-1 0 1,1 0 0,-1-1 0,1 1-1,-1 0 1,0 0 0,1-1 0,-1-1 0,8-37 142,-8 34-110,10-89 381,-2-141-1,-9 138-597,18-126-1,-17 221 40,0 1 1,0-1-1,0 1 1,1-1-1,-1 1 1,1-1 0,0 1-1,0-1 1,0 1-1,0 0 1,0-1-1,1 1 1,-1 0-1,0 0 1,1 0 0,3-3-1,-4 4-90,1 1 0,0 0 0,-1 0-1,1 0 1,-1 0 0,1 0 0,-1 0 0,1 0-1,0 0 1,-1 0 0,1 1 0,-1-1 0,1 1-1,-1-1 1,1 1 0,-1 0 0,0-1 0,1 1-1,-1 0 1,0 0 0,0 0 0,1 0 0,-1 0-1,0 0 1,0 1 0,1 1 0,24 24-4697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03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1 496 4001,'0'0'4273,"0"-28"-2620,0 0-1217,0-35 772,8-69 0,-4 82-516,7-50 521,-9 91-1042,-1-1 1,2 1 0,-1-1 0,1 1 0,1 0-1,0 1 1,6-12 0,-10 19-152,1 1 0,-1-1 1,1 0-1,-1 1 0,1-1 0,0 0 0,-1 1 1,1-1-1,0 1 0,-1-1 0,1 1 0,0-1 1,0 1-1,-1-1 0,1 1 0,0 0 0,0 0 0,0-1 1,0 1-1,0 0 0,-1 0 0,1 0 0,0 0 1,0 0-1,0 0 0,0 0 0,0 0 0,0 0 1,-1 1-1,1-1 0,0 0 0,0 0 0,1 1 0,23 20 410,-7 1 6,-2 1 0,0 1 0,23 49 0,29 88 16,-53-122-457,-6-18-310,-1-3-56,-2 0 1,8 29-1,-12-41-522,-2 0-1,1 0 1,-1 0-1,1 0 1,-2 0-1,1 0 1,-2 8-1,-4-3-5183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04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0 179 8306,'0'0'3713,"186"-96"-4626,-115 52-1655,-14 6-4010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04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1 312 12227,'0'0'6032,"32"-1"-5899,221-25 14,-251 25-150,1 1 1,-1-1 0,0 1-1,1-1 1,-1 1 0,0 0-1,1 0 1,-1 0 0,0 0-1,1 1 1,-1-1 0,0 1 0,0-1-1,1 1 1,-1 0 0,0 0-1,0 0 1,4 2 0,-5 0 14,1 0 0,-1-1 0,0 1 0,0 0 0,-1 0 0,1 0 0,0 0 0,-1 0 0,0 0 1,0 0-1,0 0 0,0 0 0,0 0 0,-1 4 0,-1 9 76,-1 0 0,0 0 0,-1 0 0,-1-1 0,0 0 0,-10 19 0,-51 89 443,36-71-228,4-9 15,16-27-42,1 0 0,0 0 0,1 1 0,-6 18 1,14-34-273,0-1 0,-1 1 0,1-1 0,0 1 0,0-1 0,-1 1 0,1-1 0,0 1 0,0 0 0,0-1 0,0 1-1,0-1 1,0 1 0,0 0 0,0-1 0,0 1 0,0-1 0,0 1 0,1 0 0,-1-1 0,0 1 0,0-1 0,1 1 0,-1-1 0,0 1 0,1-1 0,-1 1 0,0-1 0,1 1 0,-1-1 0,1 1 0,-1-1 0,0 0 0,1 1 0,-1-1 0,1 0 0,-1 1 0,2-1 0,24 1-161,-15-2 140,14 0-67,-1-2 1,1 0-1,-1-2 1,0 0-1,0-2 1,0-1-1,-1 0 1,0-2-1,-1-1 1,0 0-1,-1-2 1,35-26-1,-50 33-604,0 1-1,0-1 0,-1-1 0,0 1 1,0 0-1,0-1 0,-1 0 1,5-11-1,0-12-4439</inkml:trace>
  <inkml:trace contextRef="#ctx0" brushRef="#br0" timeOffset="1">655 1 7946,'0'0'7633,"19"192"-5992,-12-102-353,-7-2-408,6-15-416,-6-12-264,7-18-200,5-10-192,14-1-1064,6-9-1281,-6-6-2936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04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142 351 10442,'0'0'6282,"7"-31"-5708,29-97 199,-35 123-698,1-1 0,0 1 0,0 0 1,1 1-1,-1-1 0,1 0 1,0 1-1,0-1 0,1 1 1,-1 0-1,1 0 0,0 1 1,0-1-1,0 1 0,0-1 0,1 1 1,0 1-1,-1-1 0,1 1 1,0 0-1,0 0 0,0 0 1,0 0-1,1 1 0,-1 0 0,0 0 1,1 1-1,5-1 0,-4 1 0,1 1-1,0 0 0,-1 0 0,1 0 0,-1 1 0,1 0 0,-1 1 0,0 0 1,0 0-1,0 0 0,0 1 0,0 0 0,-1 0 0,0 1 0,12 10 1,-9-4-32,-1 1 0,0 0 0,0 0 0,-1 1 0,-1 0 0,0 0 0,0 0 0,-2 1 0,0 0 0,0 0 0,-1 0 0,-1 0 0,0 0 1,-1 1-1,-1-1 0,-1 18 0,0-26-51,0 1 1,0 0 0,-1-1-1,1 1 1,-1-1 0,-1 0 0,1 0-1,-1 1 1,0-2 0,-1 1-1,1 0 1,-1-1 0,0 1-1,-1-1 1,1 0 0,-1-1-1,0 1 1,0-1 0,-1 0-1,1 0 1,-1-1 0,0 1-1,0-1 1,0 0 0,0-1 0,0 0-1,-1 0 1,-11 2 0,5-1 27,1-1 1,-1 0-1,0-1 1,0 0 0,0-1-1,0-1 1,0 0 0,0 0-1,1-2 1,-1 1 0,0-2-1,1 0 1,0 0-1,-18-10 1,18 7-19,1 0 0,0-1 0,1 0 0,0-1 1,0 0-1,1-1 0,0 0 0,1-1 0,0 0 0,0 0 0,1 0 0,1-1 0,0 0 0,0 0 0,2-1 0,-1 1 1,-2-15-1,-1-17-1086,1 0 1,3-1 0,2-76 0,2 65-4377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08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335 126 3913,'0'0'2663,"3"-1"-2067,-1-1-378,-1 1-1,1 0 1,0 0-1,-1-1 1,1 1-1,-1-1 1,1 0-1,-1 1 1,0-1-1,0 0 1,0 0-1,0 0 1,0 0-1,0 0 1,0 0-1,0 0 0,-1 0 1,1 0-1,-1 0 1,0 0-1,0 0 1,1 0-1,-1 0 1,-1 0-1,1-1 1,0 1-1,0 0 1,-1 0-1,1 0 1,-1 0-1,0 0 1,0 0-1,1 0 1,-1 0-1,0 0 1,-2-2-1,-2-1-137,0 0 0,0 1-1,-1-1 1,0 1 0,1 0-1,-1 0 1,-1 1 0,1 0-1,0 0 1,-1 0 0,0 1-1,1 0 1,-1 0 0,0 1 0,0 0-1,0 0 1,0 1 0,0 0-1,0 0 1,0 0 0,0 1-1,0 0 1,0 0 0,0 1-1,0 0 1,1 0 0,-1 1-1,1 0 1,-1 0 0,1 0-1,0 1 1,0 0 0,1 0-1,-1 0 1,-4 6 0,-3 5-66,2 0-1,0 1 1,1 0 0,0 1 0,1 0-1,1 1 1,-10 33 0,10-24-10,2-1 0,1 1 0,1 1 0,-1 47 1,5-72 0,0 2-22,-1 0-1,1 1 1,1-1 0,-1 0-1,1 0 1,0 0 0,3 9-1,-3-12-2,0-1 0,0 1-1,0-1 1,1 0-1,-1 1 1,0-1 0,1 0-1,-1 0 1,1 0-1,-1 0 1,1 0 0,-1-1-1,1 1 1,0 0 0,0-1-1,-1 1 1,1-1-1,0 1 1,0-1 0,-1 0-1,1 0 1,0 0 0,0 0-1,3-1 1,3 0-23,-1 0 0,0-1 0,0 0 1,1 0-1,-1-1 0,0 0 0,-1 0 1,1-1-1,-1 1 0,1-2 0,-1 1 1,0-1-1,-1 0 0,1 0 0,-1 0 1,0-1-1,8-11 0,7-9-61,-1-2-1,25-51 1,-23 41-5,-3-1 1,-1-1-1,-2 0 1,12-49-1,-37 183 775,-48 229-222,-46 346 1052,83-511-2108,4-260-3977,10 54-300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09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0 833 1424,'0'0'14281,"3"-25"-13361,5-27-524,2-1-1,21-65 1,8 5-281,4 2 0,94-173 0,-135 279-108,27-39 40,-27 42-34,0 0 0,-1-1 0,1 1 0,0 0 0,0 0-1,1 0 1,-1 1 0,0-1 0,1 0 0,-1 1 0,1-1 0,-1 1 0,1 0-1,-1 0 1,4-1 0,-4 2 11,0 0 0,0 0-1,0 1 1,0-1 0,0 0-1,0 1 1,0 0 0,-1-1-1,1 1 1,0 0 0,0 0 0,-1 0-1,1 0 1,0 0 0,-1 0-1,1 0 1,-1 1 0,0-1-1,1 1 1,-1-1 0,1 2-1,24 40 535,-19-30-395,19 35 382,-1 2 0,-3 0 0,-2 1-1,-2 1 1,-3 0 0,17 102 0,-30-118-833,-3-55-5291,1-1 136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0.4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545 160 2665,'0'0'11179,"-5"-22"-10441,-20-70 47,24 90-721,1-1 0,-1 1 0,0-1 1,0 1-1,-1 0 0,1-1 0,0 1 0,-1 0 0,1 0 0,-1 0 0,0 0 0,0 0 0,0 0 0,0 1 0,0-1 0,0 0 0,0 1 0,0 0 1,-1 0-1,1-1 0,-1 1 0,1 1 0,-1-1 0,1 0 0,-1 0 0,1 1 0,-1 0 0,1-1 0,-1 1 0,0 0 0,1 0 0,-1 1 0,0-1 1,-3 1-1,-9 0 266,6 0-248,0 0 0,0 0 0,0 1 0,0 0 0,0 1 0,0 0 1,1 0-1,-1 1 0,1 0 0,0 1 0,0 0 0,0 0 0,1 0 0,0 1 0,-8 8 0,-8 9 15,1 2-1,1 0 1,-19 30-1,14-15 115,2 1 0,2 0 0,1 2 0,-23 70 0,34-82 8,1 1-1,2 0 1,1 0 0,1 1-1,2 0 1,2 0 0,3 46-1,0-67-167,0 1-1,1 0 1,0-1-1,1 0 1,0 1-1,1-2 0,1 1 1,-1 0-1,2-1 1,0 0-1,0-1 1,1 0-1,0 0 0,1 0 1,0-1-1,1-1 1,-1 1-1,2-1 1,-1-1-1,1 0 0,0-1 1,19 9-1,13 2 272,1-1 0,1-2 0,0-2 0,86 11 0,-110-22-840,-34-1-5280,-6 0-728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1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523 70 2529,'0'0'9868,"9"-11"-8418,25-31-15,-26 31 2066,-11 11-2557,-109-4 1872,-74 3-1151,180 2-1660,1 0 0,0 1 1,0-1-1,-1 1 0,1 1 0,1-1 1,-1 1-1,-7 4 0,8-4 22,1 0 0,-1-1-1,0 0 1,0 0 0,0 0 0,-1 0-1,1-1 1,0 0 0,-9 2 0,12-3 33,1 2-48,0-1 25,-11 0 43,1 1 0,-1 1 0,0 0 0,1 0-1,0 1 1,-19 10 0,16-7-66,0-1-1,0-1 1,-16 5-1,27-8-18,1 0 0,0 1-1,0-1 1,0 1-1,0 0 1,0-1-1,1 1 1,-1 0 0,1-1-1,0 1 1,0 0-1,0-1 1,0 1-1,0 0 1,0 0 0,2 4-1,-2 4-14,29 660 226,-13-407-157,-12-207-70,18 86 0,-16-114-19,2 0 0,0 0 0,2-2-1,22 43 1,-29-64 34,1-1-1,0 0 0,0 0 0,0-1 0,1 1 0,0-1 0,0 0 0,0 0 0,0 0 0,0-1 1,1 0-1,0 0 0,-1 0 0,1-1 0,0 0 0,0 0 0,0 0 0,13 1 0,10 0-62,-1 0 0,58-4-1,-36-1-838,-39-2-1860,-10-7-4387,-1 3 438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2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20 472 5945,'0'0'5268,"-3"-26"-3818,-1-3-1095,-2-15 269,0-76 1,7 99-488,0 0 0,2 0 0,1 0 0,0 1 0,1-1 0,2 1-1,0 0 1,17-34 0,-23 52-128,0 0-1,0 0 0,-1 1 0,1-1 1,0 0-1,0 0 0,1 1 0,-1-1 0,0 0 1,1 1-1,-1-1 0,1 1 0,-1 0 1,1-1-1,-1 1 0,1 0 0,0 0 1,0 0-1,0 0 0,0 0 0,-1 1 1,1-1-1,0 0 0,3 0 0,-3 2 14,0 0 0,0 0 0,0-1-1,0 1 1,0 0 0,-1 1 0,1-1-1,0 0 1,-1 0 0,1 1 0,-1-1-1,1 1 1,-1-1 0,1 1 0,-1 0-1,0-1 1,0 1 0,0 0 0,0 0-1,0 0 1,-1 0 0,1 0 0,0 3-1,11 28 465,-1 0-1,-1 1 0,-2 0 0,-2 1 0,-1 0 0,0 37 0,-5-72-491,0 0 0,0 1 0,0-1 0,0 0 0,0 0 0,0 0 0,0 1 0,0-1 0,0 0 0,0 0 0,1 0 1,-1 0-1,0 1 0,0-1 0,0 0 0,0 0 0,0 0 0,1 0 0,-1 0 0,0 0 0,0 1 0,0-1 0,0 0 0,0 0 0,1 0 0,-1 0 0,0 0 0,0 0 1,0 0-1,1 0 0,-1 0 0,0 0 0,0 0 0,0 0 0,1 0 0,-1 0 0,0 0 0,0 0 0,0 0 0,1 0 0,-1 0 0,0 0 0,0 0 0,0 0 0,0 0 0,1 0 1,-1 0-1,0-1 0,0 1 0,0 0 0,0 0 0,1 0 0,9-9-375,1-14 164,-1-1-1,7-25 1,17-39 214,-28 74-52,28-47-65,-33 58 96,1 0 0,0 1 0,0-1 0,0 1 0,1-1 0,-1 1 0,1 0 0,-1 0 0,1 0 0,0 0 0,-1 0 0,1 1 0,0-1 0,0 1 0,1 0 0,-1-1 0,5 0 0,-6 3 25,-1-1 0,1 0-1,0 1 1,0-1 0,0 1 0,0 0-1,-1-1 1,1 1 0,0 0 0,0 0-1,-1 0 1,1 0 0,-1 1 0,1-1-1,-1 0 1,0 1 0,1-1 0,-1 1-1,0-1 1,0 1 0,0-1 0,0 1-1,0 0 1,0 0 0,0 1 0,20 56 464,-17-48-400,-3-5-93,1 0 1,1 0-1,-1 0 1,1 0-1,0-1 1,0 1-1,1-1 1,-1 0-1,7 7 1,-8-11-134,-1 0-1,0 0 1,0 0 0,1 0 0,-1 0-1,0 0 1,1-1 0,-1 1-1,1 0 1,-1-1 0,1 0-1,-1 1 1,1-1 0,0 0 0,-1 0-1,4 0 1,-3 0-279,1-1-1,-1 1 1,0-1-1,1 0 1,-1 0-1,0 0 1,1 0-1,-1 0 1,0-1-1,0 1 1,0-1-1,0 1 1,3-4-1,21-23-7334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2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1 164 9282,'0'0'10162,"211"-82"-9626,-153 50-344,-13 9-192,-13 8-424,0 4-792,-19 11-904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3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91 8706,'0'0'8100,"-1"-19"-7600,-1-5-303,-2-15-51,5 31 152,2 15 315,50 138 492,5 18-470,-39-95-462,-4-9-150,2 0 0,3-1 0,43 87-1,-61-137-110,-2-7 148,-21-1 272,-99-14-68,65 8 2662,88-2-3300,-1-1-1,-1-1 1,46-22-1,87-58-7164,-119 61 2128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3.6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8066,'0'0'11544,"0"0"-11498,1 0 1,-1 0-1,0 1 1,0-1-1,0 0 1,0 0 0,0 0-1,1 1 1,-1-1-1,0 0 1,0 0-1,0 1 1,0-1 0,0 0-1,0 0 1,0 1-1,0-1 1,0 0-1,0 0 1,0 1 0,0-1-1,0 0 1,0 0-1,0 1 1,0-1-1,0 0 1,0 0 0,0 1-1,0-1 1,0 0-1,-1 0 1,1 1-1,0-1 1,0 0 0,0 0-1,0 0 1,0 1-1,-1-1 1,1 0 0,0 0-1,0 0 1,0 0-1,-1 0 1,1 1-1,0-1 1,0 0 0,-1 0-1,1 0 1,0 0-1,0 0 1,-1 0-1,1 0 1,0 0 0,0 0-1,-1 0 1,1 0-1,0 0 1,0 0-1,-1 0 1,1 0 0,0 0-1,0 0 1,-1 0-1,1 0 1,54 46 524,-22-20 89,46 49 1,-31-21-371,-2 3-1,-4 1 0,-1 3 1,-4 0-1,-2 3 0,-3 1 0,43 129 1,-48-103-90,-4 2 0,-4 0 0,-4 1-1,-4 1 1,-4 143 0,-6-198-13,-2 0 0,-2-1-1,-2 0 1,-1 0 0,-2 0 0,-2-1-1,-1 0 1,-2-1 0,-36 67-1,40-88-59,-15 26 463,-41 52 0,64-93-771,0 0-1,0 1 0,0-1 0,0 0 1,0 0-1,0 0 0,0 0 0,-1-1 1,1 1-1,0 0 0,-1-1 0,1 0 1,0 1-1,-1-1 0,1 0 1,0 0-1,-1-1 0,1 1 0,-1 0 1,1-1-1,0 1 0,-3-2 0,-50-18-9122,22 3-1428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6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2777,'-2'2'18735,"-3"19"-18992,2 148 355,1 89 58,3-243-175,0 0 1,1 0 0,1-1 0,1 1-1,0 0 1,1-1 0,0 0 0,1 0-1,1-1 1,9 15 0,-13-23 11,0-1 1,0 0-1,0 1 0,1-1 1,-1 0-1,1-1 0,0 1 1,1-1-1,-1 1 0,0-1 1,1-1-1,0 1 0,0-1 1,0 1-1,0-1 1,0-1-1,0 1 0,0-1 1,1 0-1,-1 0 0,0 0 1,1-1-1,-1 0 0,1 0 1,-1 0-1,0-1 0,1 0 1,-1 0-1,0 0 0,1-1 1,6-2-1,-4-1 15,0 1-1,-1-1 1,0 0-1,0-1 0,0 1 1,-1-1-1,1-1 1,-2 1-1,1-1 1,-1 0-1,0-1 1,0 1-1,-1-1 0,5-10 1,4-11 19,-2 0 0,15-52 1,-15 36-379,-2-1 1,-3 0 0,-1 0-1,-2 0 1,-5-72 0,-10 74-610,12 43 842,0 0-1,0 0 0,-1 0 0,1 0 1,-1 0-1,1 0 0,-1 0 1,1 0-1,-1 1 0,0-1 0,1 0 1,-1 0-1,0 0 0,1 1 1,-1-1-1,0 0 0,0 1 0,0-1 1,0 1-1,0-1 0,0 1 1,0-1-1,0 1 0,0 0 1,0-1-1,0 1 0,0 0 0,0 0 1,0 0-1,0 0 0,0 0 1,0 0-1,0 0 0,0 0 0,0 0 1,-2 1-1,-4 8-3777,0 12-1082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7.1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1 556 8466,'0'0'8399,"4"-27"-8114,0 2-211,4-24 106,21-75 1,-22 100-142,0-4 2,1-1 1,2 2-1,1-1 0,1 1 1,28-46-1,-40 72-43,1 1 0,-1-1 0,0 1 0,0-1 0,1 1 0,-1 0 0,1-1 0,-1 1 0,0-1 0,1 1 0,-1 0 0,1-1 0,-1 1 0,1 0 0,-1-1 0,1 1 0,-1 0 0,1 0 0,-1-1 0,1 1 0,-1 0 0,1 0 0,0 0 0,-1 0 0,1 0 0,-1 0 0,1 0 0,-1 0-1,1 0 1,0 0 0,-1 0 0,1 0 0,-1 0 0,1 1 0,-1-1 0,1 0 0,-1 0 0,1 1 0,-1-1 0,1 0 0,-1 1 0,1-1 0,-1 0 0,1 1 0,-1-1 0,0 1 0,1-1 0,-1 0 0,0 1 0,1-1 0,-1 1 0,0-1 0,1 2 0,13 31 194,-12-29-159,17 60 736,16 94 0,-25-107-437,-4-43-712,2-17 87,7-23-52,-13 29 314,33-83-53,-4 10-408,50-91 0,-79 164 440,-1 0 0,1 0-1,0 1 1,0-1 0,0 1-1,0-1 1,0 1 0,0-1-1,1 1 1,-1 0 0,1 0-1,-1 0 1,1 1 0,0-1-1,0 1 1,5-3 0,-7 4 35,0 0 0,0 0 0,0 0 0,0 0 0,0 0 0,0 0 1,0 0-1,0 0 0,-1 1 0,1-1 0,0 0 0,0 1 0,0-1 0,0 1 0,-1-1 0,1 0 1,0 1-1,0 0 0,-1-1 0,1 1 0,1 1 0,-1 0 29,1 1 1,-1 0-1,1-1 0,-1 1 0,0 0 0,0 0 1,0-1-1,0 1 0,0 5 0,21 175 1427,-4-26-979,-18-155-506,0 0-1,1 0 1,-1 1-1,1-1 1,-1 0-1,1 0 0,0 0 1,0 0-1,0 0 1,0-1-1,0 1 1,0 0-1,1 0 1,-1-1-1,2 3 1,-1-4-259,-1 1 0,0 0 0,1-1 0,-1 1 0,0-1 0,1 1 0,-1-1 0,1 0 0,-1 0 0,1 0 0,-1 1 0,1-2 1,-1 1-1,1 0 0,-1 0 0,1 0 0,-1 0 0,0-1 0,1 1 0,-1-1 0,1 1 0,-1-1 0,2-1 0,17-12-8421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7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164 151 3937,'0'0'9402,"3"-20"-8246,2-5-771,-1 12-54,-2-1 0,1 0 0,-2 0 0,0-21 1,-1 34-282,-1 0 0,1 0 1,0 0-1,-1 1 1,1-1-1,-1 0 1,1 0-1,-1 1 1,1-1-1,-1 0 0,1 1 1,-1-1-1,0 1 1,1-1-1,-1 0 1,0 1-1,0 0 1,1-1-1,-1 1 0,0-1 1,0 1-1,0 0 1,0 0-1,0-1 1,1 1-1,-1 0 1,0 0-1,0 0 0,0 0 1,0 0-1,0 0 1,0 0-1,1 0 1,-1 0-1,-2 1 1,0-1 5,0 1 0,-1-1 1,1 1-1,0 0 1,-1 0-1,1 0 1,0 0-1,0 0 1,-6 4-1,1 2-26,0 1 0,1 0 1,0 0-1,0 1 0,1 0 0,0 0 0,1 0 0,0 1 1,-7 19-1,2-3 5,2 1 1,-9 47-1,13-53-35,0 0 1,2 0-1,1 0 0,0 0 0,2 1 0,5 36 0,-5-55-48,0 0 0,0 0 0,1 0 0,-1 0 0,1-1 0,0 1 0,0 0 0,0-1 0,0 1 0,0-1 0,1 0 0,-1 1 0,1-1 0,0-1 0,-1 1 0,1 0 0,0 0 0,0-1 0,0 0 0,0 0 0,0 0 0,1 0 0,-1 0 0,0 0 0,6 0 0,2 0-276,0 0 1,-1-1 0,1 0 0,0-1 0,0 0 0,-1 0-1,11-4 1,-7 1-146,0-1-1,0-1 1,-1 0 0,1-1-1,-2-1 1,15-10-1,66-58-4622,-86 70 4531,41-39-4191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8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29 199 1016,'0'0'16430,"-5"-8"-16134,2 5-299,1 0 0,0 1 0,0-1 0,0 0-1,1 0 1,-1 0 0,1-1 0,-1 1 0,1 0-1,0 0 1,0-1 0,0 1 0,1-1 0,-1 1-1,1-1 1,0 1 0,0-1 0,0 1 0,1-1-1,-1 1 1,1-1 0,-1 1 0,1 0 0,0-1-1,1 1 1,-1 0 0,1 0 0,-1-1 0,4-4-1,0 3 7,-1-1 1,1 1-1,0 0 0,1 0 0,-1 0 0,1 1 0,0 0 0,0 0 0,0 1 0,0-1 0,1 1 0,0 1 0,-1-1 0,1 1 0,0 0 0,0 1 0,0 0 0,0 0 0,0 0 0,1 1 0,-1 0 0,0 0 0,0 1 0,8 1 0,-12-1 23,0-1-1,-1 1 1,1 0-1,0 0 0,-1 0 1,1 0-1,-1 0 0,1 0 1,-1 1-1,1-1 0,-1 1 1,0 0-1,0 0 1,0-1-1,0 2 0,0-1 1,0 0-1,2 4 0,-1 0 30,0-1 0,-1 1 0,0 0 0,0 0 0,0-1-1,0 1 1,-1 0 0,1 10 0,-2-6 12,1 1-1,-1-1 1,-1 0-1,0 0 1,0 0 0,-1 1-1,-1-1 1,1-1 0,-2 1-1,-6 15 1,7-19-94,-1 0 1,1 0-1,-1-1 1,0 1-1,-1-1 1,1 0-1,-1 0 1,0-1-1,-1 1 1,1-1-1,-1 0 1,1-1-1,-1 1 1,0-1 0,0 0-1,-1-1 1,1 0-1,-1 0 1,1 0-1,-1 0 1,0-1-1,1 0 1,-1-1-1,0 0 1,0 0-1,0 0 1,1-1-1,-12-2 1,14 2-84,1-1 0,0 0 0,0 0 1,0 0-1,0-1 0,0 1 1,1-1-1,-1 1 0,1-1 0,0 0 1,0 0-1,0 0 0,0 0 0,0-1 1,0 1-1,1 0 0,0-1 1,-1 1-1,1-1 0,1 1 0,-1-1 1,0 0-1,1-6 0,-1-1-387,0-1-1,1 1 1,0 0-1,1 0 1,0-1-1,6-19 1,-3 20-164,1 0 1,1 1 0,0-1 0,0 1-1,1 1 1,0-1 0,1 1-1,0 0 1,17-14 0,21-15-3388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8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1 224 3441,'0'0'10502,"1"6"-10050,5 11-689,3-19 94,18-33 50,1-3 95,-11 18 2,41-44-12,-53 59-4,0 0 0,1 0 0,0 0 0,0 1 0,0-1 0,1 2 0,-1-1 0,10-3 0,-14 7 40,-1 0 0,0 0-1,1 0 1,-1 0-1,0 0 1,1 0 0,-1 0-1,0 0 1,1 1-1,-1-1 1,0 1 0,1-1-1,-1 1 1,0-1 0,0 1-1,0 0 1,0 0-1,1-1 1,-1 1 0,0 0-1,0 0 1,0 0 0,-1 0-1,1 0 1,0 0-1,0 1 1,-1-1 0,1 0-1,0 0 1,-1 1-1,1-1 1,-1 0 0,0 0-1,1 1 1,-1-1 0,0 0-1,0 3 1,9 65 1582,-8-57-1266,-1 4 41,2 25 474,-2-40-853,0-1 0,0 1 0,0 0 1,0 0-1,0 0 0,1 0 0,-1 0 0,0 0 1,1 0-1,-1 0 0,1-1 0,-1 1 0,1 0 0,-1 0 1,1 0-1,-1-1 0,1 1 0,0 0 0,-1-1 1,1 1-1,0-1 0,0 1 0,0-1 0,-1 1 0,1-1 1,0 1-1,0-1 0,0 0 0,0 1 0,0-1 1,0 0-1,1 0 0,1-1-39,0-1 1,0 0-1,0 0 1,0 0-1,-1 0 0,1-1 1,0 1-1,-1-1 1,0 1-1,0-1 1,0 0-1,0 0 0,0 0 1,0 0-1,2-6 1,6-8 2,9-11-17,-5 7-202,1 0 0,1 1 1,0 1-1,31-28 0,-45 45 227,-1 1 0,1-1 0,-1 1-1,1 0 1,0 0 0,-1 0 0,1-1 0,0 2-1,0-1 1,0 0 0,0 0 0,0 1 0,0-1-1,0 1 1,0-1 0,0 1 0,0 0-1,0 0 1,0 0 0,0 0 0,0 0 0,1 0-1,-1 1 1,0-1 0,0 1 0,0-1 0,0 1-1,0 0 1,-1 0 0,1 0 0,0 0 0,0 0-1,-1 0 1,1 1 0,0-1 0,-1 0 0,1 1-1,-1-1 1,0 1 0,2 2 0,4 7 163,0 0 1,-1 0-1,-1 1 1,1 0-1,3 15 1,-3-10 53,6 16 167,39 90 402,-50-121-845,-1-1-1,1 0 0,0 0 1,0 0-1,0 0 0,-1 0 1,1 0-1,0 0 0,0 0 1,0 0-1,0-1 0,0 1 0,1 0 1,-1-1-1,0 1 0,0-1 1,0 1-1,1-1 0,-1 1 1,0-1-1,0 0 0,1 0 1,-1 0-1,0 0 0,2 0 0,-1 0-280,-1 0 0,1 0 0,0-1 0,-1 1 0,1 0 0,-1-1 0,1 0 0,-1 1 0,0-1 0,1 0 0,-1 0 0,0 0 0,3-1 0,9-19-6095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8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 10042,'0'0'3801,"-19"178"-3073,19-117-64,0 0-592,0-11-72,0-15-1032,6-30-1056,14-5-1769,-7 0-1776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9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104 115 11562,'0'0'4155,"31"-12"-4213,225-78 97,-244 85-72,20-2-330,-31 8 357,-1-1 0,0 1 0,0 0 1,1-1-1,-1 1 0,0 0 0,0-1 0,0 1 0,0 0 0,0 0 0,0-1 1,0 1-1,0 0 0,-1-1 0,1 1 0,0 0 0,0-1 0,-1 1 1,1 0-1,0-1 0,0 1 0,-1 0 0,1-1 0,-1 1 0,1-1 1,-1 1-1,0 0 0,-11 14 114,-2 0 1,0 0 0,0-2-1,-1 0 1,-26 17-1,-92 52 773,128-79-828,-10 6 104,0 0-1,-1 0 0,0-2 1,-1 0-1,1-1 0,-1-1 1,0 0-1,-33 4 1,50-9-166,0 0 0,0 0 0,0 0 0,0 0 0,0 0 0,0 0 0,-1 0 0,1 0 0,0 0 0,0 0 0,0 0 0,0 0 0,0 0 0,-1 0 0,1 0 0,0 0 0,0-1 0,0 1 0,0 0 0,0 0 0,0 0 0,-1 0 0,1 0 0,0 0 0,0 0 0,0 0-1,0-1 1,0 1 0,0 0 0,0 0 0,0 0 0,0 0 0,0 0 0,0 0 0,0-1 0,0 1 0,0 0 0,0 0 0,-1 0 0,1 0 0,0 0 0,1-1 0,-1 1 0,0 0 0,0 0 0,0 0 0,0 0 0,0 0 0,0-1 0,0 1 0,0 0 0,0 0 0,0 0 0,0 0 0,0 0 0,0-3-111,1 0 0,-1 1 0,0-1 0,1 1 0,-1-1 0,1 1 0,0 0 0,0-1 0,0 1 0,0 0 0,3-5 0,15-19-1212,2 2-1,0 0 0,37-31 1,11-1-3091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9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1 286 3897,'0'0'10263,"8"-28"-10201,33-93-61,-37 111-21,0 0 1,1 0-1,0 1 0,1 0 1,0 0-1,0 1 0,1 0 1,0 0-1,13-11 0,-15 15-16,0 0 0,1 0 0,0 1 0,-1-1 0,1 2-1,1-1 1,-1 0 0,0 1 0,1 0 0,-1 1 0,1-1-1,11 0 1,-15 2 51,0 0-1,0 0 1,0 0-1,-1 1 1,1-1-1,0 1 1,0 0-1,-1-1 0,1 1 1,-1 0-1,1 1 1,-1-1-1,1 0 1,-1 1-1,1 0 1,-1-1-1,0 1 1,0 0-1,0 0 1,0 0-1,0 0 1,-1 0-1,1 1 1,-1-1-1,1 1 1,-1-1-1,0 1 0,0-1 1,0 1-1,0-1 1,0 1-1,0 0 1,-1 3-1,3 11 193,-1 1-1,0-1 0,-2 1 1,-1 21-1,0-11 159,1-12-141,-1 0 0,0 0 0,-1 0 0,-1 0 0,-1-1 0,0 1 0,-1-1 0,-10 23 0,11-32-162,1 1 1,-1-1-1,1 0 0,-2-1 1,1 1-1,-1-1 0,1 0 1,-2 0-1,1 0 1,0-1-1,-1 1 0,0-1 1,0-1-1,0 1 1,0-1-1,-1 0 0,1 0 1,-1-1-1,0 0 1,0 0-1,-12 1 0,16-3-61,-1 1 0,1-1 0,-1 0 0,0 0 0,1 0 0,-1-1 0,1 1 0,-1-1 0,1 0 0,-1 0 0,1 0-1,-1 0 1,1-1 0,0 0 0,0 1 0,0-1 0,0 0 0,0 0 0,0-1 0,0 1 0,-3-5 0,2 2-107,0-1 1,0 0-1,1 0 1,0 0-1,1-1 1,-1 1-1,1-1 1,0 1 0,1-1-1,-2-12 1,1-3-613,2 0 1,0-1 0,1 1 0,1 0 0,10-43 0,-7 49-306,0 0-1,1 1 1,8-16 0,24-30-4450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19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0 659 9818,'0'0'2374,"14"-26"-2033,-5 8-298,15-28-34,2 0 1,55-73 0,-76 113-47,1 0 0,0 1-1,0 0 1,0 0 0,7-5-1,-12 10 42,0-1 0,-1 0-1,1 1 1,0-1 0,0 1 0,0-1-1,0 1 1,0-1 0,-1 1 0,1 0-1,0-1 1,0 1 0,0 0 0,0 0-1,0 0 1,0 0 0,0-1 0,0 2-1,0-1 1,0 0 0,0 0 0,0 0-1,0 0 1,0 0 0,0 1 0,0-1-1,0 1 1,0-1 0,0 0 0,0 1-1,-1 0 1,1-1 0,0 1 0,0-1-1,0 1 1,-1 0 0,1 0 0,0-1-1,-1 1 1,1 0 0,-1 0 0,1 0-1,-1 0 1,1-1 0,-1 1 0,0 0 0,1 0-1,-1 0 1,0 0 0,0 0 0,0 0-1,0 2 1,5 32 842,-3 1 0,-1-1 0,-4 40 0,1 5 1567,17-103-2266,32-78-354,-4-3 1,-5-2-1,29-128 0,-60 192-1261,-6 14-3392,-1 21-268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20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3489,'0'0'15378,"0"23"-15044,0 156-104,-1-122-138,0-17-128,1 1 1,2-1 0,11 58-1,-13-95-96,1-1 0,0 0 0,-1 0 0,1 0 0,0 0 0,0 0 0,0-1 0,0 1 0,0 0 0,1 0 0,-1-1 0,3 4 0,-3-5-7,-1 0 1,1 1-1,0-1 0,-1 0 1,1 0-1,-1 0 0,1 1 1,-1-1-1,1 0 0,0 0 1,-1 0-1,1 0 0,-1 0 1,1 0-1,0 0 0,-1 0 1,1 0-1,0 0 0,-1 0 1,1-1-1,-1 1 0,1 0 1,-1 0-1,1-1 0,0 1 1,-1 0-1,1 0 0,-1-1 1,1 1-1,-1-1 0,0 1 1,1-1-1,-1 1 0,1 0 1,-1-1-1,0 1 0,1-1 1,-1 0-1,0 1 0,0-1 1,1 1-1,-1-1 0,0 1 1,0-2-1,8-22-4389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20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 5129,'0'0'9622,"9"2"-8535,18 3-714,0-2-1,1 0 1,-1-2-1,1-1 1,44-5-1,-50-7-3469,-12-3-1725,-3 4-699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20.8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0 248 1088,'0'0'14027,"24"1"-12505,135 1 586,-141-2-1798,0-1 0,-1-1-1,33-7 1,-43 7-308,0 1-1,0-2 1,-1 1 0,1-1 0,-1 0 0,0 0 0,0-1 0,0 0-1,0 0 1,-1 0 0,1-1 0,-1 0 0,6-7 0,-10 10-121,1 0 0,-1 0 0,0 0 0,1 0 0,-1 0 0,0 0 0,0-1 0,-1 1 0,1-1 0,0 1 0,-1 0 0,0-1 0,1 1 0,-1-1 0,0 1 0,0-1 0,0 1 0,-1-1 0,1 1 0,-1-1 0,1 1 0,-1 0 0,0-1 0,0 1 0,0 0 0,0 0 0,0-1 0,0 1 0,-3-3 0,-2-2-690,-1-1 0,0 1 0,-1 0 0,0 0 0,-11-7 0,13 10 353,-35-25-3839,-3 1-852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21.2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59 416,'0'0'14987,"154"9"-14987,-109-18-128,0-14-776,0 5-968,-13 3-953,-6 13-2048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21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0 604 3265,'0'0'4815,"7"2"-4093,-6-1-679,0-1 0,1 1 0,-1-1 0,0 1 0,1-1 0,-1 0 1,0 1-1,1-1 0,-1 0 0,1 0 0,-1 0 0,0 0 0,1 0 0,-1 0 0,1-1 0,-1 1 1,0 0-1,1-1 0,-1 1 0,0-1 0,2 0 0,20-28 957,-13 15-725,3-7 361,-11 16-465,1 1 1,-1-1-1,1 0 0,0 1 0,0 0 0,1 0 0,-1 0 1,1 0-1,0 0 0,0 1 0,0-1 0,0 1 0,8-4 1,-11 7-137,0 1-1,0-1 1,0 0 0,0 1 0,0-1 0,-1 1 0,1 0 0,0-1-1,0 1 1,-1 0 0,1-1 0,0 1 0,-1 0 0,1 0-1,-1-1 1,1 1 0,-1 0 0,1 0 0,-1 0 0,0 0 0,1 0-1,-1 0 1,0 0 0,0 0 0,0 0 0,0 0 0,0-1 0,0 1-1,0 2 1,1 3 141,27 130 1487,-19-83-991,-9-53-674,0 1 0,-1-1-1,1 1 1,0-1 0,0 1-1,0-1 1,0 0 0,0 1-1,0-1 1,1 1-1,-1-1 1,0 1 0,0-1-1,0 1 1,0-1 0,0 1-1,1-1 1,-1 0 0,0 1-1,0-1 1,1 0 0,-1 1-1,0-1 1,0 1-1,1-1 1,-1 0 0,1 0-1,-1 1 1,0-1 0,1 0-1,-1 0 1,1 1 0,-1-1-1,0 0 1,1 0-1,-1 0 1,1 0 0,-1 0-1,1 1 1,-1-1 0,1 0-1,-1 0 1,0 0 0,1 0-1,-1-1 1,1 1 0,-1 0-1,1 0 1,-1 0-1,1 0 1,-1 0 0,1 0-1,-1-1 1,0 1 0,1 0-1,-1 0 1,0-1 0,1 1-1,-1 0 1,1-1 0,-1 1-1,0 0 1,0-1-1,1 1 1,-1-1 0,21-30-191,28-70-15,-4-2 0,-6-2 0,32-127 0,-59 158-862,-10 26-2864,-2 33-1407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21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67 15459,'0'0'3329,"0"190"-2817,0-103 224,0-3-264,0-5-472,0-12-472,0-23-552,0-27-704,0-11-2961</inkml:trace>
  <inkml:trace contextRef="#ctx0" brushRef="#br0" timeOffset="1">1 47 13515,'0'0'2856,"218"11"-4776,-128-40-680,-20 0-5202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22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303 71 5937,'0'0'14413,"-14"22"-13924,-29 46-127,3 3 0,3 1-1,-27 79 1,54-122-157,2 1 0,1 0 0,1 0 0,1 1 0,2 0 0,2 0 0,3 57 0,-1-85-207,-1-1-1,0 1 0,1 0 0,0-1 1,0 1-1,0-1 0,0 0 0,0 1 1,0-1-1,1 0 0,-1 1 0,1-1 1,-1 0-1,1 0 0,0 0 0,0 0 1,0-1-1,0 1 0,0 0 0,0-1 1,0 0-1,1 1 0,-1-1 0,1 0 1,-1 0-1,1 0 0,-1-1 1,1 1-1,-1 0 0,1-1 0,0 0 1,-1 0-1,1 0 0,0 0 0,-1 0 1,5-1-1,-1 1-98,0-1 0,1-1 1,-1 1-1,0-1 0,0 0 0,0 0 0,0-1 1,0 0-1,0 0 0,-1 0 0,1-1 1,-1 0-1,9-8 0,-6 3-268,0-1 0,-1-1 0,0 1 0,-1-1 0,0 0 0,-1-1 0,8-22 0,-6 6-1636,0 0 0,2-37 0,-1-12-4064</inkml:trace>
  <inkml:trace contextRef="#ctx0" brushRef="#br0" timeOffset="1">1 394 12827,'0'0'6449,"212"0"-5457,-129-46-336,-6-10-479,-13-8-177,-19 3-633,-19-9-935,-20 15-1473,-6 14-2736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35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104 779 72,'-5'9'17851,"2"-6"-16355,2-6-1348,-1-1-1,1 1 1,0 0 0,1-1-1,-1 1 1,0 0 0,1-1-1,0 1 1,0-1 0,0 1 0,0 0-1,1-7 1,0 0 98,1-9 17,1 0 1,1-1-1,1 1 1,0 1 0,2-1-1,0 1 1,1 0 0,14-23-1,-11 18-56,-1 0-1,9-36 0,-1 7 105,1 5 959,-8 22-985,12-43 0,-17 47-181,1 0-1,1 0 1,14-26 0,-20 44-97,1 0 1,0 1-1,0-1 1,0 1-1,0-1 1,0 1-1,0 0 1,0 0-1,1 0 1,-1 1-1,1-1 1,0 1-1,-1 0 1,1 0-1,0 0 1,0 0-1,-1 1 1,1 0-1,0 0 1,0 0-1,0 0 1,0 0-1,0 1 1,3 0-1,10 2 70,0-1-1,0 2 0,0 1 1,18 7-1,-4 0 144,53 32 0,-77-38-169,0 1 0,-1 0 0,0 0-1,0 0 1,-1 1 0,9 16-1,-6-12-2,74 133 423,-72-122-396,0-1-1,-2 1 1,0 1 0,7 42-1,-9-18 4,-3 1 0,-2 0 0,-2 0 0,-12 74 0,9-105-76,2-21-3,1-32 9,0-48-198,-17-124-1,11 166 162,-1 0-1,-3 0 1,-1 1-1,-34-76 1,26 73 19,14 28 16,0 1 1,-1-1-1,-1 1 1,0 1-1,-1-1 0,0 2 1,-21-23-1,9 18-30,-2 0 1,0 2-1,0 0 0,-2 2 0,0 0 0,-38-13 1,57 25-2,0 0 1,-1 0 0,1 1-1,0-1 1,-1 1 0,1 1 0,0-1-1,0 1 1,-1 0 0,1 0 0,0 1-1,0 0 1,0 0 0,0 1-1,1-1 1,-1 1 0,1 0 0,-1 1-1,1-1 1,-5 5 0,-7 6 31,0 0 0,2 2 1,-1-1-1,-17 25 0,21-22-7,0 0 1,1 1-1,1 0 0,0 1 1,2 0-1,0 0 0,2 1 1,0 0-1,-3 23 0,0 25 78,-1 104-1,6-64 72,1-62-112,-6 168 374,9-215-324,-20-23-13053,8 14 5470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46.76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174 90 24,'-2'0'11796,"-5"0"-7187,-35 0-3442,31 3-1167,1 1 0,-1 0 0,1 1 1,-10 6-1,-7 3-44,20 18-632,3-19 675,1 1 1,1-1-1,0 1 1,1-1-1,1 1 1,0-1-1,3 26 1,-1 9 3,-2-36-4,0-8-1,-1 1 0,1-1 0,0 1 0,0-1 1,0 1-1,1 0 0,0-1 0,0 0 1,0 1-1,0-1 0,1 1 0,0-1 1,0 0-1,0 0 0,0 0 0,0 0 0,1 0 1,5 5-1,-2-3-10,-1 0 1,2-1-1,-1 0 1,1 0-1,-1 0 1,1-1-1,1 0 1,-1 0-1,0-1 1,10 3-1,-13-5 17,1 0 0,-1 0 0,1 0 0,0-1-1,-1 1 1,1-1 0,0 0 0,-1-1 0,1 1 0,0-1 0,-1 0 0,1 0-1,-1 0 1,1-1 0,-1 0 0,0 0 0,1 0 0,-1 0 0,4-4 0,10-6 34,-2 0 1,0-2-1,18-18 1,-30 28-32,0-1-1,0 0 1,-1 0-1,1-1 1,-1 1-1,0-1 0,-1 0 1,1 1-1,-1-1 1,0 0-1,-1 0 1,1-1-1,-1 1 1,0-12-1,0-2 74,-1 9-54,1 0 0,-1 0 0,-1 0 0,0-1 0,-1 1 0,0 1 0,0-1 0,-1 0 0,-7-15 0,-3-1-17,10 18 25,-1 1 1,0 0-1,-1 0 1,1 1-1,-1 0 1,-1-1-1,-6-6 0,8 11 24,0 0-1,0 0 0,0 1 0,-1 0 0,1 0 0,0 0 0,-1 0 0,1 1 0,-1-1 0,0 1 0,0 0 0,1 1 0,-1-1 0,0 1 0,0 0 0,1 0 0,-8 1 1,11-1-55,-1 0 67,-32 0 159,28 4-206,1-1 0,-1 1 0,0 0-1,1 1 1,0-1 0,0 1 0,0 0-1,1 0 1,-8 11 0,2-4 16,2-3-42,0 0 0,1 1 0,0 0-1,1 1 1,0-1 0,1 1 0,0 0 0,1 1 0,-6 18 0,6-4-8,0 1 0,2-1 0,1 37-1,2-57 6,0-1-1,0 1 0,1-1 0,0 0 0,0 1 0,0-1 0,1 0 0,-1 0 0,1 0 0,0-1 0,1 1 0,-1-1 0,1 0 0,0 1 0,0-2 0,0 1 0,1 0 0,-1-1 0,1 0 0,0 0 0,0 0 0,0-1 1,0 0-1,0 1 0,0-2 0,1 1 0,8 1 0,88 0 235,-101-3-212,25-1 55,-20 0-68,-1-1-1,0 0 1,1 0-1,-1 0 0,0-1 1,0 0-1,-1 0 0,1 0 1,6-7-1,40-41 52,-31 30-50,-13 14 24,0 0 0,0-1 0,0 0 0,-1 0 0,-1 0 1,1-1-1,-1 0 0,-1 0 0,0-1 0,0 1 0,0-1 0,-1 0 1,-1 0-1,0 0 0,0 0 0,-1 0 0,0 0 0,-1-12 0,0-3 28,-4-50 79,3 70-119,0-1 1,-1 1 0,0-1-1,0 1 1,0 0 0,-1 0-1,0 0 1,1 0-1,-2 1 1,1-1 0,-6-5-1,4 6 55,0 0-1,-1 0 1,1 0-1,-1 1 1,0 0-1,0 0 1,0 0-1,0 1 0,-1 0 1,1 0-1,-1 1 1,1-1-1,-14 0 1,0 1 16,0 1 1,0 1 0,-29 4-1,32-1-16,0 2 0,1 0 0,-1 1 0,2 0-1,-1 2 1,-19 12 0,29-12 2,0-1 0,0 1 0,1 0 0,0 0 0,1 0 0,0 1 0,0 0 0,-3 13 0,0 10 45,2 1-1,1-1 1,1 1 0,3 47 0,0-55 133,0-24-272,0-1-1,0 0 0,0 0 1,0 0-1,0 0 0,0 1 0,0-1 1,0 0-1,1 0 0,-1 0 1,0 0-1,1 0 0,-1 0 1,1 0-1,-1 0 0,1 0 0,0 0 1,-1 0-1,1 0 0,0 0 1,0 0-1,-1 0 0,1-1 0,0 1 1,0 0-1,0-1 0,0 1 1,0 0-1,0-1 0,0 1 1,0-1-1,1 0 0,-1 1 0,0-1 1,2 0-1,0 0-820,0 0 0,0 0 0,0 0 0,0 0 0,0-1 0,0 0 0,0 0 0,0 0 0,0 0 0,0 0 0,5-3 0,17-10-6155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50.27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2665,'0'0'2072,"0"6"-1912,0 6-160,0 3-224,0-1-1032,0-5-881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52.51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4422 329 4945,'0'0'6928,"-13"-2"-6089,-56-14 1213,0-2 0,-95-41 0,-35-10-1258,46 30-13,-167-22 1,-161 7-58,348 44-723,-230 11 0,296 8 84,-1 3-1,-96 31 0,86-22-35,-46 17-29,3 5 0,1 6 0,2 4 0,3 6 0,-184 126 0,258-159 18,-28 22 285,7 9-325,14-11 62,-2-2 1,-67 44-1,68-60 14,32-19 75,0 0 0,1 2-1,-19 15 1,34-24-82,1-2 122,-27 6-7149,-36 15 3504,-32 6 6810,32-10-454,-41 14-1128,-127 31-418,205-55-1065,20-5-228,0 0 0,0 0-1,0-1 1,0 0 0,0 0 0,-9 0 0,14-1-125,7-17-16788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52.896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58 0 3409,'0'0'8976,"-3"3"-8369,-2 3-430,0 1 1,0-1-1,1 1 0,-1 0 0,1 0 1,1 1-1,0-1 0,0 1 1,0 0-1,1 0 0,0 0 0,1 0 1,-1 9-1,-3 21 579,3 54 0,2-89-729,1 0-1,0 1 1,0-1-1,0 0 1,0 0 0,0 0-1,1 0 1,0 0-1,-1 0 1,1 0-1,0-1 1,0 1-1,1-1 1,-1 1-1,0-1 1,1 0-1,0 0 1,-1 0-1,1 0 1,0 0 0,0-1-1,0 1 1,0-1-1,0 0 1,0 0-1,6 1 1,7 3 105,1-1 1,0 0 0,32 2-1,15-3 279,-1-3-1,1-3 0,77-13 1,-138 16-132,0 0-1263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57.09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38 176 1120,'0'0'7248,"-5"0"-6334,-12 0 98,13 0 114,-6-1 6548,8-1-6878,10-6-613,0 1 0,0 0 0,1 1 0,0 0 0,0 0 0,0 1 0,19-8 0,6-4 47,37-26 0,-35 21-22,-27 17-103,0 1 0,0 0 0,0 1-1,1-1 1,-1 2 0,1 0 0,17-2 0,73 0 11,-80 4-23,-18 0-77,0 0 1,1 0-1,-1 1 0,0-1 0,1 1 0,-1-1 0,0 1 0,0 0 0,0 0 1,1 0-1,-1 0 0,0 0 0,0 0 0,-1 0 0,1 1 0,0-1 0,0 1 1,-1 0-1,1-1 0,-1 1 0,1 0 0,-1 0 0,0 0 0,1 0 0,-1 0 1,0 0-1,-1 0 0,1 1 0,0-1 0,0 0 0,-1 3 0,3 8 85,-1 0 1,-1 1-1,0-1 0,-2 18 0,1-12-125,0 172 153,0-190-119,-12 19 394,0-5-388,-1 0 0,-1-2 1,0 1-1,-1-2 0,0 0 1,-1-1-1,-34 19 0,41-28-12,-1 0 0,0 0-1,1-1 1,-1 0 0,0-1 0,0 0-1,0 0 1,-9-2 0,-20 0-7,32 2-44,-1 0 0,0 0 0,0-1 0,0 0 0,0 0 0,1-1 0,-1 0 0,1 0 0,-1-1 0,1 0 0,0 0 0,-9-5 0,-8-4 131,21 11-105,1 0-1,-1 0 1,1 0-1,-1 0 1,1 0-1,-1 0 1,1-1-1,0 1 1,0-1-1,0 0 1,0 1-1,0-1 1,0 0-1,0 0 1,0 0-1,1-1 1,-1 1-1,1 0 0,0 0 1,-1-1-1,1 1 1,-1-6-1,-6-51-398,3-1-1,4-78 0,1 85-1819,0 52 2093,1 0-1,-1 1 0,0-1 1,1 1-1,-1-1 0,1 1 0,-1-1 1,1 1-1,-1-1 0,1 1 1,-1-1-1,1 1 0,-1 0 1,1-1-1,0 1 0,-1 0 1,1-1-1,0 1 0,-1 0 0,1 0 1,0 0-1,-1-1 0,1 1 1,0 0-1,-1 0 0,2 0 1,23-2-3775,-21 2 2653,22 0-5000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58.495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27 216 672,'0'0'7967,"-3"-2"-7168,1 1-462,0 0 1,1-1-1,-1 1 1,1 0-1,-1-1 0,1 1 1,0-1-1,0 0 0,-1 1 1,1-1-1,0 0 1,0 1-1,1-1 0,-1 0 1,0 0-1,1 0 0,-1 0 1,0-2-1,0-43 2506,1 26-3009,1 17 171,1 1 0,-1-1-1,0 0 1,1 1 0,0-1 0,0 1-1,0-1 1,1 1 0,-1 0-1,1 0 1,-1 0 0,1 0 0,0 1-1,6-5 1,48-35 291,-52 39-286,0 1 0,0 0 0,0 0 0,1 0 0,-1 0 0,0 1 0,1 0 0,-1 0 0,1 0 0,-1 1 0,1 0 0,10 1 1,69 16 481,-38-6-399,-41-9-54,1 1 1,-1-1-1,0 1 0,0 0 0,0 1 0,-1-1 1,1 1-1,-1 0 0,0 1 0,0-1 0,0 1 1,-1 0-1,0 0 0,5 6 0,34 59 352,-38-59-317,-1-1 0,0 1 1,-1 0-1,4 17 0,9 29 123,-15-53-170,0 0 1,0 0-1,0 0 0,0 0 0,-1 0 0,0 0 0,0 0 1,0 0-1,0 0 0,-1 0 0,1 0 0,-1 0 1,0 0-1,0 0 0,-1 0 0,1 0 0,-1-1 1,0 1-1,0 0 0,0-1 0,0 0 0,-1 1 0,1-1 1,-1 0-1,0 0 0,0 0 0,0-1 0,-5 5 1,-3 1 13,-1 1 0,0-1 0,0-1 0,0 0 0,-1-1 0,-25 9 0,32-14-22,-1 1 0,1-1-1,-1 0 1,0 0 0,0-1-1,1 0 1,-1 0 0,0-1-1,0 0 1,1 0 0,-1 0 0,0-1-1,1 0 1,-9-4 0,-4-3 27,0-2 0,0 0 1,-18-15-1,-14-8 110,47 30-175,1 1 0,0 0 1,0 0-1,0-1 0,0 0 1,0 0-1,1 1 0,0-2 0,0 1 1,0 0-1,-3-8 0,3 7 15,0 0 0,0 0 0,0 0 1,-1 0-1,0 1 0,0-1 0,-5-5 0,7 8-143,1-1 1,-1 0-1,1 1 0,0-1 1,0 0-1,0 1 1,0-1-1,0 0 0,1 1 1,-1-1-1,1 1 1,1-6-1,39-67-3047,-31 59 403,0-1 0,14-34-1,-22 37-2530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5:59.932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65 3224 3873,'0'0'7777,"-3"-2"-7143,-2-3-336,0 1 1,0-1-1,1 0 0,0 0 1,0-1-1,0 1 0,1-1 1,0 0-1,0 0 0,0 0 1,1 0-1,-1-1 0,2 1 1,-1-1-1,1 1 0,-1-14 0,-2-20 265,1-61 0,3 83-417,0-995 2781,1 978-2885,1-1-1,2 1 1,2-1 0,1 1 0,1 1-1,3 0 1,0 0 0,2 1 0,34-61-1,54-126 130,-78 161-104,2 2 0,3 1 0,2 1 0,51-68 0,-60 98-71,43-37 0,5-4 6,49-58 81,32-35 17,26-34 141,-145 164-256,0 1 0,2 1 0,0 2 0,42-23 0,-50 36-5,2 0 0,0 2 0,47-11 0,-53 17 122,-1-2 1,1 0-1,-1-1 0,0-2 1,-1 0-1,0 0 0,29-21 0,15-11 96,-58 41 50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00.281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39 22 472,'0'0'12811,"8"-3"-11436,16-3-934,-1 1 0,1 2 1,-1 0-1,1 2 0,0 0 0,0 2 1,32 4-1,-53-4-411,0 0 0,0 0 1,0 0-1,0 0 0,0 1 1,-1-1-1,1 1 0,0 0 1,-1 0-1,1 0 0,-1 0 0,0 0 1,0 0-1,0 1 0,0-1 1,0 1-1,0-1 0,0 1 0,-1 0 1,1 0-1,-1-1 0,0 1 1,0 0-1,0 0 0,0 4 1,2 8 241,0-1 1,-1 1 0,-1-1-1,0 18 1,0-15-148,-1-1 1,-1 1-1,0-1 1,-2 1-1,0-1 1,0 0-1,-1 0 1,-1 0-1,-1 0 1,0-1-1,-15 25 1,2-12-495,-2-1 1,0-1 0,-47 43 0,44-44-691,10-10-114,0 2-1,1 0 0,1 0 0,1 1 0,0 0 0,-11 29 0,17-37 387,-22 51-3825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01.728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2725 4841,'0'0'8494,"2"-17"-8053,2 12-325,0-1 0,0 1 0,0 0 0,0 0 0,1 1 0,0-1 0,0 1 0,10-7 0,10-8 442,8-14 245,-3-2-1,0-1 1,47-77-1,56-132 474,-101 184-972,132-246 404,62-123-97,12-94 459,-208 468-967,50-68 1,21-38 222,-64 81-49,-30 63-249,0 0 0,1 1 0,1-1 0,1 2 0,0-1 0,1 1 0,1 1 0,1 0-1,17-17 1,-2 9-30,0 0-1,1 2 0,2 2 1,0 0-1,0 2 0,35-12 1,-43 20 43,0-2 1,21-12-1,-32 16-51,0 0 0,1 0 1,-1 1-1,2 1 0,-1 0 0,1 1 0,-1 0 0,1 1 0,0 1 1,17-1-1,0 1 1025,-20 1-1021,-26 1-5248,-34 3-4170,25 0 2346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02.287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0 3545,'0'0'12871,"0"1"-12773,0-1 1,0 0 0,0 0-1,0 1 1,0-1 0,0 0-1,-1 1 1,1-1 0,0 1-1,0-1 1,0 0 0,0 1-1,0-1 1,0 0 0,0 1 0,1-1-1,-1 0 1,0 1 0,0-1-1,0 0 1,0 1 0,0-1-1,0 0 1,1 1 0,-1-1-1,0 0 1,0 0 0,0 1-1,1-1 1,-1 0 0,0 0 0,0 1-1,1-1 1,-1 0 0,0 0-1,1 0 1,-1 1 0,1-1-1,207 31 2082,-82-15-1844,-124-15-259,-1 1 0,0-1 0,0 0 0,-1 1 0,1-1 0,0 1 1,0-1-1,-1 1 0,1-1 0,-1 1 0,1 0 0,-1-1 0,0 1 1,0-1-1,0 1 0,1 0 0,-2-1 0,1 1 0,0 0 0,0-1 1,0 1-1,-2 2 0,2 6-82,-2 39 208,-3-1 1,-13 59-1,17-96-133,2-10-24,-1-1 0,0 1 0,0-1-1,0 1 1,0-1 0,0 1 0,0-1 0,0 1-1,0-1 1,0 1 0,0-1 0,0 1 0,0-1-1,0 1 1,0-1 0,-1 1 0,1-1 0,0 1-1,0-1 1,-1 1 0,1-1 0,0 1 0,-1-1-1,1 0 1,0 1 0,-1-1 0,1 0 0,0 1-1,-1-1 1,1 0 0,-1 1 0,1-1 0,-1 0-1,1 0 1,-1 1 0,1-1 0,-1 0 0,1 0-1,-1 0 1,1 0 0,-1 0 0,1 0 0,-1 0-1,-1 0 621,2 2-1162,-1 0 302,1 0-1,-1 0 1,0-1-1,0 1 1,0 0-1,0-1 1,0 1-1,0-1 1,-1 1 0,1-1-1,0 1 1,-4 1-1,-6 9-643,-62 82-6901,40-44 1424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03.72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1 111 824,'2'1'11480,"2"3"-7842,28 18-3337,7-1 187,-1 2 0,-1 2-1,-1 1 1,-2 2-1,0 1 1,44 51-1,-52-50-272,2 3-71,1-1 1,1-1-1,62 47 0,-92-78-105,0 0 0,0 0-1,0 0 1,0 1 0,0-1-1,0 0 1,1 0 0,-1 0-1,0 0 1,0 0 0,0 0-1,0 0 1,0 0 0,0 0-1,0 0 1,1 0 0,-1 0-1,0 0 1,0 0 0,0 0-1,0 0 1,0 0 0,0 0-1,0 0 1,1 0-1,-1 0 1,0 0 0,0 0-1,0 0 1,0 0 0,0 0-1,0 0 1,0 0 0,1 0-1,-1 0 1,0 0 0,0 0-1,0 0 1,0 0 0,0 0-1,0-1 1,0 1 0,0 0-1,0 0 1,1 0 0,-1 0-1,0 0 1,0 0 0,0 0-1,0 0 1,0-1 0,0 1-1,0 0 1,0 0 0,0 0-1,0 0 1,0 0 0,0 0-1,0-1 1,0 1 0,0 0-1,-2-14 487,-8-14-565,-20-34-154,-3 1 0,-3 2 0,-2 1-1,-3 2 1,-49-52 0,13 35 234,141 73-352,-14-3 331,-1-1 0,0-3 0,73-19 0,-74 14-23,-41 11 0,-6 1 4,-1 4-104,1 31 307,-2 0 1,-1 0-1,-2-1 1,-2 1 0,-15 52-1,-79 166 1288,99-251-3759,-2 3-2158,1-1 2553,-1-1 53,-9 10-5577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08.1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0 560 5089,'0'0'4748,"19"-6"-3887,-13 4-785,5-2 68,0 1 1,0-1-1,0-1 1,0 0-1,-1 0 1,0-1-1,0-1 1,-1 0 0,0 0-1,0 0 1,0-1-1,-1-1 1,11-13-1,-10 4 38,0 0 0,-1 0-1,0-1 1,-2 0 0,0 0-1,-2-1 1,0 0 0,-1 0 0,1-31-1,-3 25-85,-2 0 0,-1 0 0,0 0-1,-2 0 1,-2 0 0,-14-44 0,20 70-72,0 0 1,0 0 0,0 0 0,0 0-1,0-1 1,0 1 0,0 0 0,0 0-1,0 0 1,0 0 0,0-1 0,0 1-1,0 0 1,0 0 0,0 0 0,0 0-1,0 0 1,0-1 0,-1 1 0,1 0-1,0 0 1,0 0 0,0 0 0,0 0-1,0 0 1,0-1 0,-1 1 0,1 0-1,0 0 1,0 0 0,0 0 0,0 0 0,-1 0-1,1 0 1,0 0 0,0 0 0,0 0-1,-1 0 1,1 0 0,0 0 0,0 0-1,0 0 1,0 0 0,-1 0 0,1 0-1,0 0 1,0 0 0,0 0 0,0 0-1,-1 1 1,-5 9 282,-3 16-299,-9 38 80,3 2 0,3 0-1,-5 94 1,15-110-7,-1-13-5,2-1 0,2 1 0,6 41 0,-6-74-88,0 0-1,0 0 1,1 0-1,-1 0 0,1 0 1,0-1-1,0 1 0,0 0 1,0-1-1,1 0 0,-1 1 1,1-1-1,6 5 1,-8-7-18,1 1 0,0-1 1,0 0-1,0 0 0,-1 0 1,1 0-1,0-1 1,0 1-1,0 0 0,0-1 1,1 0-1,-1 1 1,0-1-1,0 0 0,0 0 1,0 0-1,0 0 0,0 0 1,0-1-1,1 1 1,-1-1-1,0 1 0,0-1 1,0 0-1,0 0 1,-1 0-1,1 0 0,0 0 1,0 0-1,1-2 1,6-4 9,-1-1 1,-1 0-1,1-1 1,-1 1 0,-1-2-1,0 1 1,0-1 0,-1 0-1,5-12 1,37-106 291,-42 113-250,10-43 102,-2 0 1,7-94 0,-15 110-78,-3 12 850,-3 51 1648,-1 7-2446,-1 0-1,-2 0 0,0 0 1,-17 46-1,-5 26 62,23-80-50,2 1 0,0-1-1,2 1 1,0-1 0,1 1-1,1-1 1,1 0 0,8 30 0,4 33 33,24 391 161,-37-3-991,-3-272-1550,-2-260-708,-2 1 0,-13-59 1,5 48-3091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09.2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1 753 8002,'0'0'5706,"0"-36"-5376,0 10-231,6-222 890,-2 187-397,2 0 0,3 0 0,30-105 0,-37 160-568,0 0-1,0 0 1,1 0-1,0 0 0,0 0 1,0 1-1,1-1 1,0 1-1,0 0 0,7-8 1,-7 10-27,0 1 0,1-1 0,-1 1 0,0 0 0,1 0 0,-1 0 0,1 0 0,0 1 0,0 0 0,-1 0 0,1 0 1,0 0-1,0 1 0,8 0 0,-1 1 39,0 1 1,1 0 0,-1 1 0,0 0-1,0 1 1,-1 0 0,1 1-1,-1 0 1,0 1 0,0 0-1,-1 1 1,1 0 0,-1 0-1,-1 1 1,13 14 0,1 2 168,-1 1 0,-1 1 0,-1 1 0,27 49 0,-38-59-61,-2 1 1,1-1-1,-2 2 0,0-1 0,-1 1 1,-1-1-1,-1 1 0,-1 0 1,0 0-1,-2 26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0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514 0 4809,'0'0'3055,"-9"5"-3899,-8 7 7938,10-5-703,-11-4-4165,-24-3-2733,31 0 1140,1-1-612,0 1 0,0 0-1,0 1 1,0 0 0,0 1 0,0 0 0,1 0 0,-1 1-1,0 1 1,1 0 0,0 0 0,0 0 0,0 1 0,1 1-1,-9 6 1,-3 4-44,0 2-1,2 0 1,0 1 0,1 1-1,1 1 1,1 0-1,-21 40 1,21-32 21,2 0 0,1 1 0,1 0-1,1 1 1,-10 60 0,17-68 26,0 0 0,1 1-1,1-1 1,2 1 0,0-1-1,5 27 1,-3-40-26,-1 0 0,2 0 0,-1 0 0,1 0 0,1-1 0,0 0 0,0 0 0,1 0 0,0 0 0,0-1 0,1 0 0,0 0 0,0-1 0,1 0 0,0 0 0,10 6 0,-3-4 2,1 0 0,0-1 0,1 0 0,0-2 0,0 0 0,0 0 0,1-2 0,32 5 0,-5-5 133,0-2 0,63-6 0,-97 3-2,1 0-1,0 0 1,0-2-1,-1 1 1,1-2-1,15-6 1,-26-35 1050,-1 29-1834,3-56-4348,7 25-1710,3 11-2979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1.1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594 41 6409,'0'0'10317,"-16"-5"-9985,-14-4 173,0 1 0,0 1 0,0 2 0,-46-2 0,59 7-392,0 2-1,1-1 1,-1 2 0,0 0 0,1 1-1,0 1 1,0 0 0,0 1 0,0 1-1,1 0 1,0 1 0,1 1 0,0 0-1,0 1 1,1 1 0,0 0 0,1 1 0,0 0-1,-10 14 1,13-14-102,1 0 0,0 1 0,1 0 0,1 0 0,0 1 0,1 0 0,0 0 0,1 0 0,0 1 0,1-1 0,0 18 0,-1 16-62,3 1 1,5 50-1,-2-81 18,1 0 0,1 0 0,0 0 0,2-1 0,0 0 0,1 0 0,0 0 0,1-1 0,1 0 0,1-1-1,1 0 1,13 16 0,15 13 138,1-2-1,66 53 1,-99-90-54,-1-1 1,1 0-1,0 0 0,0-1 1,0 0-1,0 0 1,1 0-1,-1-1 0,1 0 1,0-1-1,-1 1 0,1-2 1,0 1-1,0-1 1,0 0-1,0-1 0,0 1 1,-1-2-1,1 1 0,0-1 1,-1 0-1,1-1 0,-1 0 1,0 0-1,0 0 1,11-8-1,-17 10-215,1 0-1,0 0 1,-1-1-1,0 1 1,1 0-1,-1-1 1,0 1 0,0-1-1,0 0 1,0 1-1,0-1 1,0 0-1,0 0 1,0 1 0,0-5-1,1-15-7180,-2 12 457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2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601 31 3529,'0'0'7517,"-46"-11"1429,39 7-8704,1 2 0,-1-1 0,1 1 1,-1 0-1,0 0 0,0 0 0,0 1 0,0 0 0,0 1 0,0 0 0,0 0 0,-9 1 0,5-1 64,-71 4 905,-103 18-1,24-2-361,160-19-825,0-1 0,0 0 1,0 1-1,0-1 0,0 0 0,0 1 1,1-1-1,-1 1 0,0 0 0,0-1 0,1 1 1,-1 0-1,0-1 0,0 1 0,1 0 1,-1 0-1,1-1 0,-1 1 0,1 0 1,-1 0-1,1 0 0,0 0 0,-1 0 0,1 0 1,0 0-1,0 0 0,-1 0 0,1 0 1,0 0-1,0 0 0,0 0 0,0 0 0,0 0 1,1 0-1,-1 0 0,0 0 0,0 0 1,1 0-1,-1-1 0,0 1 0,2 1 0,17 50-119,-14-41 229,33 98 160,-4 1 0,-5 2 0,-5 1 1,-5 1-1,7 168 0,-21-145 131,0-119-293,8-19-161,22-27-184,-16 11 215,5 3 3,2 0 1,0 1-1,0 2 1,1 0-1,1 2 1,39-8-1,-17 8 134,0 2 1,92-1-1,-141 8 715,-8-23-11809,7 11 3574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3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2 385 8602,'0'0'7895,"0"-25"-7690,-1 4-167,1 2 8,0 0 1,1-1-1,1 1 0,0 0 0,2 1 0,6-23 1,-2 12 50,-5 17-8,0 1 1,0 0-1,2 0 0,-1 1 1,8-14-1,-11 23-71,-1 1 0,0-1 1,0 1-1,1-1 0,-1 1 0,0-1 0,1 1 0,-1-1 0,0 1 0,1-1 1,-1 1-1,1 0 0,-1-1 0,1 1 0,-1 0 0,1 0 0,-1-1 1,1 1-1,-1 0 0,1 0 0,-1-1 0,1 1 0,-1 0 0,1 0 1,-1 0-1,1 0 0,-1 0 0,1 0 0,0 0 0,-1 0 0,1 0 0,-1 0 1,1 0-1,-1 1 0,1-1 0,-1 0 0,1 0 0,-1 0 0,1 1 1,-1-1-1,1 0 0,-1 1 0,1-1 0,-1 0 0,1 1 0,0 0 0,14 22 502,-13-20-481,13 24 499,18 33 773,39 94-1,-66-171-1963,4-31 511,3-11 113,-7 34-18,-1 4-85,0-1 0,1 1-1,2 1 1,0-1-1,1 1 1,18-30 0,-26 49 114,0 0 0,-1 0-1,1 0 1,0 0 0,-1 0 0,1 0 0,0 1 0,0-1 0,0 0 0,0 0 0,0 1 0,0-1 0,0 0 0,0 1 0,0-1 0,0 1-1,0 0 1,0-1 0,0 1 0,0 0 0,0 0 0,1-1 0,-1 1 0,0 0 0,2 0 0,-1 1 19,0 0 0,-1 0 0,1 0-1,0-1 1,-1 2 0,1-1 0,-1 0 0,1 0 0,-1 0 0,1 1 0,-1-1 0,0 1 0,0-1 0,1 3 0,5 7 132,0 1 0,-1 0 1,6 20-1,-9-25-80,34 88 97,-36-93-249,0 1 1,0-1 0,-1 0-1,1 0 1,1 0-1,-1 0 1,0-1 0,0 1-1,1 0 1,-1 0 0,1-1-1,-1 1 1,1-1-1,0 1 1,0-1 0,-1 0-1,5 2 1,25-2-7042,-12-6-882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3.3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8674,'0'0'13083,"20"0"-12203,5 0 304,1 0-224,6 0-496,6 0-224,1 0-240,-1 0-80,1 0-952,6-12-1320,-7 1-2449,-12 5-3041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3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122 268 8026,'0'0'2994,"0"-30"-2358,0-122 479,0 66 5315,0 101-6394,2 15 139,2 1-1,1-1 0,13 42 0,-2-6 202,1 10 342,29 78-1,-33-120-628,1 0 0,2-1 0,1 0 0,33 46 0,-31-58-580,-19-21 377,-5 0 32,-42 1-39,-82 12-1,107-9 635,-1 1-1,1 0 1,0 2 0,1 1-1,-39 19 1,52-20 275,14-3-649,19-3-410,-22-1 328,21 0-31,0 0 0,0-2-1,-1-1 1,38-9-1,-54 10-301,0 0-1,1-1 1,-1 0-1,-1 0 1,1-1-1,0 1 1,-1-2-1,0 1 0,0 0 1,0-1-1,-1 0 1,1-1-1,-1 1 1,0-1-1,-1 0 1,1 0-1,-1-1 0,5-10 1,5-24-4987,-7 0-2916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4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1 6833,'0'0'11539,"-4"0"-10854,-18 0 5577,22 0-6215,0 1 1,0 0 0,0-1-1,0 1 1,0 0 0,0-1-1,0 1 1,0 0 0,0-1-1,0 1 1,0 0 0,0 0-1,0-1 1,0 1 0,1-1-1,-1 1 1,0 0 0,1-1-1,-1 1 1,0 0 0,1-1-1,0 1 1,5 4-26,1-1 1,0 0-1,-1-1 1,2 1-1,-1-1 0,0-1 1,1 1-1,-1-1 1,13 1-1,72 6 78,-40-6-58,0-3 0,0-3 0,68-11 0,-111 12 12,47-1 444,-48 30-18,47 198 19,-10 2 0,20 286 0,-41-321-168,-11-105-196,2 116 0,-15-203 69,-29 2-74,0 1 0,1 2 0,-43 12 0,10-3-140,-292 78 194,201-37-3757,97-36-587,5-1-2221,-1 2-5575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6.4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0 3393,'0'2'16530,"0"16"-14651,-14 189 16,4-102-1799,2 105-81,6-200-1557,-2-20-1021,-3-21-356,-2-38-2450,0-70 1,9 132 5004,-1-67-3655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6.7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0 1032,'-54'73'2982,"44"-58"8074,25-16-10851,30-3 116,0 2-1,1 2 1,-1 2-1,64 10 1,-96-10-240,0 1 0,-1 1 0,1 0 0,-1 0 0,0 1 0,0 0 0,-1 1 0,1 1 0,-1 0 0,-1 0 0,1 1 0,-1 1 0,-1-1 0,1 2 0,-2-1 0,1 1 0,-1 1 0,-1-1 0,0 1 0,7 15 0,-10-17-31,0 1 1,0 0 0,-1 0 0,0 0 0,-1 0-1,0 0 1,-1 0 0,0 0 0,-1 1-1,0-1 1,0 0 0,-1 1 0,-1-1 0,-2 13-1,0-11 0,-1 1 0,0-1 0,0 0 0,-2-1 0,1 1 0,-1-1 0,-1 0 0,0-1 1,0 0-1,-12 11 0,3-5-26,-2-1 0,1-1 0,-2-1 0,0 0 0,0-1 0,-1-1 1,0-1-1,-1-2 0,0 0 0,-1 0 0,0-2 0,-26 3 0,43-8-29,-11 1 26,0 0 0,-1-1 1,1 0-1,-25-4 0,38 3-30,1 0-1,-1-1 1,1 0-1,0 0 1,-1 0-1,1 0 1,0 0-1,0-1 1,0 1-1,0-1 1,0 0-1,0 0 1,0 0-1,0 0 1,1 0-1,-1-1 1,1 1-1,0-1 1,0 0-1,0 0 1,0 0-1,0 0 1,0 0-1,1 0 1,-1 0-1,1 0 1,0-1-1,-1-4 1,1-2-187,-1 0 0,1 0 0,1 0 1,0-1-1,1 1 0,0 0 1,0 0-1,1 0 0,0 0 1,1 0-1,0 0 0,0 1 0,1-1 1,1 1-1,-1 0 0,2 0 1,-1 0-1,10-10 0,9-8-1216,1 1 1,2 1-1,53-40 0,-59 49 335,69-50-4685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7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162 70 1800,'0'0'13165,"3"-1"-12967,12-3 79,1 0 0,-1 1-1,1 0 1,-1 1 0,1 1-1,0 1 1,-1 0 0,20 3-1,-29-2-223,-1-1 0,1 2 0,-1-1-1,0 1 1,0 0 0,0 0-1,0 0 1,0 0 0,0 1 0,0 0-1,-1 0 1,1 1 0,-1-1-1,0 1 1,0 0 0,-1 0 0,1 0-1,-1 0 1,1 1 0,-1-1-1,-1 1 1,1 0 0,-1 0 0,0 0-1,0 0 1,0 0 0,1 7-1,-1-3-4,-1 0-1,0 0 0,0 0 1,0 0-1,-1 0 0,-1 0 0,1 0 1,-2 0-1,1 0 0,-1 0 1,0 0-1,-1-1 0,0 1 0,-1-1 1,0 1-1,0-1 0,0 0 0,-1-1 1,0 1-1,-1-1 0,-11 12 1,7-10-54,-1 0 1,1-1 0,-1 0 0,-1-1 0,1-1 0,-1 0 0,0 0-1,-1-1 1,1 0 0,-1-1 0,0-1 0,0 0 0,0-1-1,-17 1 1,18-2-36,0 0-1,0-1 1,0 0-1,0-1 1,0-1-1,0 0 0,-17-5 1,25 6 14,0-1 0,0 0 1,1 0-1,-1 0 0,0-1 0,1 1 1,-1-1-1,1 0 0,0 0 0,0 0 0,0 0 1,1-1-1,-1 1 0,1-1 0,-1 1 1,1-1-1,0 0 0,1 0 0,-1 0 0,1 0 1,0 0-1,0 0 0,-1-8 0,0 0-199,1 0-1,0 0 1,0 0-1,2 0 1,-1 0-1,2 0 1,0 0-1,0 1 1,1-1-1,0 0 0,7-14 1,-2 8-629,2 0 0,1 0 1,0 1-1,1 0 0,24-25 0,21-16-4446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7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 2881,'0'0'8553,"19"186"-7280,-19-104-401,0-4-144,-7-5-264,-5-15-184,5-23-280,7-26-848,13-9-1889,6-3-2920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7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462 0 3273,'0'0'11070,"-29"3"-10721,-94 11-39,115-13-216,1 0-1,-1 1 1,0 0 0,1 1 0,-1-1-1,1 1 1,0 1 0,-1 0 0,2 0-1,-1 0 1,0 1 0,1 0 0,0 0-1,0 0 1,1 1 0,-1 0 0,1 0-1,0 0 1,1 1 0,0 0 0,0-1 0,0 2-1,1-1 1,0 0 0,0 1 0,1-1-1,0 1 1,0 0 0,1 0 0,0 0-1,0 0 1,1 12 0,1-14-104,0 0 0,1 0 0,0 0 0,0 0 0,0 0 0,1-1-1,0 1 1,0-1 0,0 1 0,1-1 0,-1 0 0,8 7 0,9 8-27,35 28-1,0 1 40,-47-39 20,1 0 1,-2 0 0,0 0-1,0 1 1,-1 1 0,0-1-1,8 23 1,-13-31 20,1 1 1,-1 0-1,0 0 1,0 0-1,0 0 1,-1 0-1,1 0 1,-1 0-1,0 0 0,0 0 1,-1 0-1,1 1 1,-1-1-1,0 0 1,0-1-1,0 1 1,-1 0-1,1 0 0,-1 0 1,0-1-1,0 1 1,0-1-1,0 1 1,-1-1-1,1 0 1,-1 0-1,-6 5 0,-1-1 56,-1-1-1,-1 0 0,1 0 1,-1-1-1,0-1 0,0 0 1,0 0-1,-1-1 0,-17 1 1,-15 1 43,-56-3 1,93-2-142,5 0-36,1 1-1,-1-1 0,1 0 1,-1-1-1,1 1 1,-1 0-1,1-1 1,-1 1-1,1-1 1,0 0-1,-1 0 1,1 0-1,0 0 1,0 0-1,0-1 1,0 1-1,0 0 1,0-1-1,0 0 1,0 1-1,0-1 0,-1-3 1,1 2-389,0-1 1,0 0-1,1 1 0,-1-1 1,1 0-1,0 0 0,1 0 0,-2-6 1,1-17-5296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8.4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10 3569,'0'0'8268,"-21"-6"-4802,12 4-3300,0 1-1,0 1 1,0-1-1,0 1 1,0 1-1,0 0 0,0 0 1,0 1-1,1 0 1,-1 0-1,0 1 1,1 0-1,-9 5 1,11-4-121,0 0 1,0 0 0,1 0-1,0 0 1,0 1 0,0 0-1,1 0 1,-1 1-1,1-1 1,0 1 0,1 0-1,-1 0 1,1 0 0,1 1-1,-1-1 1,1 0 0,-3 14-1,3-14-26,1 0 0,-1 1 0,1-1 0,0 0-1,1 1 1,0-1 0,0 0 0,0 1 0,0-1-1,1 1 1,0-1 0,1 0 0,-1 0 0,1 1-1,1-1 1,-1-1 0,1 1 0,0 0 0,0 0-1,1-1 1,-1 0 0,1 0 0,0 0 0,1 0-1,-1-1 1,1 1 0,0-1 0,6 4 0,3 1-6,1-1 0,0-1 0,1 0 0,0-1 0,-1 0 0,2-2 0,-1 0 0,31 4 1,-9-5-29,-1-1 0,74-7 0,-104 4-18,0 0 0,0 0 0,-1 0 0,1-1 0,0 0 0,-1 0 0,1-1 0,9-5 0,-13 6-228,-1 0 0,1 0-1,-1 0 1,0 0 0,0 0 0,0 0-1,0 0 1,0-1 0,0 1-1,-1-1 1,1 0 0,-1 1-1,0-1 1,1 0 0,-1 0 0,-1 0-1,1 1 1,0-1 0,-1 0-1,1 0 1,-1 0 0,0-4-1,0-11-4057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8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38 280,'0'0'26958,"0"6"-27110,0-15-6226,0-8 2033,0-1-2504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9.1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444 25 8146,'0'0'4983,"-32"-6"-3854,-3-1-775,1 1 1,-36 0 0,62 7-269,1 0 0,-1 0 0,1 0 1,0 1-1,-1 0 0,1 1 0,0 0 0,0 0 0,1 0 0,-1 1 1,1 0-1,-1 0 0,1 1 0,0-1 0,1 1 0,-1 1 1,1-1-1,0 1 0,1 0 0,-5 6 0,-2 1 120,-3 3 14,1 1-1,1 0 1,1 0 0,0 1-1,1 1 1,1 0 0,1 0 0,0 1-1,2 0 1,0 0 0,1 0-1,2 1 1,0 0 0,-1 40-1,4-55-200,0 0-1,0-1 1,1 1-1,0-1 0,0 1 1,0-1-1,0 0 1,1 1-1,0-1 0,0 0 1,1 0-1,-1 0 1,1 0-1,0-1 0,1 1 1,4 5-1,-1-3-26,1-1-1,0 0 1,1-1-1,-1 1 1,1-1-1,0-1 1,0 0-1,14 5 0,14 0-45,0 0-1,1-3 0,-1-1 1,1-2-1,0-1 0,59-6 1,-78 2-384,0 0 1,0-2 0,0 0-1,-1-1 1,1-1 0,18-9 0,2 0-3482,-7 5-1217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6:19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 15683,'0'0'10115,"-7"0"-10500,1 0-4528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7:02.552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62 1225 1016,'0'0'7867,"-17"5"3773,39-6-11207,0-1 0,0-1 0,0-1 1,0-1-1,-1-1 0,1 0 0,-1-2 0,22-11 0,180-61 1537,-3-10-460,22-15 122,-115 56-1123,16-7-245,244-105 961,-172 77-472,-137 56-512,112-25-1,-66 21-238,106-14-2,-55 15 0,-46-1 0,96-19 0,-27 17 0,206-29 0,-349 54 0,89-26 0,27-5 0,-138 34 0,-38 5 0,1 1 0,-1-1 0,1 1 0,-1-1 0,1 0 0,-1-1 0,-7-2 0,-8-3 0,-67-4 0,1 3 0,-156 7 0,112 3 0,78 2 0,-1 1 0,1 3 0,1 3 0,0 1 0,-56 22 0,-21 5 0,-103 11 0,71-2 0,-78 19 0,194-54 0,0 1 0,-60 29 0,53-20 0,-60 17 0,50-22 0,-300 92 0,164-36 0,-68 21 0,161-57 0,2 4 0,-125 70 0,-1 2 0,-97 43 0,307-147-424,40-19-139,-14 5 526,189-95 46,35-17 4,-98 61-10,2 6 0,171-39-1,-170 50 15,140-58 0,104-30 7,-2 10 58,-231 66-78,198-89-11,-85 30-6,-196 86 10,1 2-1,74-12 1,-121 30 21,1 1 1,26 0 0,70-16 237,18 18 125,-134 0-227,0-2-154,-15 1-1723,-104-28-13881,73 21 2694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7:05.22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1495 56 4865,'0'0'8335,"6"-10"-6600,15-27-212,-16 28 2725,-35 9-1713,0 1-2448,0 1-1,0 1 1,0 2 0,0 0-1,1 3 1,0 0 0,0 2-1,1 1 1,-27 14 0,-23 17-15,3 3 1,2 3-1,2 3 0,-87 83 1,-228 260 212,203-173 15,174-209-264,0 0 1,0 1 0,1 0 0,1 0-1,0 0 1,1 1 0,0 0-1,1 1 1,1-1 0,0 1 0,1 0-1,1-1 1,0 1 0,1 24-1,1-39 86,-5-39-6992,0 23 4711,-1 0-1,-1 0 1,-14-23 0,15 26 338,-15-28-4818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7:05.59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171 99 6665,'0'0'4059,"-21"36"-2704,-69 119 289,78-134-1050,1 0 0,1 1 0,-10 33 0,18-48-380,1 1 0,-1-1 0,1 1 0,1 0 0,0-1 0,0 1 0,0 0 0,1 0 0,0-1 0,3 11 0,-4-16-181,1 0 0,0 0 0,0 0 0,0 0 0,1 0 0,-1-1 0,0 1 0,1 0 0,-1-1 0,1 1 0,-1-1 0,1 1 0,0-1 0,0 0 0,-1 0 0,1 0-1,0 0 1,0 0 0,0 0 0,0 0 0,1-1 0,-1 1 0,3 0 0,55 5 569,-52-6-472,17 1 187,0-1 0,-1 0 0,1-2 0,0-1 0,0-1 0,-1-1 0,0-2 0,0 0 0,27-12 0,11-14 580,106-76 0,-108 67-770,-55 38-282,0 0 0,0-1 0,0 1 0,-1-1 0,0 0 0,0 0 0,0-1 0,-1 1 0,1-1 0,2-8 0,22-65-4048,-15 36 2385,13-24-3107,-1 7-1290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7:20.79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7 2 3745,'0'0'6106,"0"0"-6078,0 0-1,0 0 0,0 0 0,0 0 0,0-1 0,1 1 0,-1 0 0,0 0 0,0 0 0,0 0 0,0 0 0,1 0 1,-1 0-1,0 0 0,0 0 0,0 0 0,0 0 0,1 0 0,-1 0 0,0 0 0,0 0 0,0 0 0,0 0 1,1 0-1,-1 0 0,0 0 0,0 0 0,0 0 0,0 1 0,1-1 0,-1 0 0,0 0 0,0 0 0,0 0 1,0 0-1,0 0 0,0 0 0,1 1 0,-1-1 0,0 0 0,0 0 0,0 0 0,0 0 0,0 0 0,0 1 0,0-1 1,0 0-1,0 0 0,0 0 0,0 1 0,0-1 0,0 0 0,0 0 0,0 0 0,0 0 0,0 1 0,0-1 1,0 0-1,0 0 0,0 0 0,0 62 883,-12 339 207,11-375-1073,1-17-1106,0-30-7658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7:21.33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117 289 368,'0'0'9860,"12"-30"-9716,41-95 64,-48 115-184,0 0 1,0 1-1,1 0 0,0 0 1,1 1-1,0 0 1,0 0-1,0 0 1,1 1-1,1 0 1,10-7-1,-11 10-29,-1 0 1,1 1-1,0 0 1,0 0-1,0 1 1,0-1-1,0 2 1,1-1-1,-1 1 0,1 1 1,15 0-1,-21 0 3,0 1 0,1 0-1,-1 0 1,-1 0-1,1 0 1,0 0 0,0 1-1,0-1 1,-1 1-1,1 0 1,0-1 0,-1 1-1,0 0 1,1 1-1,-1-1 1,0 0 0,0 1-1,0-1 1,-1 1-1,1 0 1,-1-1 0,1 1-1,-1 0 1,0 0-1,0 0 1,0 0 0,0 0-1,0 6 1,3 10 36,-2 0 1,0 0-1,-1 28 0,-1-41-18,-1 2 3,0-1-1,0 1 0,-1 0 1,0-1-1,0 1 0,-1-1 1,0 0-1,0 0 0,-1 0 1,0 0-1,0 0 0,0-1 1,-1 0-1,0 0 0,-1 0 1,-8 8-1,-5 2 146,-1 0 0,0-1 0,-43 23 1,58-35-35,0 0 1,-1-1 0,1 0-1,0 0 1,-1 0 0,0-1-1,1 0 1,-1 0 0,-7 1-1,37-17-448,-13 11 227,-1 1 0,1 0-1,-1 0 1,1 1 0,0 1 0,0 0 0,0 0 0,0 1 0,0 0 0,0 1-1,0 1 1,0-1 0,12 5 0,-17-4 63,-1-1 0,0 2 0,1-1 1,-1 0-1,0 1 0,0 0 0,-1 0 0,1 0 0,-1 1 0,1 0 0,-1 0 1,0 0-1,0 0 0,-1 0 0,1 1 0,-1 0 0,0 0 0,-1 0 0,1 0 0,-1 0 1,0 0-1,0 1 0,0-1 0,-1 1 0,0-1 0,1 12 0,-2-8 65,-1 0 0,0 1 0,0-1 1,-1 0-1,0 0 0,-1 1 0,0-2 0,0 1 0,-1 0 0,0-1 0,-1 0 0,1 1 0,-2-2 0,1 1 0,-1-1 0,0 0 0,-1 0 0,0 0 0,-14 10 0,-2 0 169,0 0-1,-2-2 1,1-1-1,-2 0 1,-37 12-1,46-19-168,0-1 0,-1 0 0,0-2 0,0 0 0,0-1 0,0-1 0,-1-1 0,-26-1 0,44 0-68,0 0-1,-1 0 0,1 0 1,0-1-1,0 1 0,-1 0 1,1-1-1,0 1 0,0-1 1,-1 1-1,1-1 0,0 0 1,0 1-1,0-1 0,0 0 1,0 0-1,0 0 0,0 0 1,0 0-1,1 0 0,-1 0 1,0 0-1,0 0 0,1 0 1,-2-3-1,0-30-905,2 22 544,5-46-1953,16 0-739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7:21.68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0 542 2969,'0'0'2966,"19"-32"-1944,2-1-765,6-9 143,-3-2-1,33-78 0,56-147 1830,-99 360-858,-10 96-839,12 161-1080,-15-340-158,1 1 0,-1-1-1,1 0 1,1 1 0,5 14 0,-5-17-4108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7:22.040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1 158 5009,'0'0'5409,"141"58"-6081,-77-63-64,6-22-376,-18 4-1049,-14 3-991</inkml:trace>
  <inkml:trace contextRef="#ctx0" brushRef="#br0" timeOffset="1">501 1 5353,'0'0'2865,"-51"186"-2481,31-110 88,20-9-240,0-15-232,0-14-232,0-20-928,13-12-1217,0-6-872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7:22.43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 6 7682,'0'0'3014,"25"-1"-3915,4 0 712,26-3-621,71 6 0,-124-2 806,0 0 0,0 1 0,-1-1 0,1 1 0,0-1 0,0 1 0,-1 0 0,1 0 0,0 0 0,-1 0 0,1 0 1,-1 0-1,1 0 0,-1 0 0,0 1 0,0-1 0,1 0 0,-1 1 0,0-1 0,0 1 0,0-1 0,0 1 0,-1 0 0,1 0 0,0-1 1,-1 1-1,1 0 0,-1 0 0,0-1 0,1 1 0,-1 0 0,0 0 0,0 0 0,0 0 0,0 0 0,-1 3 0,0 1 86,0 1 0,0-1 0,0 0-1,-1 1 1,0-1 0,0 0 0,-1 0-1,1 0 1,-8 10 0,-2 0 150,0-1 0,-1-1 0,-1 0 0,0-1-1,0 0 1,-2-1 0,1-1 0,-2 0 0,1-1 0,-22 9 0,36-18-296,8-1 12,0 0 0,1 1 0,-1-1 1,0 2-1,0-1 0,0 1 0,0 0 0,0 0 0,-1 0 0,1 1 1,-1 0-1,1 0 0,-1 0 0,7 7 0,-4-3 91,-1 0-1,0 1 1,-1 0-1,1 0 1,-2 1-1,1 0 1,-1 0-1,4 10 1,1 6 272,-2 0-1,0 0 1,-2 1 0,-1 0 0,4 52 0,-9-65-219,1 0-1,0 1 1,1-1 0,0 0 0,1 1 0,0-1 0,1-1 0,11 24 0,-13-34-240,0 0 1,0 0 0,0-1 0,0 1 0,0-1 0,1 1 0,-1-1 0,1 0 0,-1 0-1,1 0 1,-1 0 0,1 0 0,-1-1 0,1 1 0,-1-1 0,1 0 0,0 0 0,-1 0-1,1 0 1,0 0 0,-1 0 0,6-2 0,8 1-1371,16 1-2433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7:22.76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64 1 4305,'0'0'4281,"-32"227"-3833,19-128 0,7 3-48,-7-9-184,13-17-216,0-20-32,0-27-736,0-15-1160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7:23.147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95 7274,'0'0'3027,"31"-15"-3006,99-46-280,-126 58 195,1 1-1,1-1 1,-1 1-1,0 0 1,0 1-1,1-1 1,-1 1-1,1 0 1,-1 0-1,1 1 1,11 0-1,-6 1-169,-10-1 214,1 0-1,-1 0 0,0 0 0,0 0 1,0 0-1,1 1 0,-1-1 1,0 0-1,0 1 0,0-1 0,0 1 1,0 0-1,0-1 0,0 1 1,0 0-1,0-1 0,0 1 0,0 0 1,0 0-1,-1 0 0,1 0 1,0 0-1,-1 0 0,1 0 0,0 0 1,-1 0-1,1 0 0,-1 0 1,0 0-1,1 0 0,-1 0 0,0 2 1,2 43 147,-3-32-96,1-5-5,-1 0 0,1-1 0,-2 1 0,1 0 1,-1-1-1,-1 0 0,1 1 0,-2-1 0,1 0 0,-1 0 1,-7 11-1,-2-1 246,-2 0 0,-31 31-1,-12 13 1626,57-60-1885,-1 0 0,1 0 0,0 0 1,0 0-1,-1 0 0,1 0 0,1 0 0,-1 0 1,0 1-1,0-1 0,1 0 0,-1 1 0,1-1 0,0 0 1,0 1-1,0-1 0,0 0 0,0 1 0,0-1 1,1 0-1,-1 1 0,1-1 0,-1 0 0,1 0 1,0 1-1,0-1 0,0 0 0,0 0 0,1 0 1,-1 0-1,0 0 0,3 2 0,5 6-84,0-1 0,1 0 0,0-1 0,19 12 0,-6-3 118,-4-3-39,-2 2-1,25 26 1,-37-37-21,-1 0 0,0 0 0,-1 0 0,1 0 0,-1 1 0,0 0 0,-1-1 0,1 1 0,-1 0 0,0 0 0,-1 0 0,1 1 0,0 11 0,-2-17-44,0-1 0,0 0 0,0 1 0,1-1 0,-1 0 0,0 1 0,0-1 0,0 0 0,0 0 0,1 1 0,-1-1 0,0 0 0,0 0 0,1 1 0,-1-1 0,0 0 0,0 0 0,1 0 0,-1 1 0,0-1 0,1 0 0,-1 0 0,0 0 0,0 0 0,1 0 0,-1 0 0,0 0 0,1 0 0,-1 0 0,0 0 0,1 0 0,-1 0 0,0 0 0,1 0 0,-1 0 0,0 0 0,1 0 0,-1 0 0,0 0 0,1-1 0,2 1-804,15 0-4405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7:23.544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454 0 5473,'0'0'6607,"-28"5"-5623,-91 22-276,109-25-613,1 1 0,-1 1 0,0 0 0,1 0-1,0 1 1,0 0 0,0 1 0,1 0 0,-15 13-1,7-6 71,-4 5 129,0 0 1,1 2 0,0 0 0,2 0 0,1 2 0,-15 25 0,25-37-264,0 0-1,1 0 1,0 1 0,1 0-1,0 0 1,1 0 0,0 0-1,1 1 1,0-1 0,1 1-1,0 0 1,1-1 0,0 1-1,1 0 1,0-1 0,5 20-1,-4-25-70,1 0 0,0 0 0,0-1 0,1 1 0,-1-1 0,1 0 0,0 0 0,1 0 0,-1-1 0,1 1 0,0-1 0,0 0 0,0-1 0,1 1 0,-1-1 0,1 0 0,0 0 0,0-1 0,0 1 0,0-1 0,13 2 0,7 1-526,1 0-1,-1-2 1,49 0-1,-71-3 433,-1 0-1,1-1 0,-1 1 1,1-1-1,-1 1 0,1-1 0,-1 0 1,0-1-1,1 1 0,-1 0 1,0-1-1,0 0 0,0 0 1,0 0-1,-1 0 0,6-4 0,-2-1-594,0-1-1,0 0 0,-1 0 1,9-16-1,1-14-3223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7:23.925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0 388 7258,'0'0'3832,"193"96"-3984,-129-96-312,13-23-360,-13-9-904,-6 0-1289</inkml:trace>
  <inkml:trace contextRef="#ctx0" brushRef="#br0" timeOffset="1">674 0 5569,'0'0'5001,"-64"149"-4305,38-59 81,1 7-217,5 5-248,1-6-312,6-18 0,13-11-640,0-23-809,26-18-999,6-23-1705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7:24.293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109 1 6737,'0'0'3009,"-51"209"-1889,25-118-400,14-7-335,-1-11-385,6-15-128,7-23-1105,7-17-1703,12-18-3930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7:24.658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52 52 8306,'0'0'3639,"9"-6"-4292,-5 3 636,48-29 97,-49 30-44,-1 1 1,1 0 0,-1 0 0,1 0 0,-1 0 0,1 0 0,-1 0-1,1 1 1,0-1 0,-1 1 0,1 0 0,0 0 0,0 0-1,-1 0 1,1 0 0,0 1 0,-1-1 0,1 1 0,0-1 0,-1 1-1,5 2 1,-5-1-33,-1 0 0,1-1 0,-1 1 0,0 0 0,0 0 0,0 0 0,0 0 0,0 0 0,0 0 0,0 0 0,-1 1 0,1-1 0,-1 0 0,0 0 0,1 5 0,-1 41-16,-1-29 28,1-2 88,0-1-1,-1 1 1,-1-1-1,0 1 0,-2-1 1,0 1-1,0-1 1,-2-1-1,0 1 0,-10 18 1,4-10 168,-90 158 1491,97-175-1897,5-6 197,0-1 1,-1 1 0,1 0-1,-1 0 1,1 0-1,-1 0 1,0 0-1,1-1 1,-1 1 0,0 0-1,0 0 1,1-1-1,-1 1 1,0-1 0,0 1-1,0-1 1,0 1-1,0-1 1,0 1-1,0-1 1,0 0 0,0 0-1,0 1 1,0-1-1,0 0 1,0 0-1,0 0 1,0 0 0,0 0-1,0 0 1,-1-1-1,1 1 163,1 2-1769,0-1 1529,1 0-1,-1 1 1,1-1 0,-1 0 0,1 0-1,0 0 1,-1 1 0,1-1-1,0 0 1,0 0 0,0 0-1,0 0 1,0 0 0,0 0-1,0-1 1,0 1 0,0 0 0,0 0-1,0-1 1,3 2 0,30 13 86,-30-13-86,16 4-140,-1 0-1,1-1 0,0-2 0,40 4 1,-35-6-779,0 2 0,41 11 1,-63-13 842,0 1-1,1 0 1,-1 0 0,0 0-1,0 0 1,-1 0 0,1 1-1,0-1 1,-1 1 0,0 0-1,1 0 1,-1 0 0,0 0-1,-1 0 1,1 0 0,0 1-1,-1-1 1,0 0 0,0 1-1,0-1 1,0 1 0,0-1 0,-1 1-1,0 0 1,1-1 0,-2 7-1,1 7-659,0 0-1,-1 0 1,-1 0 0,-6 21-1,-3 1-2297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1T19:37:25.006"/>
    </inkml:context>
    <inkml:brush xml:id="br0">
      <inkml:brushProperty name="width" value="0.035" units="cm"/>
      <inkml:brushProperty name="height" value="0.035" units="cm"/>
      <inkml:brushProperty name="color" value="#FFC114"/>
    </inkml:brush>
  </inkml:definitions>
  <inkml:trace contextRef="#ctx0" brushRef="#br0">0 638 9410,'0'0'3573,"5"-37"-2716,-2 5-701,3-25 54,3 0 1,20-70-1,-6 41-119,37-118 190,-42 167 626,-17 37-873,-1 0-1,0 0 1,0 0-1,0 0 1,1 0 0,-1-1-1,0 1 1,1 0-1,-1 0 1,0 0 0,0 0-1,1 0 1,-1 0-1,0 0 1,0 0 0,1 0-1,-1 1 1,0-1-1,0 0 1,1 0 0,-1 0-1,0 0 1,0 0-1,1 0 1,-1 0 0,0 1-1,0-1 1,0 0-1,1 0 1,-1 0 0,0 0-1,0 1 1,0-1-1,0 0 1,0 0-1,1 1 1,-1-1 0,0 0-1,0 0 1,0 1-1,0-1 1,0 0 0,0 0-1,0 1 1,0-1-1,0 0 1,0 0 0,0 1-1,0-1 1,6 17 153,81 300 984,-58-155-2933,-17 2-4103,-15-146 3377,-7-10-636</inkml:trace>
  <inkml:trace contextRef="#ctx0" brushRef="#br0" timeOffset="1">7 393 4905,'0'0'9730,"199"0"-9730,-154 0-8,0-12-944,-7-2-1169,-19-1-879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65979-0A95-4DB4-931D-8541C2855051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068E5-08D4-431F-9FA4-6F85460EA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4395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65979-0A95-4DB4-931D-8541C2855051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068E5-08D4-431F-9FA4-6F85460EA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0950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65979-0A95-4DB4-931D-8541C2855051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068E5-08D4-431F-9FA4-6F85460EA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0584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65979-0A95-4DB4-931D-8541C2855051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068E5-08D4-431F-9FA4-6F85460EA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3095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65979-0A95-4DB4-931D-8541C2855051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068E5-08D4-431F-9FA4-6F85460EA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394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65979-0A95-4DB4-931D-8541C2855051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068E5-08D4-431F-9FA4-6F85460EA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309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65979-0A95-4DB4-931D-8541C2855051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068E5-08D4-431F-9FA4-6F85460EA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2069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65979-0A95-4DB4-931D-8541C2855051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068E5-08D4-431F-9FA4-6F85460EA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8491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65979-0A95-4DB4-931D-8541C2855051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068E5-08D4-431F-9FA4-6F85460EA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6807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65979-0A95-4DB4-931D-8541C2855051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068E5-08D4-431F-9FA4-6F85460EA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6999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65979-0A95-4DB4-931D-8541C2855051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068E5-08D4-431F-9FA4-6F85460EA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9775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65979-0A95-4DB4-931D-8541C2855051}" type="datetimeFigureOut">
              <a:rPr lang="pt-BR" smtClean="0"/>
              <a:t>20/02/2026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068E5-08D4-431F-9FA4-6F85460EA0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0045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23.png"/><Relationship Id="rId42" Type="http://schemas.openxmlformats.org/officeDocument/2006/relationships/customXml" Target="../ink/ink21.xml"/><Relationship Id="rId47" Type="http://schemas.openxmlformats.org/officeDocument/2006/relationships/image" Target="../media/image36.png"/><Relationship Id="rId63" Type="http://schemas.openxmlformats.org/officeDocument/2006/relationships/image" Target="../media/image44.png"/><Relationship Id="rId68" Type="http://schemas.openxmlformats.org/officeDocument/2006/relationships/customXml" Target="../ink/ink34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27.png"/><Relationship Id="rId11" Type="http://schemas.openxmlformats.org/officeDocument/2006/relationships/image" Target="../media/image18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31.png"/><Relationship Id="rId40" Type="http://schemas.openxmlformats.org/officeDocument/2006/relationships/customXml" Target="../ink/ink20.xml"/><Relationship Id="rId45" Type="http://schemas.openxmlformats.org/officeDocument/2006/relationships/image" Target="../media/image35.png"/><Relationship Id="rId53" Type="http://schemas.openxmlformats.org/officeDocument/2006/relationships/image" Target="../media/image39.png"/><Relationship Id="rId58" Type="http://schemas.openxmlformats.org/officeDocument/2006/relationships/customXml" Target="../ink/ink29.xml"/><Relationship Id="rId66" Type="http://schemas.openxmlformats.org/officeDocument/2006/relationships/customXml" Target="../ink/ink33.xml"/><Relationship Id="rId5" Type="http://schemas.openxmlformats.org/officeDocument/2006/relationships/image" Target="../media/image15.png"/><Relationship Id="rId61" Type="http://schemas.openxmlformats.org/officeDocument/2006/relationships/image" Target="../media/image43.png"/><Relationship Id="rId19" Type="http://schemas.openxmlformats.org/officeDocument/2006/relationships/image" Target="../media/image22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26.png"/><Relationship Id="rId30" Type="http://schemas.openxmlformats.org/officeDocument/2006/relationships/customXml" Target="../ink/ink15.xml"/><Relationship Id="rId35" Type="http://schemas.openxmlformats.org/officeDocument/2006/relationships/image" Target="../media/image30.png"/><Relationship Id="rId43" Type="http://schemas.openxmlformats.org/officeDocument/2006/relationships/image" Target="../media/image34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69" Type="http://schemas.openxmlformats.org/officeDocument/2006/relationships/image" Target="../media/image47.png"/><Relationship Id="rId8" Type="http://schemas.openxmlformats.org/officeDocument/2006/relationships/customXml" Target="../ink/ink4.xml"/><Relationship Id="rId51" Type="http://schemas.openxmlformats.org/officeDocument/2006/relationships/image" Target="../media/image38.png"/><Relationship Id="rId72" Type="http://schemas.openxmlformats.org/officeDocument/2006/relationships/customXml" Target="../ink/ink36.xml"/><Relationship Id="rId3" Type="http://schemas.openxmlformats.org/officeDocument/2006/relationships/image" Target="../media/image14.png"/><Relationship Id="rId12" Type="http://schemas.openxmlformats.org/officeDocument/2006/relationships/customXml" Target="../ink/ink6.xml"/><Relationship Id="rId17" Type="http://schemas.openxmlformats.org/officeDocument/2006/relationships/image" Target="../media/image21.png"/><Relationship Id="rId25" Type="http://schemas.openxmlformats.org/officeDocument/2006/relationships/image" Target="../media/image25.png"/><Relationship Id="rId33" Type="http://schemas.openxmlformats.org/officeDocument/2006/relationships/image" Target="../media/image29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42.png"/><Relationship Id="rId67" Type="http://schemas.openxmlformats.org/officeDocument/2006/relationships/image" Target="../media/image46.png"/><Relationship Id="rId20" Type="http://schemas.openxmlformats.org/officeDocument/2006/relationships/customXml" Target="../ink/ink10.xml"/><Relationship Id="rId41" Type="http://schemas.openxmlformats.org/officeDocument/2006/relationships/image" Target="../media/image33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20.png"/><Relationship Id="rId23" Type="http://schemas.openxmlformats.org/officeDocument/2006/relationships/image" Target="../media/image24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37.png"/><Relationship Id="rId57" Type="http://schemas.openxmlformats.org/officeDocument/2006/relationships/image" Target="../media/image41.png"/><Relationship Id="rId10" Type="http://schemas.openxmlformats.org/officeDocument/2006/relationships/customXml" Target="../ink/ink5.xml"/><Relationship Id="rId31" Type="http://schemas.openxmlformats.org/officeDocument/2006/relationships/image" Target="../media/image28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45.png"/><Relationship Id="rId73" Type="http://schemas.openxmlformats.org/officeDocument/2006/relationships/image" Target="../media/image49.png"/><Relationship Id="rId4" Type="http://schemas.openxmlformats.org/officeDocument/2006/relationships/customXml" Target="../ink/ink2.xml"/><Relationship Id="rId9" Type="http://schemas.openxmlformats.org/officeDocument/2006/relationships/image" Target="../media/image17.png"/><Relationship Id="rId13" Type="http://schemas.openxmlformats.org/officeDocument/2006/relationships/image" Target="../media/image19.png"/><Relationship Id="rId18" Type="http://schemas.openxmlformats.org/officeDocument/2006/relationships/customXml" Target="../ink/ink9.xml"/><Relationship Id="rId39" Type="http://schemas.openxmlformats.org/officeDocument/2006/relationships/image" Target="../media/image32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40.png"/><Relationship Id="rId7" Type="http://schemas.openxmlformats.org/officeDocument/2006/relationships/image" Target="../media/image16.png"/><Relationship Id="rId71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0.png"/><Relationship Id="rId2" Type="http://schemas.openxmlformats.org/officeDocument/2006/relationships/image" Target="../media/image14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9.xml"/><Relationship Id="rId21" Type="http://schemas.openxmlformats.org/officeDocument/2006/relationships/image" Target="../media/image59.png"/><Relationship Id="rId42" Type="http://schemas.openxmlformats.org/officeDocument/2006/relationships/customXml" Target="../ink/ink57.xml"/><Relationship Id="rId47" Type="http://schemas.openxmlformats.org/officeDocument/2006/relationships/image" Target="../media/image71.png"/><Relationship Id="rId63" Type="http://schemas.openxmlformats.org/officeDocument/2006/relationships/image" Target="../media/image79.png"/><Relationship Id="rId68" Type="http://schemas.openxmlformats.org/officeDocument/2006/relationships/customXml" Target="../ink/ink70.xml"/><Relationship Id="rId7" Type="http://schemas.openxmlformats.org/officeDocument/2006/relationships/image" Target="../media/image52.png"/><Relationship Id="rId2" Type="http://schemas.openxmlformats.org/officeDocument/2006/relationships/customXml" Target="../ink/ink37.xml"/><Relationship Id="rId16" Type="http://schemas.openxmlformats.org/officeDocument/2006/relationships/customXml" Target="../ink/ink44.xml"/><Relationship Id="rId29" Type="http://schemas.openxmlformats.org/officeDocument/2006/relationships/image" Target="../media/image63.png"/><Relationship Id="rId11" Type="http://schemas.openxmlformats.org/officeDocument/2006/relationships/image" Target="../media/image54.png"/><Relationship Id="rId24" Type="http://schemas.openxmlformats.org/officeDocument/2006/relationships/customXml" Target="../ink/ink48.xml"/><Relationship Id="rId32" Type="http://schemas.openxmlformats.org/officeDocument/2006/relationships/customXml" Target="../ink/ink52.xml"/><Relationship Id="rId37" Type="http://schemas.openxmlformats.org/officeDocument/2006/relationships/image" Target="../media/image67.png"/><Relationship Id="rId40" Type="http://schemas.openxmlformats.org/officeDocument/2006/relationships/customXml" Target="../ink/ink56.xml"/><Relationship Id="rId45" Type="http://schemas.openxmlformats.org/officeDocument/2006/relationships/image" Target="../media/image16.png"/><Relationship Id="rId53" Type="http://schemas.openxmlformats.org/officeDocument/2006/relationships/image" Target="../media/image74.png"/><Relationship Id="rId58" Type="http://schemas.openxmlformats.org/officeDocument/2006/relationships/customXml" Target="../ink/ink65.xml"/><Relationship Id="rId66" Type="http://schemas.openxmlformats.org/officeDocument/2006/relationships/customXml" Target="../ink/ink69.xml"/><Relationship Id="rId5" Type="http://schemas.openxmlformats.org/officeDocument/2006/relationships/image" Target="../media/image51.png"/><Relationship Id="rId61" Type="http://schemas.openxmlformats.org/officeDocument/2006/relationships/image" Target="../media/image78.png"/><Relationship Id="rId19" Type="http://schemas.openxmlformats.org/officeDocument/2006/relationships/image" Target="../media/image58.png"/><Relationship Id="rId14" Type="http://schemas.openxmlformats.org/officeDocument/2006/relationships/customXml" Target="../ink/ink43.xml"/><Relationship Id="rId22" Type="http://schemas.openxmlformats.org/officeDocument/2006/relationships/customXml" Target="../ink/ink47.xml"/><Relationship Id="rId27" Type="http://schemas.openxmlformats.org/officeDocument/2006/relationships/image" Target="../media/image62.png"/><Relationship Id="rId30" Type="http://schemas.openxmlformats.org/officeDocument/2006/relationships/customXml" Target="../ink/ink51.xml"/><Relationship Id="rId35" Type="http://schemas.openxmlformats.org/officeDocument/2006/relationships/image" Target="../media/image66.png"/><Relationship Id="rId43" Type="http://schemas.openxmlformats.org/officeDocument/2006/relationships/image" Target="../media/image70.png"/><Relationship Id="rId48" Type="http://schemas.openxmlformats.org/officeDocument/2006/relationships/customXml" Target="../ink/ink60.xml"/><Relationship Id="rId56" Type="http://schemas.openxmlformats.org/officeDocument/2006/relationships/customXml" Target="../ink/ink64.xml"/><Relationship Id="rId64" Type="http://schemas.openxmlformats.org/officeDocument/2006/relationships/customXml" Target="../ink/ink68.xml"/><Relationship Id="rId69" Type="http://schemas.openxmlformats.org/officeDocument/2006/relationships/image" Target="../media/image82.png"/><Relationship Id="rId8" Type="http://schemas.openxmlformats.org/officeDocument/2006/relationships/customXml" Target="../ink/ink40.xml"/><Relationship Id="rId51" Type="http://schemas.openxmlformats.org/officeDocument/2006/relationships/image" Target="../media/image73.png"/><Relationship Id="rId3" Type="http://schemas.openxmlformats.org/officeDocument/2006/relationships/image" Target="../media/image50.png"/><Relationship Id="rId12" Type="http://schemas.openxmlformats.org/officeDocument/2006/relationships/customXml" Target="../ink/ink42.xml"/><Relationship Id="rId17" Type="http://schemas.openxmlformats.org/officeDocument/2006/relationships/image" Target="../media/image57.png"/><Relationship Id="rId25" Type="http://schemas.openxmlformats.org/officeDocument/2006/relationships/image" Target="../media/image61.png"/><Relationship Id="rId33" Type="http://schemas.openxmlformats.org/officeDocument/2006/relationships/image" Target="../media/image65.png"/><Relationship Id="rId38" Type="http://schemas.openxmlformats.org/officeDocument/2006/relationships/customXml" Target="../ink/ink55.xml"/><Relationship Id="rId46" Type="http://schemas.openxmlformats.org/officeDocument/2006/relationships/customXml" Target="../ink/ink59.xml"/><Relationship Id="rId59" Type="http://schemas.openxmlformats.org/officeDocument/2006/relationships/image" Target="../media/image77.png"/><Relationship Id="rId67" Type="http://schemas.openxmlformats.org/officeDocument/2006/relationships/image" Target="../media/image81.png"/><Relationship Id="rId20" Type="http://schemas.openxmlformats.org/officeDocument/2006/relationships/customXml" Target="../ink/ink46.xml"/><Relationship Id="rId41" Type="http://schemas.openxmlformats.org/officeDocument/2006/relationships/image" Target="../media/image69.png"/><Relationship Id="rId54" Type="http://schemas.openxmlformats.org/officeDocument/2006/relationships/customXml" Target="../ink/ink63.xml"/><Relationship Id="rId62" Type="http://schemas.openxmlformats.org/officeDocument/2006/relationships/customXml" Target="../ink/ink6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9.xml"/><Relationship Id="rId15" Type="http://schemas.openxmlformats.org/officeDocument/2006/relationships/image" Target="../media/image56.png"/><Relationship Id="rId23" Type="http://schemas.openxmlformats.org/officeDocument/2006/relationships/image" Target="../media/image60.png"/><Relationship Id="rId28" Type="http://schemas.openxmlformats.org/officeDocument/2006/relationships/customXml" Target="../ink/ink50.xml"/><Relationship Id="rId36" Type="http://schemas.openxmlformats.org/officeDocument/2006/relationships/customXml" Target="../ink/ink54.xml"/><Relationship Id="rId49" Type="http://schemas.openxmlformats.org/officeDocument/2006/relationships/image" Target="../media/image72.png"/><Relationship Id="rId57" Type="http://schemas.openxmlformats.org/officeDocument/2006/relationships/image" Target="../media/image76.png"/><Relationship Id="rId10" Type="http://schemas.openxmlformats.org/officeDocument/2006/relationships/customXml" Target="../ink/ink41.xml"/><Relationship Id="rId31" Type="http://schemas.openxmlformats.org/officeDocument/2006/relationships/image" Target="../media/image64.png"/><Relationship Id="rId44" Type="http://schemas.openxmlformats.org/officeDocument/2006/relationships/customXml" Target="../ink/ink58.xml"/><Relationship Id="rId52" Type="http://schemas.openxmlformats.org/officeDocument/2006/relationships/customXml" Target="../ink/ink62.xml"/><Relationship Id="rId60" Type="http://schemas.openxmlformats.org/officeDocument/2006/relationships/customXml" Target="../ink/ink66.xml"/><Relationship Id="rId65" Type="http://schemas.openxmlformats.org/officeDocument/2006/relationships/image" Target="../media/image80.png"/><Relationship Id="rId4" Type="http://schemas.openxmlformats.org/officeDocument/2006/relationships/customXml" Target="../ink/ink38.xml"/><Relationship Id="rId9" Type="http://schemas.openxmlformats.org/officeDocument/2006/relationships/image" Target="../media/image53.png"/><Relationship Id="rId13" Type="http://schemas.openxmlformats.org/officeDocument/2006/relationships/image" Target="../media/image55.png"/><Relationship Id="rId18" Type="http://schemas.openxmlformats.org/officeDocument/2006/relationships/customXml" Target="../ink/ink45.xml"/><Relationship Id="rId39" Type="http://schemas.openxmlformats.org/officeDocument/2006/relationships/image" Target="../media/image68.png"/><Relationship Id="rId34" Type="http://schemas.openxmlformats.org/officeDocument/2006/relationships/customXml" Target="../ink/ink53.xml"/><Relationship Id="rId50" Type="http://schemas.openxmlformats.org/officeDocument/2006/relationships/customXml" Target="../ink/ink61.xml"/><Relationship Id="rId55" Type="http://schemas.openxmlformats.org/officeDocument/2006/relationships/image" Target="../media/image7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29.xml"/><Relationship Id="rId21" Type="http://schemas.openxmlformats.org/officeDocument/2006/relationships/image" Target="../media/image23.png"/><Relationship Id="rId42" Type="http://schemas.openxmlformats.org/officeDocument/2006/relationships/customXml" Target="../ink/ink91.xml"/><Relationship Id="rId63" Type="http://schemas.openxmlformats.org/officeDocument/2006/relationships/image" Target="../media/image44.png"/><Relationship Id="rId84" Type="http://schemas.openxmlformats.org/officeDocument/2006/relationships/customXml" Target="../ink/ink112.xml"/><Relationship Id="rId138" Type="http://schemas.openxmlformats.org/officeDocument/2006/relationships/image" Target="../media/image112.png"/><Relationship Id="rId16" Type="http://schemas.openxmlformats.org/officeDocument/2006/relationships/customXml" Target="../ink/ink78.xml"/><Relationship Id="rId107" Type="http://schemas.openxmlformats.org/officeDocument/2006/relationships/image" Target="../media/image98.png"/><Relationship Id="rId11" Type="http://schemas.openxmlformats.org/officeDocument/2006/relationships/image" Target="../media/image18.png"/><Relationship Id="rId32" Type="http://schemas.openxmlformats.org/officeDocument/2006/relationships/customXml" Target="../ink/ink86.xml"/><Relationship Id="rId37" Type="http://schemas.openxmlformats.org/officeDocument/2006/relationships/image" Target="../media/image31.png"/><Relationship Id="rId53" Type="http://schemas.openxmlformats.org/officeDocument/2006/relationships/image" Target="../media/image39.png"/><Relationship Id="rId58" Type="http://schemas.openxmlformats.org/officeDocument/2006/relationships/customXml" Target="../ink/ink99.xml"/><Relationship Id="rId74" Type="http://schemas.openxmlformats.org/officeDocument/2006/relationships/customXml" Target="../ink/ink107.xml"/><Relationship Id="rId79" Type="http://schemas.openxmlformats.org/officeDocument/2006/relationships/image" Target="../media/image85.png"/><Relationship Id="rId102" Type="http://schemas.openxmlformats.org/officeDocument/2006/relationships/customXml" Target="../ink/ink121.xml"/><Relationship Id="rId123" Type="http://schemas.openxmlformats.org/officeDocument/2006/relationships/customXml" Target="../ink/ink132.xml"/><Relationship Id="rId128" Type="http://schemas.openxmlformats.org/officeDocument/2006/relationships/image" Target="../media/image107.png"/><Relationship Id="rId5" Type="http://schemas.openxmlformats.org/officeDocument/2006/relationships/image" Target="../media/image15.png"/><Relationship Id="rId90" Type="http://schemas.openxmlformats.org/officeDocument/2006/relationships/customXml" Target="../ink/ink115.xml"/><Relationship Id="rId95" Type="http://schemas.openxmlformats.org/officeDocument/2006/relationships/image" Target="../media/image93.png"/><Relationship Id="rId22" Type="http://schemas.openxmlformats.org/officeDocument/2006/relationships/customXml" Target="../ink/ink81.xml"/><Relationship Id="rId27" Type="http://schemas.openxmlformats.org/officeDocument/2006/relationships/image" Target="../media/image26.png"/><Relationship Id="rId43" Type="http://schemas.openxmlformats.org/officeDocument/2006/relationships/image" Target="../media/image34.png"/><Relationship Id="rId48" Type="http://schemas.openxmlformats.org/officeDocument/2006/relationships/customXml" Target="../ink/ink94.xml"/><Relationship Id="rId64" Type="http://schemas.openxmlformats.org/officeDocument/2006/relationships/customXml" Target="../ink/ink102.xml"/><Relationship Id="rId69" Type="http://schemas.openxmlformats.org/officeDocument/2006/relationships/image" Target="../media/image47.png"/><Relationship Id="rId113" Type="http://schemas.openxmlformats.org/officeDocument/2006/relationships/image" Target="../media/image101.png"/><Relationship Id="rId118" Type="http://schemas.openxmlformats.org/officeDocument/2006/relationships/image" Target="../media/image102.png"/><Relationship Id="rId134" Type="http://schemas.openxmlformats.org/officeDocument/2006/relationships/image" Target="../media/image110.png"/><Relationship Id="rId139" Type="http://schemas.openxmlformats.org/officeDocument/2006/relationships/customXml" Target="../ink/ink140.xml"/><Relationship Id="rId80" Type="http://schemas.openxmlformats.org/officeDocument/2006/relationships/customXml" Target="../ink/ink110.xml"/><Relationship Id="rId85" Type="http://schemas.openxmlformats.org/officeDocument/2006/relationships/image" Target="../media/image88.png"/><Relationship Id="rId12" Type="http://schemas.openxmlformats.org/officeDocument/2006/relationships/customXml" Target="../ink/ink76.xml"/><Relationship Id="rId17" Type="http://schemas.openxmlformats.org/officeDocument/2006/relationships/image" Target="../media/image21.png"/><Relationship Id="rId33" Type="http://schemas.openxmlformats.org/officeDocument/2006/relationships/image" Target="../media/image29.png"/><Relationship Id="rId38" Type="http://schemas.openxmlformats.org/officeDocument/2006/relationships/customXml" Target="../ink/ink89.xml"/><Relationship Id="rId59" Type="http://schemas.openxmlformats.org/officeDocument/2006/relationships/image" Target="../media/image42.png"/><Relationship Id="rId103" Type="http://schemas.openxmlformats.org/officeDocument/2006/relationships/image" Target="../media/image97.png"/><Relationship Id="rId108" Type="http://schemas.openxmlformats.org/officeDocument/2006/relationships/customXml" Target="../ink/ink124.xml"/><Relationship Id="rId124" Type="http://schemas.openxmlformats.org/officeDocument/2006/relationships/image" Target="../media/image105.png"/><Relationship Id="rId129" Type="http://schemas.openxmlformats.org/officeDocument/2006/relationships/customXml" Target="../ink/ink135.xml"/><Relationship Id="rId54" Type="http://schemas.openxmlformats.org/officeDocument/2006/relationships/customXml" Target="../ink/ink97.xml"/><Relationship Id="rId70" Type="http://schemas.openxmlformats.org/officeDocument/2006/relationships/customXml" Target="../ink/ink105.xml"/><Relationship Id="rId75" Type="http://schemas.openxmlformats.org/officeDocument/2006/relationships/image" Target="../media/image83.png"/><Relationship Id="rId91" Type="http://schemas.openxmlformats.org/officeDocument/2006/relationships/image" Target="../media/image91.png"/><Relationship Id="rId96" Type="http://schemas.openxmlformats.org/officeDocument/2006/relationships/customXml" Target="../ink/ink118.xml"/><Relationship Id="rId140" Type="http://schemas.openxmlformats.org/officeDocument/2006/relationships/image" Target="../media/image11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3.xml"/><Relationship Id="rId23" Type="http://schemas.openxmlformats.org/officeDocument/2006/relationships/image" Target="../media/image24.png"/><Relationship Id="rId28" Type="http://schemas.openxmlformats.org/officeDocument/2006/relationships/customXml" Target="../ink/ink84.xml"/><Relationship Id="rId49" Type="http://schemas.openxmlformats.org/officeDocument/2006/relationships/image" Target="../media/image37.png"/><Relationship Id="rId114" Type="http://schemas.openxmlformats.org/officeDocument/2006/relationships/customXml" Target="../ink/ink127.xml"/><Relationship Id="rId119" Type="http://schemas.openxmlformats.org/officeDocument/2006/relationships/customXml" Target="../ink/ink130.xml"/><Relationship Id="rId44" Type="http://schemas.openxmlformats.org/officeDocument/2006/relationships/customXml" Target="../ink/ink92.xml"/><Relationship Id="rId60" Type="http://schemas.openxmlformats.org/officeDocument/2006/relationships/customXml" Target="../ink/ink100.xml"/><Relationship Id="rId65" Type="http://schemas.openxmlformats.org/officeDocument/2006/relationships/image" Target="../media/image45.png"/><Relationship Id="rId81" Type="http://schemas.openxmlformats.org/officeDocument/2006/relationships/image" Target="../media/image86.png"/><Relationship Id="rId86" Type="http://schemas.openxmlformats.org/officeDocument/2006/relationships/customXml" Target="../ink/ink113.xml"/><Relationship Id="rId130" Type="http://schemas.openxmlformats.org/officeDocument/2006/relationships/image" Target="../media/image108.png"/><Relationship Id="rId135" Type="http://schemas.openxmlformats.org/officeDocument/2006/relationships/customXml" Target="../ink/ink138.xml"/><Relationship Id="rId13" Type="http://schemas.openxmlformats.org/officeDocument/2006/relationships/image" Target="../media/image19.png"/><Relationship Id="rId18" Type="http://schemas.openxmlformats.org/officeDocument/2006/relationships/customXml" Target="../ink/ink79.xml"/><Relationship Id="rId39" Type="http://schemas.openxmlformats.org/officeDocument/2006/relationships/image" Target="../media/image32.png"/><Relationship Id="rId109" Type="http://schemas.openxmlformats.org/officeDocument/2006/relationships/image" Target="../media/image99.png"/><Relationship Id="rId34" Type="http://schemas.openxmlformats.org/officeDocument/2006/relationships/customXml" Target="../ink/ink87.xml"/><Relationship Id="rId50" Type="http://schemas.openxmlformats.org/officeDocument/2006/relationships/customXml" Target="../ink/ink95.xml"/><Relationship Id="rId55" Type="http://schemas.openxmlformats.org/officeDocument/2006/relationships/image" Target="../media/image40.png"/><Relationship Id="rId76" Type="http://schemas.openxmlformats.org/officeDocument/2006/relationships/customXml" Target="../ink/ink108.xml"/><Relationship Id="rId97" Type="http://schemas.openxmlformats.org/officeDocument/2006/relationships/image" Target="../media/image94.png"/><Relationship Id="rId104" Type="http://schemas.openxmlformats.org/officeDocument/2006/relationships/customXml" Target="../ink/ink122.xml"/><Relationship Id="rId120" Type="http://schemas.openxmlformats.org/officeDocument/2006/relationships/image" Target="../media/image103.png"/><Relationship Id="rId125" Type="http://schemas.openxmlformats.org/officeDocument/2006/relationships/customXml" Target="../ink/ink133.xml"/><Relationship Id="rId7" Type="http://schemas.openxmlformats.org/officeDocument/2006/relationships/image" Target="../media/image16.png"/><Relationship Id="rId71" Type="http://schemas.openxmlformats.org/officeDocument/2006/relationships/image" Target="../media/image48.png"/><Relationship Id="rId92" Type="http://schemas.openxmlformats.org/officeDocument/2006/relationships/customXml" Target="../ink/ink116.xml"/><Relationship Id="rId2" Type="http://schemas.openxmlformats.org/officeDocument/2006/relationships/customXml" Target="../ink/ink71.xml"/><Relationship Id="rId29" Type="http://schemas.openxmlformats.org/officeDocument/2006/relationships/image" Target="../media/image27.png"/><Relationship Id="rId24" Type="http://schemas.openxmlformats.org/officeDocument/2006/relationships/customXml" Target="../ink/ink82.xml"/><Relationship Id="rId40" Type="http://schemas.openxmlformats.org/officeDocument/2006/relationships/customXml" Target="../ink/ink90.xml"/><Relationship Id="rId45" Type="http://schemas.openxmlformats.org/officeDocument/2006/relationships/image" Target="../media/image35.png"/><Relationship Id="rId66" Type="http://schemas.openxmlformats.org/officeDocument/2006/relationships/customXml" Target="../ink/ink103.xml"/><Relationship Id="rId87" Type="http://schemas.openxmlformats.org/officeDocument/2006/relationships/image" Target="../media/image89.png"/><Relationship Id="rId110" Type="http://schemas.openxmlformats.org/officeDocument/2006/relationships/customXml" Target="../ink/ink125.xml"/><Relationship Id="rId115" Type="http://schemas.openxmlformats.org/officeDocument/2006/relationships/image" Target="../media/image70.png"/><Relationship Id="rId131" Type="http://schemas.openxmlformats.org/officeDocument/2006/relationships/customXml" Target="../ink/ink136.xml"/><Relationship Id="rId136" Type="http://schemas.openxmlformats.org/officeDocument/2006/relationships/image" Target="../media/image111.png"/><Relationship Id="rId61" Type="http://schemas.openxmlformats.org/officeDocument/2006/relationships/image" Target="../media/image43.png"/><Relationship Id="rId82" Type="http://schemas.openxmlformats.org/officeDocument/2006/relationships/customXml" Target="../ink/ink111.xml"/><Relationship Id="rId19" Type="http://schemas.openxmlformats.org/officeDocument/2006/relationships/image" Target="../media/image22.png"/><Relationship Id="rId14" Type="http://schemas.openxmlformats.org/officeDocument/2006/relationships/customXml" Target="../ink/ink77.xml"/><Relationship Id="rId30" Type="http://schemas.openxmlformats.org/officeDocument/2006/relationships/customXml" Target="../ink/ink85.xml"/><Relationship Id="rId35" Type="http://schemas.openxmlformats.org/officeDocument/2006/relationships/image" Target="../media/image30.png"/><Relationship Id="rId56" Type="http://schemas.openxmlformats.org/officeDocument/2006/relationships/customXml" Target="../ink/ink98.xml"/><Relationship Id="rId77" Type="http://schemas.openxmlformats.org/officeDocument/2006/relationships/image" Target="../media/image84.png"/><Relationship Id="rId100" Type="http://schemas.openxmlformats.org/officeDocument/2006/relationships/customXml" Target="../ink/ink120.xml"/><Relationship Id="rId105" Type="http://schemas.openxmlformats.org/officeDocument/2006/relationships/image" Target="../media/image65.png"/><Relationship Id="rId126" Type="http://schemas.openxmlformats.org/officeDocument/2006/relationships/image" Target="../media/image106.png"/><Relationship Id="rId8" Type="http://schemas.openxmlformats.org/officeDocument/2006/relationships/customXml" Target="../ink/ink74.xml"/><Relationship Id="rId51" Type="http://schemas.openxmlformats.org/officeDocument/2006/relationships/image" Target="../media/image38.png"/><Relationship Id="rId72" Type="http://schemas.openxmlformats.org/officeDocument/2006/relationships/customXml" Target="../ink/ink106.xml"/><Relationship Id="rId93" Type="http://schemas.openxmlformats.org/officeDocument/2006/relationships/image" Target="../media/image92.png"/><Relationship Id="rId98" Type="http://schemas.openxmlformats.org/officeDocument/2006/relationships/customXml" Target="../ink/ink119.xml"/><Relationship Id="rId121" Type="http://schemas.openxmlformats.org/officeDocument/2006/relationships/customXml" Target="../ink/ink131.xml"/><Relationship Id="rId3" Type="http://schemas.openxmlformats.org/officeDocument/2006/relationships/image" Target="../media/image14.png"/><Relationship Id="rId25" Type="http://schemas.openxmlformats.org/officeDocument/2006/relationships/image" Target="../media/image25.png"/><Relationship Id="rId46" Type="http://schemas.openxmlformats.org/officeDocument/2006/relationships/customXml" Target="../ink/ink93.xml"/><Relationship Id="rId67" Type="http://schemas.openxmlformats.org/officeDocument/2006/relationships/image" Target="../media/image46.png"/><Relationship Id="rId116" Type="http://schemas.openxmlformats.org/officeDocument/2006/relationships/customXml" Target="../ink/ink128.xml"/><Relationship Id="rId137" Type="http://schemas.openxmlformats.org/officeDocument/2006/relationships/customXml" Target="../ink/ink139.xml"/><Relationship Id="rId20" Type="http://schemas.openxmlformats.org/officeDocument/2006/relationships/customXml" Target="../ink/ink80.xml"/><Relationship Id="rId41" Type="http://schemas.openxmlformats.org/officeDocument/2006/relationships/image" Target="../media/image33.png"/><Relationship Id="rId62" Type="http://schemas.openxmlformats.org/officeDocument/2006/relationships/customXml" Target="../ink/ink101.xml"/><Relationship Id="rId83" Type="http://schemas.openxmlformats.org/officeDocument/2006/relationships/image" Target="../media/image87.png"/><Relationship Id="rId88" Type="http://schemas.openxmlformats.org/officeDocument/2006/relationships/customXml" Target="../ink/ink114.xml"/><Relationship Id="rId111" Type="http://schemas.openxmlformats.org/officeDocument/2006/relationships/image" Target="../media/image100.png"/><Relationship Id="rId132" Type="http://schemas.openxmlformats.org/officeDocument/2006/relationships/image" Target="../media/image109.png"/><Relationship Id="rId15" Type="http://schemas.openxmlformats.org/officeDocument/2006/relationships/image" Target="../media/image20.png"/><Relationship Id="rId36" Type="http://schemas.openxmlformats.org/officeDocument/2006/relationships/customXml" Target="../ink/ink88.xml"/><Relationship Id="rId57" Type="http://schemas.openxmlformats.org/officeDocument/2006/relationships/image" Target="../media/image41.png"/><Relationship Id="rId106" Type="http://schemas.openxmlformats.org/officeDocument/2006/relationships/customXml" Target="../ink/ink123.xml"/><Relationship Id="rId127" Type="http://schemas.openxmlformats.org/officeDocument/2006/relationships/customXml" Target="../ink/ink134.xml"/><Relationship Id="rId10" Type="http://schemas.openxmlformats.org/officeDocument/2006/relationships/customXml" Target="../ink/ink75.xml"/><Relationship Id="rId31" Type="http://schemas.openxmlformats.org/officeDocument/2006/relationships/image" Target="../media/image28.png"/><Relationship Id="rId52" Type="http://schemas.openxmlformats.org/officeDocument/2006/relationships/customXml" Target="../ink/ink96.xml"/><Relationship Id="rId73" Type="http://schemas.openxmlformats.org/officeDocument/2006/relationships/image" Target="../media/image49.png"/><Relationship Id="rId78" Type="http://schemas.openxmlformats.org/officeDocument/2006/relationships/customXml" Target="../ink/ink109.xml"/><Relationship Id="rId94" Type="http://schemas.openxmlformats.org/officeDocument/2006/relationships/customXml" Target="../ink/ink117.xml"/><Relationship Id="rId99" Type="http://schemas.openxmlformats.org/officeDocument/2006/relationships/image" Target="../media/image95.png"/><Relationship Id="rId101" Type="http://schemas.openxmlformats.org/officeDocument/2006/relationships/image" Target="../media/image96.png"/><Relationship Id="rId122" Type="http://schemas.openxmlformats.org/officeDocument/2006/relationships/image" Target="../media/image104.png"/><Relationship Id="rId4" Type="http://schemas.openxmlformats.org/officeDocument/2006/relationships/customXml" Target="../ink/ink72.xml"/><Relationship Id="rId9" Type="http://schemas.openxmlformats.org/officeDocument/2006/relationships/image" Target="../media/image17.png"/><Relationship Id="rId26" Type="http://schemas.openxmlformats.org/officeDocument/2006/relationships/customXml" Target="../ink/ink83.xml"/><Relationship Id="rId47" Type="http://schemas.openxmlformats.org/officeDocument/2006/relationships/image" Target="../media/image36.png"/><Relationship Id="rId68" Type="http://schemas.openxmlformats.org/officeDocument/2006/relationships/customXml" Target="../ink/ink104.xml"/><Relationship Id="rId89" Type="http://schemas.openxmlformats.org/officeDocument/2006/relationships/image" Target="../media/image90.png"/><Relationship Id="rId112" Type="http://schemas.openxmlformats.org/officeDocument/2006/relationships/customXml" Target="../ink/ink126.xml"/><Relationship Id="rId133" Type="http://schemas.openxmlformats.org/officeDocument/2006/relationships/customXml" Target="../ink/ink137.xml"/></Relationships>
</file>

<file path=ppt/slides/_rels/slide2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3.png"/><Relationship Id="rId21" Type="http://schemas.openxmlformats.org/officeDocument/2006/relationships/image" Target="../media/image122.png"/><Relationship Id="rId42" Type="http://schemas.openxmlformats.org/officeDocument/2006/relationships/customXml" Target="../ink/ink161.xml"/><Relationship Id="rId63" Type="http://schemas.openxmlformats.org/officeDocument/2006/relationships/image" Target="../media/image143.png"/><Relationship Id="rId84" Type="http://schemas.openxmlformats.org/officeDocument/2006/relationships/customXml" Target="../ink/ink182.xml"/><Relationship Id="rId138" Type="http://schemas.openxmlformats.org/officeDocument/2006/relationships/customXml" Target="../ink/ink209.xml"/><Relationship Id="rId159" Type="http://schemas.openxmlformats.org/officeDocument/2006/relationships/image" Target="../media/image184.png"/><Relationship Id="rId170" Type="http://schemas.openxmlformats.org/officeDocument/2006/relationships/customXml" Target="../ink/ink225.xml"/><Relationship Id="rId107" Type="http://schemas.openxmlformats.org/officeDocument/2006/relationships/image" Target="../media/image158.png"/><Relationship Id="rId11" Type="http://schemas.openxmlformats.org/officeDocument/2006/relationships/image" Target="../media/image117.png"/><Relationship Id="rId32" Type="http://schemas.openxmlformats.org/officeDocument/2006/relationships/customXml" Target="../ink/ink156.xml"/><Relationship Id="rId53" Type="http://schemas.openxmlformats.org/officeDocument/2006/relationships/image" Target="../media/image138.png"/><Relationship Id="rId74" Type="http://schemas.openxmlformats.org/officeDocument/2006/relationships/customXml" Target="../ink/ink177.xml"/><Relationship Id="rId128" Type="http://schemas.openxmlformats.org/officeDocument/2006/relationships/customXml" Target="../ink/ink204.xml"/><Relationship Id="rId149" Type="http://schemas.openxmlformats.org/officeDocument/2006/relationships/image" Target="../media/image179.png"/><Relationship Id="rId5" Type="http://schemas.openxmlformats.org/officeDocument/2006/relationships/image" Target="../media/image115.png"/><Relationship Id="rId95" Type="http://schemas.openxmlformats.org/officeDocument/2006/relationships/image" Target="../media/image152.png"/><Relationship Id="rId160" Type="http://schemas.openxmlformats.org/officeDocument/2006/relationships/customXml" Target="../ink/ink220.xml"/><Relationship Id="rId22" Type="http://schemas.openxmlformats.org/officeDocument/2006/relationships/customXml" Target="../ink/ink151.xml"/><Relationship Id="rId43" Type="http://schemas.openxmlformats.org/officeDocument/2006/relationships/image" Target="../media/image133.png"/><Relationship Id="rId64" Type="http://schemas.openxmlformats.org/officeDocument/2006/relationships/customXml" Target="../ink/ink172.xml"/><Relationship Id="rId118" Type="http://schemas.openxmlformats.org/officeDocument/2006/relationships/customXml" Target="../ink/ink199.xml"/><Relationship Id="rId139" Type="http://schemas.openxmlformats.org/officeDocument/2006/relationships/image" Target="../media/image174.png"/><Relationship Id="rId85" Type="http://schemas.openxmlformats.org/officeDocument/2006/relationships/image" Target="../media/image80.png"/><Relationship Id="rId150" Type="http://schemas.openxmlformats.org/officeDocument/2006/relationships/customXml" Target="../ink/ink215.xml"/><Relationship Id="rId171" Type="http://schemas.openxmlformats.org/officeDocument/2006/relationships/image" Target="../media/image190.png"/><Relationship Id="rId12" Type="http://schemas.openxmlformats.org/officeDocument/2006/relationships/customXml" Target="../ink/ink146.xml"/><Relationship Id="rId33" Type="http://schemas.openxmlformats.org/officeDocument/2006/relationships/image" Target="../media/image128.png"/><Relationship Id="rId108" Type="http://schemas.openxmlformats.org/officeDocument/2006/relationships/customXml" Target="../ink/ink194.xml"/><Relationship Id="rId129" Type="http://schemas.openxmlformats.org/officeDocument/2006/relationships/image" Target="../media/image169.png"/><Relationship Id="rId54" Type="http://schemas.openxmlformats.org/officeDocument/2006/relationships/customXml" Target="../ink/ink167.xml"/><Relationship Id="rId75" Type="http://schemas.openxmlformats.org/officeDocument/2006/relationships/image" Target="../media/image55.png"/><Relationship Id="rId96" Type="http://schemas.openxmlformats.org/officeDocument/2006/relationships/customXml" Target="../ink/ink188.xml"/><Relationship Id="rId140" Type="http://schemas.openxmlformats.org/officeDocument/2006/relationships/customXml" Target="../ink/ink210.xml"/><Relationship Id="rId161" Type="http://schemas.openxmlformats.org/officeDocument/2006/relationships/image" Target="../media/image185.png"/><Relationship Id="rId6" Type="http://schemas.openxmlformats.org/officeDocument/2006/relationships/customXml" Target="../ink/ink143.xml"/><Relationship Id="rId23" Type="http://schemas.openxmlformats.org/officeDocument/2006/relationships/image" Target="../media/image123.png"/><Relationship Id="rId28" Type="http://schemas.openxmlformats.org/officeDocument/2006/relationships/customXml" Target="../ink/ink154.xml"/><Relationship Id="rId49" Type="http://schemas.openxmlformats.org/officeDocument/2006/relationships/image" Target="../media/image136.png"/><Relationship Id="rId114" Type="http://schemas.openxmlformats.org/officeDocument/2006/relationships/customXml" Target="../ink/ink197.xml"/><Relationship Id="rId119" Type="http://schemas.openxmlformats.org/officeDocument/2006/relationships/image" Target="../media/image164.png"/><Relationship Id="rId44" Type="http://schemas.openxmlformats.org/officeDocument/2006/relationships/customXml" Target="../ink/ink162.xml"/><Relationship Id="rId60" Type="http://schemas.openxmlformats.org/officeDocument/2006/relationships/customXml" Target="../ink/ink170.xml"/><Relationship Id="rId65" Type="http://schemas.openxmlformats.org/officeDocument/2006/relationships/image" Target="../media/image144.png"/><Relationship Id="rId81" Type="http://schemas.openxmlformats.org/officeDocument/2006/relationships/image" Target="../media/image58.png"/><Relationship Id="rId86" Type="http://schemas.openxmlformats.org/officeDocument/2006/relationships/customXml" Target="../ink/ink183.xml"/><Relationship Id="rId130" Type="http://schemas.openxmlformats.org/officeDocument/2006/relationships/customXml" Target="../ink/ink205.xml"/><Relationship Id="rId135" Type="http://schemas.openxmlformats.org/officeDocument/2006/relationships/image" Target="../media/image172.png"/><Relationship Id="rId151" Type="http://schemas.openxmlformats.org/officeDocument/2006/relationships/image" Target="../media/image180.png"/><Relationship Id="rId156" Type="http://schemas.openxmlformats.org/officeDocument/2006/relationships/customXml" Target="../ink/ink218.xml"/><Relationship Id="rId177" Type="http://schemas.openxmlformats.org/officeDocument/2006/relationships/image" Target="../media/image193.png"/><Relationship Id="rId172" Type="http://schemas.openxmlformats.org/officeDocument/2006/relationships/customXml" Target="../ink/ink226.xml"/><Relationship Id="rId13" Type="http://schemas.openxmlformats.org/officeDocument/2006/relationships/image" Target="../media/image118.png"/><Relationship Id="rId18" Type="http://schemas.openxmlformats.org/officeDocument/2006/relationships/customXml" Target="../ink/ink149.xml"/><Relationship Id="rId39" Type="http://schemas.openxmlformats.org/officeDocument/2006/relationships/image" Target="../media/image131.png"/><Relationship Id="rId109" Type="http://schemas.openxmlformats.org/officeDocument/2006/relationships/image" Target="../media/image159.png"/><Relationship Id="rId34" Type="http://schemas.openxmlformats.org/officeDocument/2006/relationships/customXml" Target="../ink/ink157.xml"/><Relationship Id="rId50" Type="http://schemas.openxmlformats.org/officeDocument/2006/relationships/customXml" Target="../ink/ink165.xml"/><Relationship Id="rId55" Type="http://schemas.openxmlformats.org/officeDocument/2006/relationships/image" Target="../media/image139.png"/><Relationship Id="rId76" Type="http://schemas.openxmlformats.org/officeDocument/2006/relationships/customXml" Target="../ink/ink178.xml"/><Relationship Id="rId97" Type="http://schemas.openxmlformats.org/officeDocument/2006/relationships/image" Target="../media/image153.png"/><Relationship Id="rId104" Type="http://schemas.openxmlformats.org/officeDocument/2006/relationships/customXml" Target="../ink/ink192.xml"/><Relationship Id="rId120" Type="http://schemas.openxmlformats.org/officeDocument/2006/relationships/customXml" Target="../ink/ink200.xml"/><Relationship Id="rId125" Type="http://schemas.openxmlformats.org/officeDocument/2006/relationships/image" Target="../media/image167.png"/><Relationship Id="rId141" Type="http://schemas.openxmlformats.org/officeDocument/2006/relationships/image" Target="../media/image175.png"/><Relationship Id="rId146" Type="http://schemas.openxmlformats.org/officeDocument/2006/relationships/customXml" Target="../ink/ink213.xml"/><Relationship Id="rId167" Type="http://schemas.openxmlformats.org/officeDocument/2006/relationships/image" Target="../media/image188.png"/><Relationship Id="rId7" Type="http://schemas.openxmlformats.org/officeDocument/2006/relationships/image" Target="../media/image16.png"/><Relationship Id="rId71" Type="http://schemas.openxmlformats.org/officeDocument/2006/relationships/image" Target="../media/image147.png"/><Relationship Id="rId92" Type="http://schemas.openxmlformats.org/officeDocument/2006/relationships/customXml" Target="../ink/ink186.xml"/><Relationship Id="rId162" Type="http://schemas.openxmlformats.org/officeDocument/2006/relationships/customXml" Target="../ink/ink221.xml"/><Relationship Id="rId2" Type="http://schemas.openxmlformats.org/officeDocument/2006/relationships/customXml" Target="../ink/ink141.xml"/><Relationship Id="rId29" Type="http://schemas.openxmlformats.org/officeDocument/2006/relationships/image" Target="../media/image126.png"/><Relationship Id="rId24" Type="http://schemas.openxmlformats.org/officeDocument/2006/relationships/customXml" Target="../ink/ink152.xml"/><Relationship Id="rId40" Type="http://schemas.openxmlformats.org/officeDocument/2006/relationships/customXml" Target="../ink/ink160.xml"/><Relationship Id="rId45" Type="http://schemas.openxmlformats.org/officeDocument/2006/relationships/image" Target="../media/image134.png"/><Relationship Id="rId66" Type="http://schemas.openxmlformats.org/officeDocument/2006/relationships/customXml" Target="../ink/ink173.xml"/><Relationship Id="rId87" Type="http://schemas.openxmlformats.org/officeDocument/2006/relationships/image" Target="../media/image81.png"/><Relationship Id="rId110" Type="http://schemas.openxmlformats.org/officeDocument/2006/relationships/customXml" Target="../ink/ink195.xml"/><Relationship Id="rId115" Type="http://schemas.openxmlformats.org/officeDocument/2006/relationships/image" Target="../media/image162.png"/><Relationship Id="rId131" Type="http://schemas.openxmlformats.org/officeDocument/2006/relationships/image" Target="../media/image170.png"/><Relationship Id="rId136" Type="http://schemas.openxmlformats.org/officeDocument/2006/relationships/customXml" Target="../ink/ink208.xml"/><Relationship Id="rId157" Type="http://schemas.openxmlformats.org/officeDocument/2006/relationships/image" Target="../media/image183.png"/><Relationship Id="rId178" Type="http://schemas.openxmlformats.org/officeDocument/2006/relationships/customXml" Target="../ink/ink229.xml"/><Relationship Id="rId61" Type="http://schemas.openxmlformats.org/officeDocument/2006/relationships/image" Target="../media/image142.png"/><Relationship Id="rId82" Type="http://schemas.openxmlformats.org/officeDocument/2006/relationships/customXml" Target="../ink/ink181.xml"/><Relationship Id="rId152" Type="http://schemas.openxmlformats.org/officeDocument/2006/relationships/customXml" Target="../ink/ink216.xml"/><Relationship Id="rId173" Type="http://schemas.openxmlformats.org/officeDocument/2006/relationships/image" Target="../media/image191.png"/><Relationship Id="rId19" Type="http://schemas.openxmlformats.org/officeDocument/2006/relationships/image" Target="../media/image121.png"/><Relationship Id="rId14" Type="http://schemas.openxmlformats.org/officeDocument/2006/relationships/customXml" Target="../ink/ink147.xml"/><Relationship Id="rId30" Type="http://schemas.openxmlformats.org/officeDocument/2006/relationships/customXml" Target="../ink/ink155.xml"/><Relationship Id="rId35" Type="http://schemas.openxmlformats.org/officeDocument/2006/relationships/image" Target="../media/image129.png"/><Relationship Id="rId56" Type="http://schemas.openxmlformats.org/officeDocument/2006/relationships/customXml" Target="../ink/ink168.xml"/><Relationship Id="rId77" Type="http://schemas.openxmlformats.org/officeDocument/2006/relationships/image" Target="../media/image56.png"/><Relationship Id="rId100" Type="http://schemas.openxmlformats.org/officeDocument/2006/relationships/customXml" Target="../ink/ink190.xml"/><Relationship Id="rId105" Type="http://schemas.openxmlformats.org/officeDocument/2006/relationships/image" Target="../media/image157.png"/><Relationship Id="rId126" Type="http://schemas.openxmlformats.org/officeDocument/2006/relationships/customXml" Target="../ink/ink203.xml"/><Relationship Id="rId147" Type="http://schemas.openxmlformats.org/officeDocument/2006/relationships/image" Target="../media/image178.png"/><Relationship Id="rId168" Type="http://schemas.openxmlformats.org/officeDocument/2006/relationships/customXml" Target="../ink/ink224.xml"/><Relationship Id="rId8" Type="http://schemas.openxmlformats.org/officeDocument/2006/relationships/customXml" Target="../ink/ink144.xml"/><Relationship Id="rId51" Type="http://schemas.openxmlformats.org/officeDocument/2006/relationships/image" Target="../media/image137.png"/><Relationship Id="rId72" Type="http://schemas.openxmlformats.org/officeDocument/2006/relationships/customXml" Target="../ink/ink176.xml"/><Relationship Id="rId93" Type="http://schemas.openxmlformats.org/officeDocument/2006/relationships/image" Target="../media/image151.png"/><Relationship Id="rId98" Type="http://schemas.openxmlformats.org/officeDocument/2006/relationships/customXml" Target="../ink/ink189.xml"/><Relationship Id="rId121" Type="http://schemas.openxmlformats.org/officeDocument/2006/relationships/image" Target="../media/image165.png"/><Relationship Id="rId142" Type="http://schemas.openxmlformats.org/officeDocument/2006/relationships/customXml" Target="../ink/ink211.xml"/><Relationship Id="rId163" Type="http://schemas.openxmlformats.org/officeDocument/2006/relationships/image" Target="../media/image186.png"/><Relationship Id="rId3" Type="http://schemas.openxmlformats.org/officeDocument/2006/relationships/image" Target="../media/image114.png"/><Relationship Id="rId25" Type="http://schemas.openxmlformats.org/officeDocument/2006/relationships/image" Target="../media/image124.png"/><Relationship Id="rId46" Type="http://schemas.openxmlformats.org/officeDocument/2006/relationships/customXml" Target="../ink/ink163.xml"/><Relationship Id="rId67" Type="http://schemas.openxmlformats.org/officeDocument/2006/relationships/image" Target="../media/image145.png"/><Relationship Id="rId116" Type="http://schemas.openxmlformats.org/officeDocument/2006/relationships/customXml" Target="../ink/ink198.xml"/><Relationship Id="rId137" Type="http://schemas.openxmlformats.org/officeDocument/2006/relationships/image" Target="../media/image173.png"/><Relationship Id="rId158" Type="http://schemas.openxmlformats.org/officeDocument/2006/relationships/customXml" Target="../ink/ink219.xml"/><Relationship Id="rId20" Type="http://schemas.openxmlformats.org/officeDocument/2006/relationships/customXml" Target="../ink/ink150.xml"/><Relationship Id="rId41" Type="http://schemas.openxmlformats.org/officeDocument/2006/relationships/image" Target="../media/image132.png"/><Relationship Id="rId62" Type="http://schemas.openxmlformats.org/officeDocument/2006/relationships/customXml" Target="../ink/ink171.xml"/><Relationship Id="rId83" Type="http://schemas.openxmlformats.org/officeDocument/2006/relationships/image" Target="../media/image79.png"/><Relationship Id="rId88" Type="http://schemas.openxmlformats.org/officeDocument/2006/relationships/customXml" Target="../ink/ink184.xml"/><Relationship Id="rId111" Type="http://schemas.openxmlformats.org/officeDocument/2006/relationships/image" Target="../media/image160.png"/><Relationship Id="rId132" Type="http://schemas.openxmlformats.org/officeDocument/2006/relationships/customXml" Target="../ink/ink206.xml"/><Relationship Id="rId153" Type="http://schemas.openxmlformats.org/officeDocument/2006/relationships/image" Target="../media/image181.png"/><Relationship Id="rId174" Type="http://schemas.openxmlformats.org/officeDocument/2006/relationships/customXml" Target="../ink/ink227.xml"/><Relationship Id="rId179" Type="http://schemas.openxmlformats.org/officeDocument/2006/relationships/image" Target="../media/image194.png"/><Relationship Id="rId15" Type="http://schemas.openxmlformats.org/officeDocument/2006/relationships/image" Target="../media/image119.png"/><Relationship Id="rId36" Type="http://schemas.openxmlformats.org/officeDocument/2006/relationships/customXml" Target="../ink/ink158.xml"/><Relationship Id="rId57" Type="http://schemas.openxmlformats.org/officeDocument/2006/relationships/image" Target="../media/image140.png"/><Relationship Id="rId106" Type="http://schemas.openxmlformats.org/officeDocument/2006/relationships/customXml" Target="../ink/ink193.xml"/><Relationship Id="rId127" Type="http://schemas.openxmlformats.org/officeDocument/2006/relationships/image" Target="../media/image168.png"/><Relationship Id="rId10" Type="http://schemas.openxmlformats.org/officeDocument/2006/relationships/customXml" Target="../ink/ink145.xml"/><Relationship Id="rId31" Type="http://schemas.openxmlformats.org/officeDocument/2006/relationships/image" Target="../media/image127.png"/><Relationship Id="rId52" Type="http://schemas.openxmlformats.org/officeDocument/2006/relationships/customXml" Target="../ink/ink166.xml"/><Relationship Id="rId73" Type="http://schemas.openxmlformats.org/officeDocument/2006/relationships/image" Target="../media/image148.png"/><Relationship Id="rId78" Type="http://schemas.openxmlformats.org/officeDocument/2006/relationships/customXml" Target="../ink/ink179.xml"/><Relationship Id="rId94" Type="http://schemas.openxmlformats.org/officeDocument/2006/relationships/customXml" Target="../ink/ink187.xml"/><Relationship Id="rId99" Type="http://schemas.openxmlformats.org/officeDocument/2006/relationships/image" Target="../media/image154.png"/><Relationship Id="rId101" Type="http://schemas.openxmlformats.org/officeDocument/2006/relationships/image" Target="../media/image155.png"/><Relationship Id="rId122" Type="http://schemas.openxmlformats.org/officeDocument/2006/relationships/customXml" Target="../ink/ink201.xml"/><Relationship Id="rId143" Type="http://schemas.openxmlformats.org/officeDocument/2006/relationships/image" Target="../media/image176.png"/><Relationship Id="rId148" Type="http://schemas.openxmlformats.org/officeDocument/2006/relationships/customXml" Target="../ink/ink214.xml"/><Relationship Id="rId164" Type="http://schemas.openxmlformats.org/officeDocument/2006/relationships/customXml" Target="../ink/ink222.xml"/><Relationship Id="rId169" Type="http://schemas.openxmlformats.org/officeDocument/2006/relationships/image" Target="../media/image189.png"/><Relationship Id="rId4" Type="http://schemas.openxmlformats.org/officeDocument/2006/relationships/customXml" Target="../ink/ink142.xml"/><Relationship Id="rId9" Type="http://schemas.openxmlformats.org/officeDocument/2006/relationships/image" Target="../media/image116.png"/><Relationship Id="rId180" Type="http://schemas.openxmlformats.org/officeDocument/2006/relationships/image" Target="../media/image195.png"/><Relationship Id="rId26" Type="http://schemas.openxmlformats.org/officeDocument/2006/relationships/customXml" Target="../ink/ink153.xml"/><Relationship Id="rId47" Type="http://schemas.openxmlformats.org/officeDocument/2006/relationships/image" Target="../media/image135.png"/><Relationship Id="rId68" Type="http://schemas.openxmlformats.org/officeDocument/2006/relationships/customXml" Target="../ink/ink174.xml"/><Relationship Id="rId89" Type="http://schemas.openxmlformats.org/officeDocument/2006/relationships/image" Target="../media/image82.png"/><Relationship Id="rId112" Type="http://schemas.openxmlformats.org/officeDocument/2006/relationships/customXml" Target="../ink/ink196.xml"/><Relationship Id="rId133" Type="http://schemas.openxmlformats.org/officeDocument/2006/relationships/image" Target="../media/image171.png"/><Relationship Id="rId154" Type="http://schemas.openxmlformats.org/officeDocument/2006/relationships/customXml" Target="../ink/ink217.xml"/><Relationship Id="rId175" Type="http://schemas.openxmlformats.org/officeDocument/2006/relationships/image" Target="../media/image192.png"/><Relationship Id="rId16" Type="http://schemas.openxmlformats.org/officeDocument/2006/relationships/customXml" Target="../ink/ink148.xml"/><Relationship Id="rId37" Type="http://schemas.openxmlformats.org/officeDocument/2006/relationships/image" Target="../media/image130.png"/><Relationship Id="rId58" Type="http://schemas.openxmlformats.org/officeDocument/2006/relationships/customXml" Target="../ink/ink169.xml"/><Relationship Id="rId79" Type="http://schemas.openxmlformats.org/officeDocument/2006/relationships/image" Target="../media/image57.png"/><Relationship Id="rId102" Type="http://schemas.openxmlformats.org/officeDocument/2006/relationships/customXml" Target="../ink/ink191.xml"/><Relationship Id="rId123" Type="http://schemas.openxmlformats.org/officeDocument/2006/relationships/image" Target="../media/image166.png"/><Relationship Id="rId144" Type="http://schemas.openxmlformats.org/officeDocument/2006/relationships/customXml" Target="../ink/ink212.xml"/><Relationship Id="rId90" Type="http://schemas.openxmlformats.org/officeDocument/2006/relationships/customXml" Target="../ink/ink185.xml"/><Relationship Id="rId165" Type="http://schemas.openxmlformats.org/officeDocument/2006/relationships/image" Target="../media/image187.png"/><Relationship Id="rId27" Type="http://schemas.openxmlformats.org/officeDocument/2006/relationships/image" Target="../media/image125.png"/><Relationship Id="rId48" Type="http://schemas.openxmlformats.org/officeDocument/2006/relationships/customXml" Target="../ink/ink164.xml"/><Relationship Id="rId69" Type="http://schemas.openxmlformats.org/officeDocument/2006/relationships/image" Target="../media/image146.png"/><Relationship Id="rId113" Type="http://schemas.openxmlformats.org/officeDocument/2006/relationships/image" Target="../media/image161.png"/><Relationship Id="rId134" Type="http://schemas.openxmlformats.org/officeDocument/2006/relationships/customXml" Target="../ink/ink207.xml"/><Relationship Id="rId80" Type="http://schemas.openxmlformats.org/officeDocument/2006/relationships/customXml" Target="../ink/ink180.xml"/><Relationship Id="rId155" Type="http://schemas.openxmlformats.org/officeDocument/2006/relationships/image" Target="../media/image182.png"/><Relationship Id="rId176" Type="http://schemas.openxmlformats.org/officeDocument/2006/relationships/customXml" Target="../ink/ink228.xml"/><Relationship Id="rId17" Type="http://schemas.openxmlformats.org/officeDocument/2006/relationships/image" Target="../media/image120.png"/><Relationship Id="rId38" Type="http://schemas.openxmlformats.org/officeDocument/2006/relationships/customXml" Target="../ink/ink159.xml"/><Relationship Id="rId59" Type="http://schemas.openxmlformats.org/officeDocument/2006/relationships/image" Target="../media/image141.png"/><Relationship Id="rId103" Type="http://schemas.openxmlformats.org/officeDocument/2006/relationships/image" Target="../media/image156.png"/><Relationship Id="rId124" Type="http://schemas.openxmlformats.org/officeDocument/2006/relationships/customXml" Target="../ink/ink202.xml"/><Relationship Id="rId70" Type="http://schemas.openxmlformats.org/officeDocument/2006/relationships/customXml" Target="../ink/ink175.xml"/><Relationship Id="rId91" Type="http://schemas.openxmlformats.org/officeDocument/2006/relationships/image" Target="../media/image149.png"/><Relationship Id="rId145" Type="http://schemas.openxmlformats.org/officeDocument/2006/relationships/image" Target="../media/image177.png"/><Relationship Id="rId166" Type="http://schemas.openxmlformats.org/officeDocument/2006/relationships/customXml" Target="../ink/ink2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0.png"/><Relationship Id="rId2" Type="http://schemas.openxmlformats.org/officeDocument/2006/relationships/image" Target="../media/image16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3.png"/><Relationship Id="rId21" Type="http://schemas.openxmlformats.org/officeDocument/2006/relationships/image" Target="../media/image122.png"/><Relationship Id="rId42" Type="http://schemas.openxmlformats.org/officeDocument/2006/relationships/customXml" Target="../ink/ink250.xml"/><Relationship Id="rId63" Type="http://schemas.openxmlformats.org/officeDocument/2006/relationships/image" Target="../media/image143.png"/><Relationship Id="rId84" Type="http://schemas.openxmlformats.org/officeDocument/2006/relationships/customXml" Target="../ink/ink271.xml"/><Relationship Id="rId138" Type="http://schemas.openxmlformats.org/officeDocument/2006/relationships/customXml" Target="../ink/ink298.xml"/><Relationship Id="rId159" Type="http://schemas.openxmlformats.org/officeDocument/2006/relationships/image" Target="../media/image184.png"/><Relationship Id="rId170" Type="http://schemas.openxmlformats.org/officeDocument/2006/relationships/customXml" Target="../ink/ink314.xml"/><Relationship Id="rId191" Type="http://schemas.openxmlformats.org/officeDocument/2006/relationships/customXml" Target="../ink/ink324.xml"/><Relationship Id="rId205" Type="http://schemas.openxmlformats.org/officeDocument/2006/relationships/customXml" Target="../ink/ink331.xml"/><Relationship Id="rId226" Type="http://schemas.openxmlformats.org/officeDocument/2006/relationships/image" Target="../media/image218.png"/><Relationship Id="rId107" Type="http://schemas.openxmlformats.org/officeDocument/2006/relationships/image" Target="../media/image158.png"/><Relationship Id="rId11" Type="http://schemas.openxmlformats.org/officeDocument/2006/relationships/image" Target="../media/image117.png"/><Relationship Id="rId32" Type="http://schemas.openxmlformats.org/officeDocument/2006/relationships/customXml" Target="../ink/ink245.xml"/><Relationship Id="rId53" Type="http://schemas.openxmlformats.org/officeDocument/2006/relationships/image" Target="../media/image138.png"/><Relationship Id="rId74" Type="http://schemas.openxmlformats.org/officeDocument/2006/relationships/customXml" Target="../ink/ink266.xml"/><Relationship Id="rId128" Type="http://schemas.openxmlformats.org/officeDocument/2006/relationships/customXml" Target="../ink/ink293.xml"/><Relationship Id="rId149" Type="http://schemas.openxmlformats.org/officeDocument/2006/relationships/image" Target="../media/image179.png"/><Relationship Id="rId5" Type="http://schemas.openxmlformats.org/officeDocument/2006/relationships/image" Target="../media/image115.png"/><Relationship Id="rId95" Type="http://schemas.openxmlformats.org/officeDocument/2006/relationships/image" Target="../media/image152.png"/><Relationship Id="rId160" Type="http://schemas.openxmlformats.org/officeDocument/2006/relationships/customXml" Target="../ink/ink309.xml"/><Relationship Id="rId181" Type="http://schemas.openxmlformats.org/officeDocument/2006/relationships/customXml" Target="../ink/ink319.xml"/><Relationship Id="rId216" Type="http://schemas.openxmlformats.org/officeDocument/2006/relationships/image" Target="../media/image213.png"/><Relationship Id="rId22" Type="http://schemas.openxmlformats.org/officeDocument/2006/relationships/customXml" Target="../ink/ink240.xml"/><Relationship Id="rId43" Type="http://schemas.openxmlformats.org/officeDocument/2006/relationships/image" Target="../media/image133.png"/><Relationship Id="rId64" Type="http://schemas.openxmlformats.org/officeDocument/2006/relationships/customXml" Target="../ink/ink261.xml"/><Relationship Id="rId118" Type="http://schemas.openxmlformats.org/officeDocument/2006/relationships/customXml" Target="../ink/ink288.xml"/><Relationship Id="rId139" Type="http://schemas.openxmlformats.org/officeDocument/2006/relationships/image" Target="../media/image174.png"/><Relationship Id="rId85" Type="http://schemas.openxmlformats.org/officeDocument/2006/relationships/image" Target="../media/image80.png"/><Relationship Id="rId150" Type="http://schemas.openxmlformats.org/officeDocument/2006/relationships/customXml" Target="../ink/ink304.xml"/><Relationship Id="rId171" Type="http://schemas.openxmlformats.org/officeDocument/2006/relationships/image" Target="../media/image190.png"/><Relationship Id="rId192" Type="http://schemas.openxmlformats.org/officeDocument/2006/relationships/image" Target="../media/image201.png"/><Relationship Id="rId206" Type="http://schemas.openxmlformats.org/officeDocument/2006/relationships/image" Target="../media/image208.png"/><Relationship Id="rId12" Type="http://schemas.openxmlformats.org/officeDocument/2006/relationships/customXml" Target="../ink/ink235.xml"/><Relationship Id="rId33" Type="http://schemas.openxmlformats.org/officeDocument/2006/relationships/image" Target="../media/image128.png"/><Relationship Id="rId108" Type="http://schemas.openxmlformats.org/officeDocument/2006/relationships/customXml" Target="../ink/ink283.xml"/><Relationship Id="rId129" Type="http://schemas.openxmlformats.org/officeDocument/2006/relationships/image" Target="../media/image169.png"/><Relationship Id="rId54" Type="http://schemas.openxmlformats.org/officeDocument/2006/relationships/customXml" Target="../ink/ink256.xml"/><Relationship Id="rId75" Type="http://schemas.openxmlformats.org/officeDocument/2006/relationships/image" Target="../media/image55.png"/><Relationship Id="rId96" Type="http://schemas.openxmlformats.org/officeDocument/2006/relationships/customXml" Target="../ink/ink277.xml"/><Relationship Id="rId140" Type="http://schemas.openxmlformats.org/officeDocument/2006/relationships/customXml" Target="../ink/ink299.xml"/><Relationship Id="rId161" Type="http://schemas.openxmlformats.org/officeDocument/2006/relationships/image" Target="../media/image185.png"/><Relationship Id="rId182" Type="http://schemas.openxmlformats.org/officeDocument/2006/relationships/image" Target="../media/image196.png"/><Relationship Id="rId217" Type="http://schemas.openxmlformats.org/officeDocument/2006/relationships/customXml" Target="../ink/ink337.xml"/><Relationship Id="rId6" Type="http://schemas.openxmlformats.org/officeDocument/2006/relationships/customXml" Target="../ink/ink232.xml"/><Relationship Id="rId23" Type="http://schemas.openxmlformats.org/officeDocument/2006/relationships/image" Target="../media/image123.png"/><Relationship Id="rId119" Type="http://schemas.openxmlformats.org/officeDocument/2006/relationships/image" Target="../media/image164.png"/><Relationship Id="rId44" Type="http://schemas.openxmlformats.org/officeDocument/2006/relationships/customXml" Target="../ink/ink251.xml"/><Relationship Id="rId65" Type="http://schemas.openxmlformats.org/officeDocument/2006/relationships/image" Target="../media/image144.png"/><Relationship Id="rId86" Type="http://schemas.openxmlformats.org/officeDocument/2006/relationships/customXml" Target="../ink/ink272.xml"/><Relationship Id="rId130" Type="http://schemas.openxmlformats.org/officeDocument/2006/relationships/customXml" Target="../ink/ink294.xml"/><Relationship Id="rId151" Type="http://schemas.openxmlformats.org/officeDocument/2006/relationships/image" Target="../media/image180.png"/><Relationship Id="rId172" Type="http://schemas.openxmlformats.org/officeDocument/2006/relationships/customXml" Target="../ink/ink315.xml"/><Relationship Id="rId193" Type="http://schemas.openxmlformats.org/officeDocument/2006/relationships/customXml" Target="../ink/ink325.xml"/><Relationship Id="rId207" Type="http://schemas.openxmlformats.org/officeDocument/2006/relationships/customXml" Target="../ink/ink332.xml"/><Relationship Id="rId13" Type="http://schemas.openxmlformats.org/officeDocument/2006/relationships/image" Target="../media/image118.png"/><Relationship Id="rId109" Type="http://schemas.openxmlformats.org/officeDocument/2006/relationships/image" Target="../media/image159.png"/><Relationship Id="rId34" Type="http://schemas.openxmlformats.org/officeDocument/2006/relationships/customXml" Target="../ink/ink246.xml"/><Relationship Id="rId55" Type="http://schemas.openxmlformats.org/officeDocument/2006/relationships/image" Target="../media/image139.png"/><Relationship Id="rId76" Type="http://schemas.openxmlformats.org/officeDocument/2006/relationships/customXml" Target="../ink/ink267.xml"/><Relationship Id="rId97" Type="http://schemas.openxmlformats.org/officeDocument/2006/relationships/image" Target="../media/image153.png"/><Relationship Id="rId120" Type="http://schemas.openxmlformats.org/officeDocument/2006/relationships/customXml" Target="../ink/ink289.xml"/><Relationship Id="rId141" Type="http://schemas.openxmlformats.org/officeDocument/2006/relationships/image" Target="../media/image175.png"/><Relationship Id="rId7" Type="http://schemas.openxmlformats.org/officeDocument/2006/relationships/image" Target="../media/image16.png"/><Relationship Id="rId162" Type="http://schemas.openxmlformats.org/officeDocument/2006/relationships/customXml" Target="../ink/ink310.xml"/><Relationship Id="rId183" Type="http://schemas.openxmlformats.org/officeDocument/2006/relationships/customXml" Target="../ink/ink320.xml"/><Relationship Id="rId218" Type="http://schemas.openxmlformats.org/officeDocument/2006/relationships/image" Target="../media/image214.png"/><Relationship Id="rId24" Type="http://schemas.openxmlformats.org/officeDocument/2006/relationships/customXml" Target="../ink/ink241.xml"/><Relationship Id="rId45" Type="http://schemas.openxmlformats.org/officeDocument/2006/relationships/image" Target="../media/image134.png"/><Relationship Id="rId66" Type="http://schemas.openxmlformats.org/officeDocument/2006/relationships/customXml" Target="../ink/ink262.xml"/><Relationship Id="rId87" Type="http://schemas.openxmlformats.org/officeDocument/2006/relationships/image" Target="../media/image81.png"/><Relationship Id="rId110" Type="http://schemas.openxmlformats.org/officeDocument/2006/relationships/customXml" Target="../ink/ink284.xml"/><Relationship Id="rId131" Type="http://schemas.openxmlformats.org/officeDocument/2006/relationships/image" Target="../media/image170.png"/><Relationship Id="rId152" Type="http://schemas.openxmlformats.org/officeDocument/2006/relationships/customXml" Target="../ink/ink305.xml"/><Relationship Id="rId173" Type="http://schemas.openxmlformats.org/officeDocument/2006/relationships/image" Target="../media/image191.png"/><Relationship Id="rId194" Type="http://schemas.openxmlformats.org/officeDocument/2006/relationships/image" Target="../media/image202.png"/><Relationship Id="rId208" Type="http://schemas.openxmlformats.org/officeDocument/2006/relationships/image" Target="../media/image209.png"/><Relationship Id="rId14" Type="http://schemas.openxmlformats.org/officeDocument/2006/relationships/customXml" Target="../ink/ink236.xml"/><Relationship Id="rId35" Type="http://schemas.openxmlformats.org/officeDocument/2006/relationships/image" Target="../media/image129.png"/><Relationship Id="rId56" Type="http://schemas.openxmlformats.org/officeDocument/2006/relationships/customXml" Target="../ink/ink257.xml"/><Relationship Id="rId77" Type="http://schemas.openxmlformats.org/officeDocument/2006/relationships/image" Target="../media/image56.png"/><Relationship Id="rId100" Type="http://schemas.openxmlformats.org/officeDocument/2006/relationships/customXml" Target="../ink/ink279.xml"/><Relationship Id="rId8" Type="http://schemas.openxmlformats.org/officeDocument/2006/relationships/customXml" Target="../ink/ink233.xml"/><Relationship Id="rId98" Type="http://schemas.openxmlformats.org/officeDocument/2006/relationships/customXml" Target="../ink/ink278.xml"/><Relationship Id="rId121" Type="http://schemas.openxmlformats.org/officeDocument/2006/relationships/image" Target="../media/image165.png"/><Relationship Id="rId142" Type="http://schemas.openxmlformats.org/officeDocument/2006/relationships/customXml" Target="../ink/ink300.xml"/><Relationship Id="rId163" Type="http://schemas.openxmlformats.org/officeDocument/2006/relationships/image" Target="../media/image186.png"/><Relationship Id="rId184" Type="http://schemas.openxmlformats.org/officeDocument/2006/relationships/image" Target="../media/image197.png"/><Relationship Id="rId219" Type="http://schemas.openxmlformats.org/officeDocument/2006/relationships/customXml" Target="../ink/ink338.xml"/><Relationship Id="rId3" Type="http://schemas.openxmlformats.org/officeDocument/2006/relationships/image" Target="../media/image114.png"/><Relationship Id="rId214" Type="http://schemas.openxmlformats.org/officeDocument/2006/relationships/image" Target="../media/image212.png"/><Relationship Id="rId25" Type="http://schemas.openxmlformats.org/officeDocument/2006/relationships/image" Target="../media/image124.png"/><Relationship Id="rId46" Type="http://schemas.openxmlformats.org/officeDocument/2006/relationships/customXml" Target="../ink/ink252.xml"/><Relationship Id="rId67" Type="http://schemas.openxmlformats.org/officeDocument/2006/relationships/image" Target="../media/image145.png"/><Relationship Id="rId116" Type="http://schemas.openxmlformats.org/officeDocument/2006/relationships/customXml" Target="../ink/ink287.xml"/><Relationship Id="rId137" Type="http://schemas.openxmlformats.org/officeDocument/2006/relationships/image" Target="../media/image173.png"/><Relationship Id="rId158" Type="http://schemas.openxmlformats.org/officeDocument/2006/relationships/customXml" Target="../ink/ink308.xml"/><Relationship Id="rId20" Type="http://schemas.openxmlformats.org/officeDocument/2006/relationships/customXml" Target="../ink/ink239.xml"/><Relationship Id="rId41" Type="http://schemas.openxmlformats.org/officeDocument/2006/relationships/image" Target="../media/image132.png"/><Relationship Id="rId62" Type="http://schemas.openxmlformats.org/officeDocument/2006/relationships/customXml" Target="../ink/ink260.xml"/><Relationship Id="rId83" Type="http://schemas.openxmlformats.org/officeDocument/2006/relationships/image" Target="../media/image79.png"/><Relationship Id="rId88" Type="http://schemas.openxmlformats.org/officeDocument/2006/relationships/customXml" Target="../ink/ink273.xml"/><Relationship Id="rId111" Type="http://schemas.openxmlformats.org/officeDocument/2006/relationships/image" Target="../media/image160.png"/><Relationship Id="rId132" Type="http://schemas.openxmlformats.org/officeDocument/2006/relationships/customXml" Target="../ink/ink295.xml"/><Relationship Id="rId153" Type="http://schemas.openxmlformats.org/officeDocument/2006/relationships/image" Target="../media/image181.png"/><Relationship Id="rId174" Type="http://schemas.openxmlformats.org/officeDocument/2006/relationships/customXml" Target="../ink/ink316.xml"/><Relationship Id="rId179" Type="http://schemas.openxmlformats.org/officeDocument/2006/relationships/image" Target="../media/image194.png"/><Relationship Id="rId195" Type="http://schemas.openxmlformats.org/officeDocument/2006/relationships/customXml" Target="../ink/ink326.xml"/><Relationship Id="rId209" Type="http://schemas.openxmlformats.org/officeDocument/2006/relationships/customXml" Target="../ink/ink333.xml"/><Relationship Id="rId190" Type="http://schemas.openxmlformats.org/officeDocument/2006/relationships/image" Target="../media/image200.png"/><Relationship Id="rId204" Type="http://schemas.openxmlformats.org/officeDocument/2006/relationships/image" Target="../media/image207.png"/><Relationship Id="rId220" Type="http://schemas.openxmlformats.org/officeDocument/2006/relationships/image" Target="../media/image215.png"/><Relationship Id="rId225" Type="http://schemas.openxmlformats.org/officeDocument/2006/relationships/customXml" Target="../ink/ink341.xml"/><Relationship Id="rId15" Type="http://schemas.openxmlformats.org/officeDocument/2006/relationships/image" Target="../media/image119.png"/><Relationship Id="rId36" Type="http://schemas.openxmlformats.org/officeDocument/2006/relationships/customXml" Target="../ink/ink247.xml"/><Relationship Id="rId57" Type="http://schemas.openxmlformats.org/officeDocument/2006/relationships/image" Target="../media/image140.png"/><Relationship Id="rId106" Type="http://schemas.openxmlformats.org/officeDocument/2006/relationships/customXml" Target="../ink/ink282.xml"/><Relationship Id="rId127" Type="http://schemas.openxmlformats.org/officeDocument/2006/relationships/image" Target="../media/image168.png"/><Relationship Id="rId10" Type="http://schemas.openxmlformats.org/officeDocument/2006/relationships/customXml" Target="../ink/ink234.xml"/><Relationship Id="rId31" Type="http://schemas.openxmlformats.org/officeDocument/2006/relationships/image" Target="../media/image127.png"/><Relationship Id="rId52" Type="http://schemas.openxmlformats.org/officeDocument/2006/relationships/customXml" Target="../ink/ink255.xml"/><Relationship Id="rId73" Type="http://schemas.openxmlformats.org/officeDocument/2006/relationships/image" Target="../media/image148.png"/><Relationship Id="rId78" Type="http://schemas.openxmlformats.org/officeDocument/2006/relationships/customXml" Target="../ink/ink268.xml"/><Relationship Id="rId94" Type="http://schemas.openxmlformats.org/officeDocument/2006/relationships/customXml" Target="../ink/ink276.xml"/><Relationship Id="rId99" Type="http://schemas.openxmlformats.org/officeDocument/2006/relationships/image" Target="../media/image154.png"/><Relationship Id="rId101" Type="http://schemas.openxmlformats.org/officeDocument/2006/relationships/image" Target="../media/image155.png"/><Relationship Id="rId122" Type="http://schemas.openxmlformats.org/officeDocument/2006/relationships/customXml" Target="../ink/ink290.xml"/><Relationship Id="rId143" Type="http://schemas.openxmlformats.org/officeDocument/2006/relationships/image" Target="../media/image176.png"/><Relationship Id="rId148" Type="http://schemas.openxmlformats.org/officeDocument/2006/relationships/customXml" Target="../ink/ink303.xml"/><Relationship Id="rId164" Type="http://schemas.openxmlformats.org/officeDocument/2006/relationships/customXml" Target="../ink/ink311.xml"/><Relationship Id="rId169" Type="http://schemas.openxmlformats.org/officeDocument/2006/relationships/image" Target="../media/image189.png"/><Relationship Id="rId185" Type="http://schemas.openxmlformats.org/officeDocument/2006/relationships/customXml" Target="../ink/ink321.xml"/><Relationship Id="rId4" Type="http://schemas.openxmlformats.org/officeDocument/2006/relationships/customXml" Target="../ink/ink231.xml"/><Relationship Id="rId9" Type="http://schemas.openxmlformats.org/officeDocument/2006/relationships/image" Target="../media/image116.png"/><Relationship Id="rId180" Type="http://schemas.openxmlformats.org/officeDocument/2006/relationships/image" Target="../media/image195.png"/><Relationship Id="rId210" Type="http://schemas.openxmlformats.org/officeDocument/2006/relationships/image" Target="../media/image210.png"/><Relationship Id="rId215" Type="http://schemas.openxmlformats.org/officeDocument/2006/relationships/customXml" Target="../ink/ink336.xml"/><Relationship Id="rId26" Type="http://schemas.openxmlformats.org/officeDocument/2006/relationships/customXml" Target="../ink/ink242.xml"/><Relationship Id="rId47" Type="http://schemas.openxmlformats.org/officeDocument/2006/relationships/image" Target="../media/image135.png"/><Relationship Id="rId68" Type="http://schemas.openxmlformats.org/officeDocument/2006/relationships/customXml" Target="../ink/ink263.xml"/><Relationship Id="rId89" Type="http://schemas.openxmlformats.org/officeDocument/2006/relationships/image" Target="../media/image82.png"/><Relationship Id="rId112" Type="http://schemas.openxmlformats.org/officeDocument/2006/relationships/customXml" Target="../ink/ink285.xml"/><Relationship Id="rId133" Type="http://schemas.openxmlformats.org/officeDocument/2006/relationships/image" Target="../media/image171.png"/><Relationship Id="rId154" Type="http://schemas.openxmlformats.org/officeDocument/2006/relationships/customXml" Target="../ink/ink306.xml"/><Relationship Id="rId175" Type="http://schemas.openxmlformats.org/officeDocument/2006/relationships/image" Target="../media/image192.png"/><Relationship Id="rId196" Type="http://schemas.openxmlformats.org/officeDocument/2006/relationships/image" Target="../media/image203.png"/><Relationship Id="rId200" Type="http://schemas.openxmlformats.org/officeDocument/2006/relationships/image" Target="../media/image205.png"/><Relationship Id="rId16" Type="http://schemas.openxmlformats.org/officeDocument/2006/relationships/customXml" Target="../ink/ink237.xml"/><Relationship Id="rId221" Type="http://schemas.openxmlformats.org/officeDocument/2006/relationships/customXml" Target="../ink/ink339.xml"/><Relationship Id="rId37" Type="http://schemas.openxmlformats.org/officeDocument/2006/relationships/image" Target="../media/image130.png"/><Relationship Id="rId58" Type="http://schemas.openxmlformats.org/officeDocument/2006/relationships/customXml" Target="../ink/ink258.xml"/><Relationship Id="rId79" Type="http://schemas.openxmlformats.org/officeDocument/2006/relationships/image" Target="../media/image57.png"/><Relationship Id="rId102" Type="http://schemas.openxmlformats.org/officeDocument/2006/relationships/customXml" Target="../ink/ink280.xml"/><Relationship Id="rId123" Type="http://schemas.openxmlformats.org/officeDocument/2006/relationships/image" Target="../media/image166.png"/><Relationship Id="rId144" Type="http://schemas.openxmlformats.org/officeDocument/2006/relationships/customXml" Target="../ink/ink301.xml"/><Relationship Id="rId90" Type="http://schemas.openxmlformats.org/officeDocument/2006/relationships/customXml" Target="../ink/ink274.xml"/><Relationship Id="rId165" Type="http://schemas.openxmlformats.org/officeDocument/2006/relationships/image" Target="../media/image187.png"/><Relationship Id="rId186" Type="http://schemas.openxmlformats.org/officeDocument/2006/relationships/image" Target="../media/image198.png"/><Relationship Id="rId211" Type="http://schemas.openxmlformats.org/officeDocument/2006/relationships/customXml" Target="../ink/ink334.xml"/><Relationship Id="rId27" Type="http://schemas.openxmlformats.org/officeDocument/2006/relationships/image" Target="../media/image125.png"/><Relationship Id="rId48" Type="http://schemas.openxmlformats.org/officeDocument/2006/relationships/customXml" Target="../ink/ink253.xml"/><Relationship Id="rId69" Type="http://schemas.openxmlformats.org/officeDocument/2006/relationships/image" Target="../media/image146.png"/><Relationship Id="rId113" Type="http://schemas.openxmlformats.org/officeDocument/2006/relationships/image" Target="../media/image161.png"/><Relationship Id="rId134" Type="http://schemas.openxmlformats.org/officeDocument/2006/relationships/customXml" Target="../ink/ink296.xml"/><Relationship Id="rId80" Type="http://schemas.openxmlformats.org/officeDocument/2006/relationships/customXml" Target="../ink/ink269.xml"/><Relationship Id="rId155" Type="http://schemas.openxmlformats.org/officeDocument/2006/relationships/image" Target="../media/image182.png"/><Relationship Id="rId176" Type="http://schemas.openxmlformats.org/officeDocument/2006/relationships/customXml" Target="../ink/ink317.xml"/><Relationship Id="rId197" Type="http://schemas.openxmlformats.org/officeDocument/2006/relationships/customXml" Target="../ink/ink327.xml"/><Relationship Id="rId201" Type="http://schemas.openxmlformats.org/officeDocument/2006/relationships/customXml" Target="../ink/ink329.xml"/><Relationship Id="rId222" Type="http://schemas.openxmlformats.org/officeDocument/2006/relationships/image" Target="../media/image216.png"/><Relationship Id="rId17" Type="http://schemas.openxmlformats.org/officeDocument/2006/relationships/image" Target="../media/image120.png"/><Relationship Id="rId38" Type="http://schemas.openxmlformats.org/officeDocument/2006/relationships/customXml" Target="../ink/ink248.xml"/><Relationship Id="rId59" Type="http://schemas.openxmlformats.org/officeDocument/2006/relationships/image" Target="../media/image141.png"/><Relationship Id="rId103" Type="http://schemas.openxmlformats.org/officeDocument/2006/relationships/image" Target="../media/image156.png"/><Relationship Id="rId124" Type="http://schemas.openxmlformats.org/officeDocument/2006/relationships/customXml" Target="../ink/ink291.xml"/><Relationship Id="rId70" Type="http://schemas.openxmlformats.org/officeDocument/2006/relationships/customXml" Target="../ink/ink264.xml"/><Relationship Id="rId91" Type="http://schemas.openxmlformats.org/officeDocument/2006/relationships/image" Target="../media/image149.png"/><Relationship Id="rId145" Type="http://schemas.openxmlformats.org/officeDocument/2006/relationships/image" Target="../media/image177.png"/><Relationship Id="rId166" Type="http://schemas.openxmlformats.org/officeDocument/2006/relationships/customXml" Target="../ink/ink312.xml"/><Relationship Id="rId187" Type="http://schemas.openxmlformats.org/officeDocument/2006/relationships/customXml" Target="../ink/ink322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211.png"/><Relationship Id="rId28" Type="http://schemas.openxmlformats.org/officeDocument/2006/relationships/customXml" Target="../ink/ink243.xml"/><Relationship Id="rId49" Type="http://schemas.openxmlformats.org/officeDocument/2006/relationships/image" Target="../media/image136.png"/><Relationship Id="rId114" Type="http://schemas.openxmlformats.org/officeDocument/2006/relationships/customXml" Target="../ink/ink286.xml"/><Relationship Id="rId60" Type="http://schemas.openxmlformats.org/officeDocument/2006/relationships/customXml" Target="../ink/ink259.xml"/><Relationship Id="rId81" Type="http://schemas.openxmlformats.org/officeDocument/2006/relationships/image" Target="../media/image58.png"/><Relationship Id="rId135" Type="http://schemas.openxmlformats.org/officeDocument/2006/relationships/image" Target="../media/image172.png"/><Relationship Id="rId156" Type="http://schemas.openxmlformats.org/officeDocument/2006/relationships/customXml" Target="../ink/ink307.xml"/><Relationship Id="rId177" Type="http://schemas.openxmlformats.org/officeDocument/2006/relationships/image" Target="../media/image193.png"/><Relationship Id="rId198" Type="http://schemas.openxmlformats.org/officeDocument/2006/relationships/image" Target="../media/image204.png"/><Relationship Id="rId202" Type="http://schemas.openxmlformats.org/officeDocument/2006/relationships/image" Target="../media/image206.png"/><Relationship Id="rId223" Type="http://schemas.openxmlformats.org/officeDocument/2006/relationships/customXml" Target="../ink/ink340.xml"/><Relationship Id="rId18" Type="http://schemas.openxmlformats.org/officeDocument/2006/relationships/customXml" Target="../ink/ink238.xml"/><Relationship Id="rId39" Type="http://schemas.openxmlformats.org/officeDocument/2006/relationships/image" Target="../media/image131.png"/><Relationship Id="rId50" Type="http://schemas.openxmlformats.org/officeDocument/2006/relationships/customXml" Target="../ink/ink254.xml"/><Relationship Id="rId104" Type="http://schemas.openxmlformats.org/officeDocument/2006/relationships/customXml" Target="../ink/ink281.xml"/><Relationship Id="rId125" Type="http://schemas.openxmlformats.org/officeDocument/2006/relationships/image" Target="../media/image167.png"/><Relationship Id="rId146" Type="http://schemas.openxmlformats.org/officeDocument/2006/relationships/customXml" Target="../ink/ink302.xml"/><Relationship Id="rId167" Type="http://schemas.openxmlformats.org/officeDocument/2006/relationships/image" Target="../media/image188.png"/><Relationship Id="rId188" Type="http://schemas.openxmlformats.org/officeDocument/2006/relationships/image" Target="../media/image199.png"/><Relationship Id="rId71" Type="http://schemas.openxmlformats.org/officeDocument/2006/relationships/image" Target="../media/image147.png"/><Relationship Id="rId92" Type="http://schemas.openxmlformats.org/officeDocument/2006/relationships/customXml" Target="../ink/ink275.xml"/><Relationship Id="rId213" Type="http://schemas.openxmlformats.org/officeDocument/2006/relationships/customXml" Target="../ink/ink335.xml"/><Relationship Id="rId2" Type="http://schemas.openxmlformats.org/officeDocument/2006/relationships/customXml" Target="../ink/ink230.xml"/><Relationship Id="rId29" Type="http://schemas.openxmlformats.org/officeDocument/2006/relationships/image" Target="../media/image126.png"/><Relationship Id="rId40" Type="http://schemas.openxmlformats.org/officeDocument/2006/relationships/customXml" Target="../ink/ink249.xml"/><Relationship Id="rId115" Type="http://schemas.openxmlformats.org/officeDocument/2006/relationships/image" Target="../media/image162.png"/><Relationship Id="rId136" Type="http://schemas.openxmlformats.org/officeDocument/2006/relationships/customXml" Target="../ink/ink297.xml"/><Relationship Id="rId157" Type="http://schemas.openxmlformats.org/officeDocument/2006/relationships/image" Target="../media/image183.png"/><Relationship Id="rId178" Type="http://schemas.openxmlformats.org/officeDocument/2006/relationships/customXml" Target="../ink/ink318.xml"/><Relationship Id="rId61" Type="http://schemas.openxmlformats.org/officeDocument/2006/relationships/image" Target="../media/image142.png"/><Relationship Id="rId82" Type="http://schemas.openxmlformats.org/officeDocument/2006/relationships/customXml" Target="../ink/ink270.xml"/><Relationship Id="rId199" Type="http://schemas.openxmlformats.org/officeDocument/2006/relationships/customXml" Target="../ink/ink328.xml"/><Relationship Id="rId203" Type="http://schemas.openxmlformats.org/officeDocument/2006/relationships/customXml" Target="../ink/ink330.xml"/><Relationship Id="rId19" Type="http://schemas.openxmlformats.org/officeDocument/2006/relationships/image" Target="../media/image121.png"/><Relationship Id="rId224" Type="http://schemas.openxmlformats.org/officeDocument/2006/relationships/image" Target="../media/image217.png"/><Relationship Id="rId30" Type="http://schemas.openxmlformats.org/officeDocument/2006/relationships/customXml" Target="../ink/ink244.xml"/><Relationship Id="rId105" Type="http://schemas.openxmlformats.org/officeDocument/2006/relationships/image" Target="../media/image157.png"/><Relationship Id="rId126" Type="http://schemas.openxmlformats.org/officeDocument/2006/relationships/customXml" Target="../ink/ink292.xml"/><Relationship Id="rId147" Type="http://schemas.openxmlformats.org/officeDocument/2006/relationships/image" Target="../media/image178.png"/><Relationship Id="rId168" Type="http://schemas.openxmlformats.org/officeDocument/2006/relationships/customXml" Target="../ink/ink313.xml"/><Relationship Id="rId51" Type="http://schemas.openxmlformats.org/officeDocument/2006/relationships/image" Target="../media/image137.png"/><Relationship Id="rId72" Type="http://schemas.openxmlformats.org/officeDocument/2006/relationships/customXml" Target="../ink/ink265.xml"/><Relationship Id="rId93" Type="http://schemas.openxmlformats.org/officeDocument/2006/relationships/image" Target="../media/image151.png"/><Relationship Id="rId189" Type="http://schemas.openxmlformats.org/officeDocument/2006/relationships/customXml" Target="../ink/ink32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43.png"/><Relationship Id="rId21" Type="http://schemas.openxmlformats.org/officeDocument/2006/relationships/image" Target="../media/image59.png"/><Relationship Id="rId42" Type="http://schemas.openxmlformats.org/officeDocument/2006/relationships/customXml" Target="../ink/ink362.xml"/><Relationship Id="rId63" Type="http://schemas.openxmlformats.org/officeDocument/2006/relationships/image" Target="../media/image79.png"/><Relationship Id="rId84" Type="http://schemas.openxmlformats.org/officeDocument/2006/relationships/customXml" Target="../ink/ink383.xml"/><Relationship Id="rId138" Type="http://schemas.openxmlformats.org/officeDocument/2006/relationships/customXml" Target="../ink/ink410.xml"/><Relationship Id="rId107" Type="http://schemas.openxmlformats.org/officeDocument/2006/relationships/image" Target="../media/image238.png"/><Relationship Id="rId11" Type="http://schemas.openxmlformats.org/officeDocument/2006/relationships/image" Target="../media/image54.png"/><Relationship Id="rId32" Type="http://schemas.openxmlformats.org/officeDocument/2006/relationships/customXml" Target="../ink/ink357.xml"/><Relationship Id="rId37" Type="http://schemas.openxmlformats.org/officeDocument/2006/relationships/image" Target="../media/image67.png"/><Relationship Id="rId53" Type="http://schemas.openxmlformats.org/officeDocument/2006/relationships/image" Target="../media/image74.png"/><Relationship Id="rId58" Type="http://schemas.openxmlformats.org/officeDocument/2006/relationships/customXml" Target="../ink/ink370.xml"/><Relationship Id="rId74" Type="http://schemas.openxmlformats.org/officeDocument/2006/relationships/customXml" Target="../ink/ink378.xml"/><Relationship Id="rId79" Type="http://schemas.openxmlformats.org/officeDocument/2006/relationships/image" Target="../media/image224.png"/><Relationship Id="rId102" Type="http://schemas.openxmlformats.org/officeDocument/2006/relationships/customXml" Target="../ink/ink392.xml"/><Relationship Id="rId123" Type="http://schemas.openxmlformats.org/officeDocument/2006/relationships/image" Target="../media/image246.png"/><Relationship Id="rId128" Type="http://schemas.openxmlformats.org/officeDocument/2006/relationships/customXml" Target="../ink/ink405.xml"/><Relationship Id="rId5" Type="http://schemas.openxmlformats.org/officeDocument/2006/relationships/image" Target="../media/image51.png"/><Relationship Id="rId90" Type="http://schemas.openxmlformats.org/officeDocument/2006/relationships/customXml" Target="../ink/ink386.xml"/><Relationship Id="rId95" Type="http://schemas.openxmlformats.org/officeDocument/2006/relationships/image" Target="../media/image232.png"/><Relationship Id="rId22" Type="http://schemas.openxmlformats.org/officeDocument/2006/relationships/customXml" Target="../ink/ink352.xml"/><Relationship Id="rId27" Type="http://schemas.openxmlformats.org/officeDocument/2006/relationships/image" Target="../media/image62.png"/><Relationship Id="rId43" Type="http://schemas.openxmlformats.org/officeDocument/2006/relationships/image" Target="../media/image70.png"/><Relationship Id="rId48" Type="http://schemas.openxmlformats.org/officeDocument/2006/relationships/customXml" Target="../ink/ink365.xml"/><Relationship Id="rId64" Type="http://schemas.openxmlformats.org/officeDocument/2006/relationships/customXml" Target="../ink/ink373.xml"/><Relationship Id="rId69" Type="http://schemas.openxmlformats.org/officeDocument/2006/relationships/image" Target="../media/image82.png"/><Relationship Id="rId113" Type="http://schemas.openxmlformats.org/officeDocument/2006/relationships/image" Target="../media/image241.png"/><Relationship Id="rId118" Type="http://schemas.openxmlformats.org/officeDocument/2006/relationships/customXml" Target="../ink/ink400.xml"/><Relationship Id="rId134" Type="http://schemas.openxmlformats.org/officeDocument/2006/relationships/customXml" Target="../ink/ink408.xml"/><Relationship Id="rId139" Type="http://schemas.openxmlformats.org/officeDocument/2006/relationships/image" Target="../media/image254.png"/><Relationship Id="rId80" Type="http://schemas.openxmlformats.org/officeDocument/2006/relationships/customXml" Target="../ink/ink381.xml"/><Relationship Id="rId85" Type="http://schemas.openxmlformats.org/officeDocument/2006/relationships/image" Target="../media/image227.png"/><Relationship Id="rId12" Type="http://schemas.openxmlformats.org/officeDocument/2006/relationships/customXml" Target="../ink/ink347.xml"/><Relationship Id="rId17" Type="http://schemas.openxmlformats.org/officeDocument/2006/relationships/image" Target="../media/image57.png"/><Relationship Id="rId33" Type="http://schemas.openxmlformats.org/officeDocument/2006/relationships/image" Target="../media/image65.png"/><Relationship Id="rId38" Type="http://schemas.openxmlformats.org/officeDocument/2006/relationships/customXml" Target="../ink/ink360.xml"/><Relationship Id="rId59" Type="http://schemas.openxmlformats.org/officeDocument/2006/relationships/image" Target="../media/image77.png"/><Relationship Id="rId103" Type="http://schemas.openxmlformats.org/officeDocument/2006/relationships/image" Target="../media/image236.png"/><Relationship Id="rId108" Type="http://schemas.openxmlformats.org/officeDocument/2006/relationships/customXml" Target="../ink/ink395.xml"/><Relationship Id="rId124" Type="http://schemas.openxmlformats.org/officeDocument/2006/relationships/customXml" Target="../ink/ink403.xml"/><Relationship Id="rId129" Type="http://schemas.openxmlformats.org/officeDocument/2006/relationships/image" Target="../media/image249.png"/><Relationship Id="rId54" Type="http://schemas.openxmlformats.org/officeDocument/2006/relationships/customXml" Target="../ink/ink368.xml"/><Relationship Id="rId70" Type="http://schemas.openxmlformats.org/officeDocument/2006/relationships/customXml" Target="../ink/ink376.xml"/><Relationship Id="rId75" Type="http://schemas.openxmlformats.org/officeDocument/2006/relationships/image" Target="../media/image222.png"/><Relationship Id="rId91" Type="http://schemas.openxmlformats.org/officeDocument/2006/relationships/image" Target="../media/image230.png"/><Relationship Id="rId96" Type="http://schemas.openxmlformats.org/officeDocument/2006/relationships/customXml" Target="../ink/ink389.xml"/><Relationship Id="rId140" Type="http://schemas.openxmlformats.org/officeDocument/2006/relationships/customXml" Target="../ink/ink41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44.xml"/><Relationship Id="rId23" Type="http://schemas.openxmlformats.org/officeDocument/2006/relationships/image" Target="../media/image60.png"/><Relationship Id="rId28" Type="http://schemas.openxmlformats.org/officeDocument/2006/relationships/customXml" Target="../ink/ink355.xml"/><Relationship Id="rId49" Type="http://schemas.openxmlformats.org/officeDocument/2006/relationships/image" Target="../media/image72.png"/><Relationship Id="rId114" Type="http://schemas.openxmlformats.org/officeDocument/2006/relationships/customXml" Target="../ink/ink398.xml"/><Relationship Id="rId119" Type="http://schemas.openxmlformats.org/officeDocument/2006/relationships/image" Target="../media/image244.png"/><Relationship Id="rId44" Type="http://schemas.openxmlformats.org/officeDocument/2006/relationships/customXml" Target="../ink/ink363.xml"/><Relationship Id="rId60" Type="http://schemas.openxmlformats.org/officeDocument/2006/relationships/customXml" Target="../ink/ink371.xml"/><Relationship Id="rId65" Type="http://schemas.openxmlformats.org/officeDocument/2006/relationships/image" Target="../media/image80.png"/><Relationship Id="rId81" Type="http://schemas.openxmlformats.org/officeDocument/2006/relationships/image" Target="../media/image225.png"/><Relationship Id="rId86" Type="http://schemas.openxmlformats.org/officeDocument/2006/relationships/customXml" Target="../ink/ink384.xml"/><Relationship Id="rId130" Type="http://schemas.openxmlformats.org/officeDocument/2006/relationships/customXml" Target="../ink/ink406.xml"/><Relationship Id="rId135" Type="http://schemas.openxmlformats.org/officeDocument/2006/relationships/image" Target="../media/image252.png"/><Relationship Id="rId13" Type="http://schemas.openxmlformats.org/officeDocument/2006/relationships/image" Target="../media/image55.png"/><Relationship Id="rId18" Type="http://schemas.openxmlformats.org/officeDocument/2006/relationships/customXml" Target="../ink/ink350.xml"/><Relationship Id="rId39" Type="http://schemas.openxmlformats.org/officeDocument/2006/relationships/image" Target="../media/image68.png"/><Relationship Id="rId109" Type="http://schemas.openxmlformats.org/officeDocument/2006/relationships/image" Target="../media/image239.png"/><Relationship Id="rId34" Type="http://schemas.openxmlformats.org/officeDocument/2006/relationships/customXml" Target="../ink/ink358.xml"/><Relationship Id="rId50" Type="http://schemas.openxmlformats.org/officeDocument/2006/relationships/customXml" Target="../ink/ink366.xml"/><Relationship Id="rId55" Type="http://schemas.openxmlformats.org/officeDocument/2006/relationships/image" Target="../media/image75.png"/><Relationship Id="rId76" Type="http://schemas.openxmlformats.org/officeDocument/2006/relationships/customXml" Target="../ink/ink379.xml"/><Relationship Id="rId97" Type="http://schemas.openxmlformats.org/officeDocument/2006/relationships/image" Target="../media/image233.png"/><Relationship Id="rId104" Type="http://schemas.openxmlformats.org/officeDocument/2006/relationships/customXml" Target="../ink/ink393.xml"/><Relationship Id="rId120" Type="http://schemas.openxmlformats.org/officeDocument/2006/relationships/customXml" Target="../ink/ink401.xml"/><Relationship Id="rId125" Type="http://schemas.openxmlformats.org/officeDocument/2006/relationships/image" Target="../media/image247.png"/><Relationship Id="rId141" Type="http://schemas.openxmlformats.org/officeDocument/2006/relationships/image" Target="../media/image255.png"/><Relationship Id="rId7" Type="http://schemas.openxmlformats.org/officeDocument/2006/relationships/image" Target="../media/image52.png"/><Relationship Id="rId71" Type="http://schemas.openxmlformats.org/officeDocument/2006/relationships/image" Target="../media/image220.png"/><Relationship Id="rId92" Type="http://schemas.openxmlformats.org/officeDocument/2006/relationships/customXml" Target="../ink/ink387.xml"/><Relationship Id="rId2" Type="http://schemas.openxmlformats.org/officeDocument/2006/relationships/customXml" Target="../ink/ink342.xml"/><Relationship Id="rId29" Type="http://schemas.openxmlformats.org/officeDocument/2006/relationships/image" Target="../media/image63.png"/><Relationship Id="rId24" Type="http://schemas.openxmlformats.org/officeDocument/2006/relationships/customXml" Target="../ink/ink353.xml"/><Relationship Id="rId40" Type="http://schemas.openxmlformats.org/officeDocument/2006/relationships/customXml" Target="../ink/ink361.xml"/><Relationship Id="rId45" Type="http://schemas.openxmlformats.org/officeDocument/2006/relationships/image" Target="../media/image16.png"/><Relationship Id="rId66" Type="http://schemas.openxmlformats.org/officeDocument/2006/relationships/customXml" Target="../ink/ink374.xml"/><Relationship Id="rId87" Type="http://schemas.openxmlformats.org/officeDocument/2006/relationships/image" Target="../media/image228.png"/><Relationship Id="rId110" Type="http://schemas.openxmlformats.org/officeDocument/2006/relationships/customXml" Target="../ink/ink396.xml"/><Relationship Id="rId115" Type="http://schemas.openxmlformats.org/officeDocument/2006/relationships/image" Target="../media/image242.png"/><Relationship Id="rId131" Type="http://schemas.openxmlformats.org/officeDocument/2006/relationships/image" Target="../media/image250.png"/><Relationship Id="rId136" Type="http://schemas.openxmlformats.org/officeDocument/2006/relationships/customXml" Target="../ink/ink409.xml"/><Relationship Id="rId61" Type="http://schemas.openxmlformats.org/officeDocument/2006/relationships/image" Target="../media/image78.png"/><Relationship Id="rId82" Type="http://schemas.openxmlformats.org/officeDocument/2006/relationships/customXml" Target="../ink/ink382.xml"/><Relationship Id="rId19" Type="http://schemas.openxmlformats.org/officeDocument/2006/relationships/image" Target="../media/image58.png"/><Relationship Id="rId14" Type="http://schemas.openxmlformats.org/officeDocument/2006/relationships/customXml" Target="../ink/ink348.xml"/><Relationship Id="rId30" Type="http://schemas.openxmlformats.org/officeDocument/2006/relationships/customXml" Target="../ink/ink356.xml"/><Relationship Id="rId35" Type="http://schemas.openxmlformats.org/officeDocument/2006/relationships/image" Target="../media/image66.png"/><Relationship Id="rId56" Type="http://schemas.openxmlformats.org/officeDocument/2006/relationships/customXml" Target="../ink/ink369.xml"/><Relationship Id="rId77" Type="http://schemas.openxmlformats.org/officeDocument/2006/relationships/image" Target="../media/image223.png"/><Relationship Id="rId100" Type="http://schemas.openxmlformats.org/officeDocument/2006/relationships/customXml" Target="../ink/ink391.xml"/><Relationship Id="rId105" Type="http://schemas.openxmlformats.org/officeDocument/2006/relationships/image" Target="../media/image237.png"/><Relationship Id="rId126" Type="http://schemas.openxmlformats.org/officeDocument/2006/relationships/customXml" Target="../ink/ink404.xml"/><Relationship Id="rId8" Type="http://schemas.openxmlformats.org/officeDocument/2006/relationships/customXml" Target="../ink/ink345.xml"/><Relationship Id="rId51" Type="http://schemas.openxmlformats.org/officeDocument/2006/relationships/image" Target="../media/image73.png"/><Relationship Id="rId72" Type="http://schemas.openxmlformats.org/officeDocument/2006/relationships/customXml" Target="../ink/ink377.xml"/><Relationship Id="rId93" Type="http://schemas.openxmlformats.org/officeDocument/2006/relationships/image" Target="../media/image231.png"/><Relationship Id="rId98" Type="http://schemas.openxmlformats.org/officeDocument/2006/relationships/customXml" Target="../ink/ink390.xml"/><Relationship Id="rId121" Type="http://schemas.openxmlformats.org/officeDocument/2006/relationships/image" Target="../media/image245.png"/><Relationship Id="rId3" Type="http://schemas.openxmlformats.org/officeDocument/2006/relationships/image" Target="../media/image50.png"/><Relationship Id="rId25" Type="http://schemas.openxmlformats.org/officeDocument/2006/relationships/image" Target="../media/image61.png"/><Relationship Id="rId46" Type="http://schemas.openxmlformats.org/officeDocument/2006/relationships/customXml" Target="../ink/ink364.xml"/><Relationship Id="rId67" Type="http://schemas.openxmlformats.org/officeDocument/2006/relationships/image" Target="../media/image81.png"/><Relationship Id="rId116" Type="http://schemas.openxmlformats.org/officeDocument/2006/relationships/customXml" Target="../ink/ink399.xml"/><Relationship Id="rId137" Type="http://schemas.openxmlformats.org/officeDocument/2006/relationships/image" Target="../media/image253.png"/><Relationship Id="rId20" Type="http://schemas.openxmlformats.org/officeDocument/2006/relationships/customXml" Target="../ink/ink351.xml"/><Relationship Id="rId41" Type="http://schemas.openxmlformats.org/officeDocument/2006/relationships/image" Target="../media/image69.png"/><Relationship Id="rId62" Type="http://schemas.openxmlformats.org/officeDocument/2006/relationships/customXml" Target="../ink/ink372.xml"/><Relationship Id="rId83" Type="http://schemas.openxmlformats.org/officeDocument/2006/relationships/image" Target="../media/image226.png"/><Relationship Id="rId88" Type="http://schemas.openxmlformats.org/officeDocument/2006/relationships/customXml" Target="../ink/ink385.xml"/><Relationship Id="rId111" Type="http://schemas.openxmlformats.org/officeDocument/2006/relationships/image" Target="../media/image240.png"/><Relationship Id="rId132" Type="http://schemas.openxmlformats.org/officeDocument/2006/relationships/customXml" Target="../ink/ink407.xml"/><Relationship Id="rId15" Type="http://schemas.openxmlformats.org/officeDocument/2006/relationships/image" Target="../media/image56.png"/><Relationship Id="rId36" Type="http://schemas.openxmlformats.org/officeDocument/2006/relationships/customXml" Target="../ink/ink359.xml"/><Relationship Id="rId57" Type="http://schemas.openxmlformats.org/officeDocument/2006/relationships/image" Target="../media/image76.png"/><Relationship Id="rId106" Type="http://schemas.openxmlformats.org/officeDocument/2006/relationships/customXml" Target="../ink/ink394.xml"/><Relationship Id="rId127" Type="http://schemas.openxmlformats.org/officeDocument/2006/relationships/image" Target="../media/image248.png"/><Relationship Id="rId10" Type="http://schemas.openxmlformats.org/officeDocument/2006/relationships/customXml" Target="../ink/ink346.xml"/><Relationship Id="rId31" Type="http://schemas.openxmlformats.org/officeDocument/2006/relationships/image" Target="../media/image64.png"/><Relationship Id="rId52" Type="http://schemas.openxmlformats.org/officeDocument/2006/relationships/customXml" Target="../ink/ink367.xml"/><Relationship Id="rId73" Type="http://schemas.openxmlformats.org/officeDocument/2006/relationships/image" Target="../media/image221.png"/><Relationship Id="rId78" Type="http://schemas.openxmlformats.org/officeDocument/2006/relationships/customXml" Target="../ink/ink380.xml"/><Relationship Id="rId94" Type="http://schemas.openxmlformats.org/officeDocument/2006/relationships/customXml" Target="../ink/ink388.xml"/><Relationship Id="rId99" Type="http://schemas.openxmlformats.org/officeDocument/2006/relationships/image" Target="../media/image234.png"/><Relationship Id="rId101" Type="http://schemas.openxmlformats.org/officeDocument/2006/relationships/image" Target="../media/image235.png"/><Relationship Id="rId122" Type="http://schemas.openxmlformats.org/officeDocument/2006/relationships/customXml" Target="../ink/ink402.xml"/><Relationship Id="rId4" Type="http://schemas.openxmlformats.org/officeDocument/2006/relationships/customXml" Target="../ink/ink343.xml"/><Relationship Id="rId9" Type="http://schemas.openxmlformats.org/officeDocument/2006/relationships/image" Target="../media/image53.png"/><Relationship Id="rId26" Type="http://schemas.openxmlformats.org/officeDocument/2006/relationships/customXml" Target="../ink/ink354.xml"/><Relationship Id="rId47" Type="http://schemas.openxmlformats.org/officeDocument/2006/relationships/image" Target="../media/image71.png"/><Relationship Id="rId68" Type="http://schemas.openxmlformats.org/officeDocument/2006/relationships/customXml" Target="../ink/ink375.xml"/><Relationship Id="rId89" Type="http://schemas.openxmlformats.org/officeDocument/2006/relationships/image" Target="../media/image229.png"/><Relationship Id="rId112" Type="http://schemas.openxmlformats.org/officeDocument/2006/relationships/customXml" Target="../ink/ink397.xml"/><Relationship Id="rId133" Type="http://schemas.openxmlformats.org/officeDocument/2006/relationships/image" Target="../media/image251.png"/><Relationship Id="rId16" Type="http://schemas.openxmlformats.org/officeDocument/2006/relationships/customXml" Target="../ink/ink34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13.png"/><Relationship Id="rId21" Type="http://schemas.openxmlformats.org/officeDocument/2006/relationships/image" Target="../media/image265.png"/><Relationship Id="rId42" Type="http://schemas.openxmlformats.org/officeDocument/2006/relationships/customXml" Target="../ink/ink432.xml"/><Relationship Id="rId63" Type="http://schemas.openxmlformats.org/officeDocument/2006/relationships/image" Target="../media/image286.png"/><Relationship Id="rId84" Type="http://schemas.openxmlformats.org/officeDocument/2006/relationships/customXml" Target="../ink/ink453.xml"/><Relationship Id="rId138" Type="http://schemas.openxmlformats.org/officeDocument/2006/relationships/customXml" Target="../ink/ink480.xml"/><Relationship Id="rId159" Type="http://schemas.openxmlformats.org/officeDocument/2006/relationships/image" Target="../media/image334.png"/><Relationship Id="rId170" Type="http://schemas.openxmlformats.org/officeDocument/2006/relationships/customXml" Target="../ink/ink496.xml"/><Relationship Id="rId107" Type="http://schemas.openxmlformats.org/officeDocument/2006/relationships/image" Target="../media/image308.png"/><Relationship Id="rId11" Type="http://schemas.openxmlformats.org/officeDocument/2006/relationships/image" Target="../media/image260.png"/><Relationship Id="rId32" Type="http://schemas.openxmlformats.org/officeDocument/2006/relationships/customXml" Target="../ink/ink427.xml"/><Relationship Id="rId53" Type="http://schemas.openxmlformats.org/officeDocument/2006/relationships/image" Target="../media/image281.png"/><Relationship Id="rId74" Type="http://schemas.openxmlformats.org/officeDocument/2006/relationships/customXml" Target="../ink/ink448.xml"/><Relationship Id="rId128" Type="http://schemas.openxmlformats.org/officeDocument/2006/relationships/customXml" Target="../ink/ink475.xml"/><Relationship Id="rId149" Type="http://schemas.openxmlformats.org/officeDocument/2006/relationships/image" Target="../media/image329.png"/><Relationship Id="rId5" Type="http://schemas.openxmlformats.org/officeDocument/2006/relationships/image" Target="../media/image257.png"/><Relationship Id="rId95" Type="http://schemas.openxmlformats.org/officeDocument/2006/relationships/image" Target="../media/image302.png"/><Relationship Id="rId160" Type="http://schemas.openxmlformats.org/officeDocument/2006/relationships/customXml" Target="../ink/ink491.xml"/><Relationship Id="rId22" Type="http://schemas.openxmlformats.org/officeDocument/2006/relationships/customXml" Target="../ink/ink422.xml"/><Relationship Id="rId43" Type="http://schemas.openxmlformats.org/officeDocument/2006/relationships/image" Target="../media/image276.png"/><Relationship Id="rId64" Type="http://schemas.openxmlformats.org/officeDocument/2006/relationships/customXml" Target="../ink/ink443.xml"/><Relationship Id="rId118" Type="http://schemas.openxmlformats.org/officeDocument/2006/relationships/customXml" Target="../ink/ink470.xml"/><Relationship Id="rId139" Type="http://schemas.openxmlformats.org/officeDocument/2006/relationships/image" Target="../media/image324.png"/><Relationship Id="rId85" Type="http://schemas.openxmlformats.org/officeDocument/2006/relationships/image" Target="../media/image297.png"/><Relationship Id="rId150" Type="http://schemas.openxmlformats.org/officeDocument/2006/relationships/customXml" Target="../ink/ink486.xml"/><Relationship Id="rId171" Type="http://schemas.openxmlformats.org/officeDocument/2006/relationships/image" Target="../media/image340.png"/><Relationship Id="rId12" Type="http://schemas.openxmlformats.org/officeDocument/2006/relationships/customXml" Target="../ink/ink417.xml"/><Relationship Id="rId33" Type="http://schemas.openxmlformats.org/officeDocument/2006/relationships/image" Target="../media/image271.png"/><Relationship Id="rId108" Type="http://schemas.openxmlformats.org/officeDocument/2006/relationships/customXml" Target="../ink/ink465.xml"/><Relationship Id="rId129" Type="http://schemas.openxmlformats.org/officeDocument/2006/relationships/image" Target="../media/image319.png"/><Relationship Id="rId54" Type="http://schemas.openxmlformats.org/officeDocument/2006/relationships/customXml" Target="../ink/ink438.xml"/><Relationship Id="rId75" Type="http://schemas.openxmlformats.org/officeDocument/2006/relationships/image" Target="../media/image292.png"/><Relationship Id="rId96" Type="http://schemas.openxmlformats.org/officeDocument/2006/relationships/customXml" Target="../ink/ink459.xml"/><Relationship Id="rId140" Type="http://schemas.openxmlformats.org/officeDocument/2006/relationships/customXml" Target="../ink/ink481.xml"/><Relationship Id="rId161" Type="http://schemas.openxmlformats.org/officeDocument/2006/relationships/image" Target="../media/image33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14.xml"/><Relationship Id="rId23" Type="http://schemas.openxmlformats.org/officeDocument/2006/relationships/image" Target="../media/image266.png"/><Relationship Id="rId28" Type="http://schemas.openxmlformats.org/officeDocument/2006/relationships/customXml" Target="../ink/ink425.xml"/><Relationship Id="rId49" Type="http://schemas.openxmlformats.org/officeDocument/2006/relationships/image" Target="../media/image279.png"/><Relationship Id="rId114" Type="http://schemas.openxmlformats.org/officeDocument/2006/relationships/customXml" Target="../ink/ink468.xml"/><Relationship Id="rId119" Type="http://schemas.openxmlformats.org/officeDocument/2006/relationships/image" Target="../media/image314.png"/><Relationship Id="rId44" Type="http://schemas.openxmlformats.org/officeDocument/2006/relationships/customXml" Target="../ink/ink433.xml"/><Relationship Id="rId60" Type="http://schemas.openxmlformats.org/officeDocument/2006/relationships/customXml" Target="../ink/ink441.xml"/><Relationship Id="rId65" Type="http://schemas.openxmlformats.org/officeDocument/2006/relationships/image" Target="../media/image287.png"/><Relationship Id="rId81" Type="http://schemas.openxmlformats.org/officeDocument/2006/relationships/image" Target="../media/image295.png"/><Relationship Id="rId86" Type="http://schemas.openxmlformats.org/officeDocument/2006/relationships/customXml" Target="../ink/ink454.xml"/><Relationship Id="rId130" Type="http://schemas.openxmlformats.org/officeDocument/2006/relationships/customXml" Target="../ink/ink476.xml"/><Relationship Id="rId135" Type="http://schemas.openxmlformats.org/officeDocument/2006/relationships/image" Target="../media/image322.png"/><Relationship Id="rId151" Type="http://schemas.openxmlformats.org/officeDocument/2006/relationships/image" Target="../media/image330.png"/><Relationship Id="rId156" Type="http://schemas.openxmlformats.org/officeDocument/2006/relationships/customXml" Target="../ink/ink489.xml"/><Relationship Id="rId172" Type="http://schemas.openxmlformats.org/officeDocument/2006/relationships/customXml" Target="../ink/ink497.xml"/><Relationship Id="rId13" Type="http://schemas.openxmlformats.org/officeDocument/2006/relationships/image" Target="../media/image261.png"/><Relationship Id="rId18" Type="http://schemas.openxmlformats.org/officeDocument/2006/relationships/customXml" Target="../ink/ink420.xml"/><Relationship Id="rId39" Type="http://schemas.openxmlformats.org/officeDocument/2006/relationships/image" Target="../media/image274.png"/><Relationship Id="rId109" Type="http://schemas.openxmlformats.org/officeDocument/2006/relationships/image" Target="../media/image309.png"/><Relationship Id="rId34" Type="http://schemas.openxmlformats.org/officeDocument/2006/relationships/customXml" Target="../ink/ink428.xml"/><Relationship Id="rId50" Type="http://schemas.openxmlformats.org/officeDocument/2006/relationships/customXml" Target="../ink/ink436.xml"/><Relationship Id="rId55" Type="http://schemas.openxmlformats.org/officeDocument/2006/relationships/image" Target="../media/image282.png"/><Relationship Id="rId76" Type="http://schemas.openxmlformats.org/officeDocument/2006/relationships/customXml" Target="../ink/ink449.xml"/><Relationship Id="rId97" Type="http://schemas.openxmlformats.org/officeDocument/2006/relationships/image" Target="../media/image303.png"/><Relationship Id="rId104" Type="http://schemas.openxmlformats.org/officeDocument/2006/relationships/customXml" Target="../ink/ink463.xml"/><Relationship Id="rId120" Type="http://schemas.openxmlformats.org/officeDocument/2006/relationships/customXml" Target="../ink/ink471.xml"/><Relationship Id="rId125" Type="http://schemas.openxmlformats.org/officeDocument/2006/relationships/image" Target="../media/image317.png"/><Relationship Id="rId141" Type="http://schemas.openxmlformats.org/officeDocument/2006/relationships/image" Target="../media/image325.png"/><Relationship Id="rId146" Type="http://schemas.openxmlformats.org/officeDocument/2006/relationships/customXml" Target="../ink/ink484.xml"/><Relationship Id="rId167" Type="http://schemas.openxmlformats.org/officeDocument/2006/relationships/image" Target="../media/image338.png"/><Relationship Id="rId7" Type="http://schemas.openxmlformats.org/officeDocument/2006/relationships/image" Target="../media/image258.png"/><Relationship Id="rId71" Type="http://schemas.openxmlformats.org/officeDocument/2006/relationships/image" Target="../media/image290.png"/><Relationship Id="rId92" Type="http://schemas.openxmlformats.org/officeDocument/2006/relationships/customXml" Target="../ink/ink457.xml"/><Relationship Id="rId162" Type="http://schemas.openxmlformats.org/officeDocument/2006/relationships/customXml" Target="../ink/ink492.xml"/><Relationship Id="rId2" Type="http://schemas.openxmlformats.org/officeDocument/2006/relationships/customXml" Target="../ink/ink412.xml"/><Relationship Id="rId29" Type="http://schemas.openxmlformats.org/officeDocument/2006/relationships/image" Target="../media/image269.png"/><Relationship Id="rId24" Type="http://schemas.openxmlformats.org/officeDocument/2006/relationships/customXml" Target="../ink/ink423.xml"/><Relationship Id="rId40" Type="http://schemas.openxmlformats.org/officeDocument/2006/relationships/customXml" Target="../ink/ink431.xml"/><Relationship Id="rId45" Type="http://schemas.openxmlformats.org/officeDocument/2006/relationships/image" Target="../media/image277.png"/><Relationship Id="rId66" Type="http://schemas.openxmlformats.org/officeDocument/2006/relationships/customXml" Target="../ink/ink444.xml"/><Relationship Id="rId87" Type="http://schemas.openxmlformats.org/officeDocument/2006/relationships/image" Target="../media/image298.png"/><Relationship Id="rId110" Type="http://schemas.openxmlformats.org/officeDocument/2006/relationships/customXml" Target="../ink/ink466.xml"/><Relationship Id="rId115" Type="http://schemas.openxmlformats.org/officeDocument/2006/relationships/image" Target="../media/image312.png"/><Relationship Id="rId131" Type="http://schemas.openxmlformats.org/officeDocument/2006/relationships/image" Target="../media/image320.png"/><Relationship Id="rId136" Type="http://schemas.openxmlformats.org/officeDocument/2006/relationships/customXml" Target="../ink/ink479.xml"/><Relationship Id="rId157" Type="http://schemas.openxmlformats.org/officeDocument/2006/relationships/image" Target="../media/image333.png"/><Relationship Id="rId61" Type="http://schemas.openxmlformats.org/officeDocument/2006/relationships/image" Target="../media/image285.png"/><Relationship Id="rId82" Type="http://schemas.openxmlformats.org/officeDocument/2006/relationships/customXml" Target="../ink/ink452.xml"/><Relationship Id="rId152" Type="http://schemas.openxmlformats.org/officeDocument/2006/relationships/customXml" Target="../ink/ink487.xml"/><Relationship Id="rId173" Type="http://schemas.openxmlformats.org/officeDocument/2006/relationships/image" Target="../media/image341.png"/><Relationship Id="rId19" Type="http://schemas.openxmlformats.org/officeDocument/2006/relationships/image" Target="../media/image264.png"/><Relationship Id="rId14" Type="http://schemas.openxmlformats.org/officeDocument/2006/relationships/customXml" Target="../ink/ink418.xml"/><Relationship Id="rId30" Type="http://schemas.openxmlformats.org/officeDocument/2006/relationships/customXml" Target="../ink/ink426.xml"/><Relationship Id="rId35" Type="http://schemas.openxmlformats.org/officeDocument/2006/relationships/image" Target="../media/image272.png"/><Relationship Id="rId56" Type="http://schemas.openxmlformats.org/officeDocument/2006/relationships/customXml" Target="../ink/ink439.xml"/><Relationship Id="rId77" Type="http://schemas.openxmlformats.org/officeDocument/2006/relationships/image" Target="../media/image293.png"/><Relationship Id="rId100" Type="http://schemas.openxmlformats.org/officeDocument/2006/relationships/customXml" Target="../ink/ink461.xml"/><Relationship Id="rId105" Type="http://schemas.openxmlformats.org/officeDocument/2006/relationships/image" Target="../media/image307.png"/><Relationship Id="rId126" Type="http://schemas.openxmlformats.org/officeDocument/2006/relationships/customXml" Target="../ink/ink474.xml"/><Relationship Id="rId147" Type="http://schemas.openxmlformats.org/officeDocument/2006/relationships/image" Target="../media/image328.png"/><Relationship Id="rId168" Type="http://schemas.openxmlformats.org/officeDocument/2006/relationships/customXml" Target="../ink/ink495.xml"/><Relationship Id="rId8" Type="http://schemas.openxmlformats.org/officeDocument/2006/relationships/customXml" Target="../ink/ink415.xml"/><Relationship Id="rId51" Type="http://schemas.openxmlformats.org/officeDocument/2006/relationships/image" Target="../media/image280.png"/><Relationship Id="rId72" Type="http://schemas.openxmlformats.org/officeDocument/2006/relationships/customXml" Target="../ink/ink447.xml"/><Relationship Id="rId93" Type="http://schemas.openxmlformats.org/officeDocument/2006/relationships/image" Target="../media/image301.png"/><Relationship Id="rId98" Type="http://schemas.openxmlformats.org/officeDocument/2006/relationships/customXml" Target="../ink/ink460.xml"/><Relationship Id="rId121" Type="http://schemas.openxmlformats.org/officeDocument/2006/relationships/image" Target="../media/image315.png"/><Relationship Id="rId142" Type="http://schemas.openxmlformats.org/officeDocument/2006/relationships/customXml" Target="../ink/ink482.xml"/><Relationship Id="rId163" Type="http://schemas.openxmlformats.org/officeDocument/2006/relationships/image" Target="../media/image336.png"/><Relationship Id="rId3" Type="http://schemas.openxmlformats.org/officeDocument/2006/relationships/image" Target="../media/image256.png"/><Relationship Id="rId25" Type="http://schemas.openxmlformats.org/officeDocument/2006/relationships/image" Target="../media/image267.png"/><Relationship Id="rId46" Type="http://schemas.openxmlformats.org/officeDocument/2006/relationships/customXml" Target="../ink/ink434.xml"/><Relationship Id="rId67" Type="http://schemas.openxmlformats.org/officeDocument/2006/relationships/image" Target="../media/image288.png"/><Relationship Id="rId116" Type="http://schemas.openxmlformats.org/officeDocument/2006/relationships/customXml" Target="../ink/ink469.xml"/><Relationship Id="rId137" Type="http://schemas.openxmlformats.org/officeDocument/2006/relationships/image" Target="../media/image323.png"/><Relationship Id="rId158" Type="http://schemas.openxmlformats.org/officeDocument/2006/relationships/customXml" Target="../ink/ink490.xml"/><Relationship Id="rId20" Type="http://schemas.openxmlformats.org/officeDocument/2006/relationships/customXml" Target="../ink/ink421.xml"/><Relationship Id="rId41" Type="http://schemas.openxmlformats.org/officeDocument/2006/relationships/image" Target="../media/image275.png"/><Relationship Id="rId62" Type="http://schemas.openxmlformats.org/officeDocument/2006/relationships/customXml" Target="../ink/ink442.xml"/><Relationship Id="rId83" Type="http://schemas.openxmlformats.org/officeDocument/2006/relationships/image" Target="../media/image296.png"/><Relationship Id="rId88" Type="http://schemas.openxmlformats.org/officeDocument/2006/relationships/customXml" Target="../ink/ink455.xml"/><Relationship Id="rId111" Type="http://schemas.openxmlformats.org/officeDocument/2006/relationships/image" Target="../media/image310.png"/><Relationship Id="rId132" Type="http://schemas.openxmlformats.org/officeDocument/2006/relationships/customXml" Target="../ink/ink477.xml"/><Relationship Id="rId153" Type="http://schemas.openxmlformats.org/officeDocument/2006/relationships/image" Target="../media/image331.png"/><Relationship Id="rId174" Type="http://schemas.openxmlformats.org/officeDocument/2006/relationships/customXml" Target="../ink/ink498.xml"/><Relationship Id="rId15" Type="http://schemas.openxmlformats.org/officeDocument/2006/relationships/image" Target="../media/image262.png"/><Relationship Id="rId36" Type="http://schemas.openxmlformats.org/officeDocument/2006/relationships/customXml" Target="../ink/ink429.xml"/><Relationship Id="rId57" Type="http://schemas.openxmlformats.org/officeDocument/2006/relationships/image" Target="../media/image283.png"/><Relationship Id="rId106" Type="http://schemas.openxmlformats.org/officeDocument/2006/relationships/customXml" Target="../ink/ink464.xml"/><Relationship Id="rId127" Type="http://schemas.openxmlformats.org/officeDocument/2006/relationships/image" Target="../media/image318.png"/><Relationship Id="rId10" Type="http://schemas.openxmlformats.org/officeDocument/2006/relationships/customXml" Target="../ink/ink416.xml"/><Relationship Id="rId31" Type="http://schemas.openxmlformats.org/officeDocument/2006/relationships/image" Target="../media/image270.png"/><Relationship Id="rId52" Type="http://schemas.openxmlformats.org/officeDocument/2006/relationships/customXml" Target="../ink/ink437.xml"/><Relationship Id="rId73" Type="http://schemas.openxmlformats.org/officeDocument/2006/relationships/image" Target="../media/image291.png"/><Relationship Id="rId78" Type="http://schemas.openxmlformats.org/officeDocument/2006/relationships/customXml" Target="../ink/ink450.xml"/><Relationship Id="rId94" Type="http://schemas.openxmlformats.org/officeDocument/2006/relationships/customXml" Target="../ink/ink458.xml"/><Relationship Id="rId99" Type="http://schemas.openxmlformats.org/officeDocument/2006/relationships/image" Target="../media/image304.png"/><Relationship Id="rId101" Type="http://schemas.openxmlformats.org/officeDocument/2006/relationships/image" Target="../media/image305.png"/><Relationship Id="rId122" Type="http://schemas.openxmlformats.org/officeDocument/2006/relationships/customXml" Target="../ink/ink472.xml"/><Relationship Id="rId143" Type="http://schemas.openxmlformats.org/officeDocument/2006/relationships/image" Target="../media/image326.png"/><Relationship Id="rId148" Type="http://schemas.openxmlformats.org/officeDocument/2006/relationships/customXml" Target="../ink/ink485.xml"/><Relationship Id="rId164" Type="http://schemas.openxmlformats.org/officeDocument/2006/relationships/customXml" Target="../ink/ink493.xml"/><Relationship Id="rId169" Type="http://schemas.openxmlformats.org/officeDocument/2006/relationships/image" Target="../media/image339.png"/><Relationship Id="rId4" Type="http://schemas.openxmlformats.org/officeDocument/2006/relationships/customXml" Target="../ink/ink413.xml"/><Relationship Id="rId9" Type="http://schemas.openxmlformats.org/officeDocument/2006/relationships/image" Target="../media/image259.png"/><Relationship Id="rId26" Type="http://schemas.openxmlformats.org/officeDocument/2006/relationships/customXml" Target="../ink/ink424.xml"/><Relationship Id="rId47" Type="http://schemas.openxmlformats.org/officeDocument/2006/relationships/image" Target="../media/image278.png"/><Relationship Id="rId68" Type="http://schemas.openxmlformats.org/officeDocument/2006/relationships/customXml" Target="../ink/ink445.xml"/><Relationship Id="rId89" Type="http://schemas.openxmlformats.org/officeDocument/2006/relationships/image" Target="../media/image299.png"/><Relationship Id="rId112" Type="http://schemas.openxmlformats.org/officeDocument/2006/relationships/customXml" Target="../ink/ink467.xml"/><Relationship Id="rId133" Type="http://schemas.openxmlformats.org/officeDocument/2006/relationships/image" Target="../media/image321.png"/><Relationship Id="rId154" Type="http://schemas.openxmlformats.org/officeDocument/2006/relationships/customXml" Target="../ink/ink488.xml"/><Relationship Id="rId175" Type="http://schemas.openxmlformats.org/officeDocument/2006/relationships/image" Target="../media/image16.png"/><Relationship Id="rId16" Type="http://schemas.openxmlformats.org/officeDocument/2006/relationships/customXml" Target="../ink/ink419.xml"/><Relationship Id="rId37" Type="http://schemas.openxmlformats.org/officeDocument/2006/relationships/image" Target="../media/image273.png"/><Relationship Id="rId58" Type="http://schemas.openxmlformats.org/officeDocument/2006/relationships/customXml" Target="../ink/ink440.xml"/><Relationship Id="rId79" Type="http://schemas.openxmlformats.org/officeDocument/2006/relationships/image" Target="../media/image294.png"/><Relationship Id="rId102" Type="http://schemas.openxmlformats.org/officeDocument/2006/relationships/customXml" Target="../ink/ink462.xml"/><Relationship Id="rId123" Type="http://schemas.openxmlformats.org/officeDocument/2006/relationships/image" Target="../media/image316.png"/><Relationship Id="rId144" Type="http://schemas.openxmlformats.org/officeDocument/2006/relationships/customXml" Target="../ink/ink483.xml"/><Relationship Id="rId90" Type="http://schemas.openxmlformats.org/officeDocument/2006/relationships/customXml" Target="../ink/ink456.xml"/><Relationship Id="rId165" Type="http://schemas.openxmlformats.org/officeDocument/2006/relationships/image" Target="../media/image337.png"/><Relationship Id="rId27" Type="http://schemas.openxmlformats.org/officeDocument/2006/relationships/image" Target="../media/image268.png"/><Relationship Id="rId48" Type="http://schemas.openxmlformats.org/officeDocument/2006/relationships/customXml" Target="../ink/ink435.xml"/><Relationship Id="rId69" Type="http://schemas.openxmlformats.org/officeDocument/2006/relationships/image" Target="../media/image289.png"/><Relationship Id="rId113" Type="http://schemas.openxmlformats.org/officeDocument/2006/relationships/image" Target="../media/image311.png"/><Relationship Id="rId134" Type="http://schemas.openxmlformats.org/officeDocument/2006/relationships/customXml" Target="../ink/ink478.xml"/><Relationship Id="rId80" Type="http://schemas.openxmlformats.org/officeDocument/2006/relationships/customXml" Target="../ink/ink451.xml"/><Relationship Id="rId155" Type="http://schemas.openxmlformats.org/officeDocument/2006/relationships/image" Target="../media/image332.png"/><Relationship Id="rId17" Type="http://schemas.openxmlformats.org/officeDocument/2006/relationships/image" Target="../media/image263.png"/><Relationship Id="rId38" Type="http://schemas.openxmlformats.org/officeDocument/2006/relationships/customXml" Target="../ink/ink430.xml"/><Relationship Id="rId59" Type="http://schemas.openxmlformats.org/officeDocument/2006/relationships/image" Target="../media/image284.png"/><Relationship Id="rId103" Type="http://schemas.openxmlformats.org/officeDocument/2006/relationships/image" Target="../media/image306.png"/><Relationship Id="rId124" Type="http://schemas.openxmlformats.org/officeDocument/2006/relationships/customXml" Target="../ink/ink473.xml"/><Relationship Id="rId70" Type="http://schemas.openxmlformats.org/officeDocument/2006/relationships/customXml" Target="../ink/ink446.xml"/><Relationship Id="rId91" Type="http://schemas.openxmlformats.org/officeDocument/2006/relationships/image" Target="../media/image300.png"/><Relationship Id="rId145" Type="http://schemas.openxmlformats.org/officeDocument/2006/relationships/image" Target="../media/image327.png"/><Relationship Id="rId166" Type="http://schemas.openxmlformats.org/officeDocument/2006/relationships/customXml" Target="../ink/ink49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13.png"/><Relationship Id="rId21" Type="http://schemas.openxmlformats.org/officeDocument/2006/relationships/image" Target="../media/image265.png"/><Relationship Id="rId42" Type="http://schemas.openxmlformats.org/officeDocument/2006/relationships/customXml" Target="../ink/ink519.xml"/><Relationship Id="rId63" Type="http://schemas.openxmlformats.org/officeDocument/2006/relationships/image" Target="../media/image286.png"/><Relationship Id="rId84" Type="http://schemas.openxmlformats.org/officeDocument/2006/relationships/customXml" Target="../ink/ink540.xml"/><Relationship Id="rId138" Type="http://schemas.openxmlformats.org/officeDocument/2006/relationships/customXml" Target="../ink/ink567.xml"/><Relationship Id="rId159" Type="http://schemas.openxmlformats.org/officeDocument/2006/relationships/image" Target="../media/image334.png"/><Relationship Id="rId170" Type="http://schemas.openxmlformats.org/officeDocument/2006/relationships/customXml" Target="../ink/ink583.xml"/><Relationship Id="rId191" Type="http://schemas.openxmlformats.org/officeDocument/2006/relationships/image" Target="../media/image349.png"/><Relationship Id="rId205" Type="http://schemas.openxmlformats.org/officeDocument/2006/relationships/image" Target="../media/image356.png"/><Relationship Id="rId107" Type="http://schemas.openxmlformats.org/officeDocument/2006/relationships/image" Target="../media/image308.png"/><Relationship Id="rId11" Type="http://schemas.openxmlformats.org/officeDocument/2006/relationships/image" Target="../media/image260.png"/><Relationship Id="rId32" Type="http://schemas.openxmlformats.org/officeDocument/2006/relationships/customXml" Target="../ink/ink514.xml"/><Relationship Id="rId53" Type="http://schemas.openxmlformats.org/officeDocument/2006/relationships/image" Target="../media/image281.png"/><Relationship Id="rId74" Type="http://schemas.openxmlformats.org/officeDocument/2006/relationships/customXml" Target="../ink/ink535.xml"/><Relationship Id="rId128" Type="http://schemas.openxmlformats.org/officeDocument/2006/relationships/customXml" Target="../ink/ink562.xml"/><Relationship Id="rId149" Type="http://schemas.openxmlformats.org/officeDocument/2006/relationships/image" Target="../media/image329.png"/><Relationship Id="rId5" Type="http://schemas.openxmlformats.org/officeDocument/2006/relationships/image" Target="../media/image257.png"/><Relationship Id="rId95" Type="http://schemas.openxmlformats.org/officeDocument/2006/relationships/image" Target="../media/image302.png"/><Relationship Id="rId160" Type="http://schemas.openxmlformats.org/officeDocument/2006/relationships/customXml" Target="../ink/ink578.xml"/><Relationship Id="rId181" Type="http://schemas.openxmlformats.org/officeDocument/2006/relationships/image" Target="../media/image344.png"/><Relationship Id="rId22" Type="http://schemas.openxmlformats.org/officeDocument/2006/relationships/customXml" Target="../ink/ink509.xml"/><Relationship Id="rId43" Type="http://schemas.openxmlformats.org/officeDocument/2006/relationships/image" Target="../media/image276.png"/><Relationship Id="rId64" Type="http://schemas.openxmlformats.org/officeDocument/2006/relationships/customXml" Target="../ink/ink530.xml"/><Relationship Id="rId118" Type="http://schemas.openxmlformats.org/officeDocument/2006/relationships/customXml" Target="../ink/ink557.xml"/><Relationship Id="rId139" Type="http://schemas.openxmlformats.org/officeDocument/2006/relationships/image" Target="../media/image324.png"/><Relationship Id="rId85" Type="http://schemas.openxmlformats.org/officeDocument/2006/relationships/image" Target="../media/image297.png"/><Relationship Id="rId150" Type="http://schemas.openxmlformats.org/officeDocument/2006/relationships/customXml" Target="../ink/ink573.xml"/><Relationship Id="rId171" Type="http://schemas.openxmlformats.org/officeDocument/2006/relationships/image" Target="../media/image340.png"/><Relationship Id="rId192" Type="http://schemas.openxmlformats.org/officeDocument/2006/relationships/customXml" Target="../ink/ink594.xml"/><Relationship Id="rId12" Type="http://schemas.openxmlformats.org/officeDocument/2006/relationships/customXml" Target="../ink/ink504.xml"/><Relationship Id="rId33" Type="http://schemas.openxmlformats.org/officeDocument/2006/relationships/image" Target="../media/image271.png"/><Relationship Id="rId108" Type="http://schemas.openxmlformats.org/officeDocument/2006/relationships/customXml" Target="../ink/ink552.xml"/><Relationship Id="rId129" Type="http://schemas.openxmlformats.org/officeDocument/2006/relationships/image" Target="../media/image319.png"/><Relationship Id="rId54" Type="http://schemas.openxmlformats.org/officeDocument/2006/relationships/customXml" Target="../ink/ink525.xml"/><Relationship Id="rId75" Type="http://schemas.openxmlformats.org/officeDocument/2006/relationships/image" Target="../media/image292.png"/><Relationship Id="rId96" Type="http://schemas.openxmlformats.org/officeDocument/2006/relationships/customXml" Target="../ink/ink546.xml"/><Relationship Id="rId140" Type="http://schemas.openxmlformats.org/officeDocument/2006/relationships/customXml" Target="../ink/ink568.xml"/><Relationship Id="rId161" Type="http://schemas.openxmlformats.org/officeDocument/2006/relationships/image" Target="../media/image335.png"/><Relationship Id="rId182" Type="http://schemas.openxmlformats.org/officeDocument/2006/relationships/customXml" Target="../ink/ink589.xml"/><Relationship Id="rId6" Type="http://schemas.openxmlformats.org/officeDocument/2006/relationships/customXml" Target="../ink/ink501.xml"/><Relationship Id="rId23" Type="http://schemas.openxmlformats.org/officeDocument/2006/relationships/image" Target="../media/image266.png"/><Relationship Id="rId119" Type="http://schemas.openxmlformats.org/officeDocument/2006/relationships/image" Target="../media/image314.png"/><Relationship Id="rId44" Type="http://schemas.openxmlformats.org/officeDocument/2006/relationships/customXml" Target="../ink/ink520.xml"/><Relationship Id="rId65" Type="http://schemas.openxmlformats.org/officeDocument/2006/relationships/image" Target="../media/image287.png"/><Relationship Id="rId86" Type="http://schemas.openxmlformats.org/officeDocument/2006/relationships/customXml" Target="../ink/ink541.xml"/><Relationship Id="rId130" Type="http://schemas.openxmlformats.org/officeDocument/2006/relationships/customXml" Target="../ink/ink563.xml"/><Relationship Id="rId151" Type="http://schemas.openxmlformats.org/officeDocument/2006/relationships/image" Target="../media/image330.png"/><Relationship Id="rId172" Type="http://schemas.openxmlformats.org/officeDocument/2006/relationships/customXml" Target="../ink/ink584.xml"/><Relationship Id="rId193" Type="http://schemas.openxmlformats.org/officeDocument/2006/relationships/image" Target="../media/image350.png"/><Relationship Id="rId13" Type="http://schemas.openxmlformats.org/officeDocument/2006/relationships/image" Target="../media/image261.png"/><Relationship Id="rId109" Type="http://schemas.openxmlformats.org/officeDocument/2006/relationships/image" Target="../media/image309.png"/><Relationship Id="rId34" Type="http://schemas.openxmlformats.org/officeDocument/2006/relationships/customXml" Target="../ink/ink515.xml"/><Relationship Id="rId55" Type="http://schemas.openxmlformats.org/officeDocument/2006/relationships/image" Target="../media/image282.png"/><Relationship Id="rId76" Type="http://schemas.openxmlformats.org/officeDocument/2006/relationships/customXml" Target="../ink/ink536.xml"/><Relationship Id="rId97" Type="http://schemas.openxmlformats.org/officeDocument/2006/relationships/image" Target="../media/image303.png"/><Relationship Id="rId120" Type="http://schemas.openxmlformats.org/officeDocument/2006/relationships/customXml" Target="../ink/ink558.xml"/><Relationship Id="rId141" Type="http://schemas.openxmlformats.org/officeDocument/2006/relationships/image" Target="../media/image325.png"/><Relationship Id="rId7" Type="http://schemas.openxmlformats.org/officeDocument/2006/relationships/image" Target="../media/image258.png"/><Relationship Id="rId162" Type="http://schemas.openxmlformats.org/officeDocument/2006/relationships/customXml" Target="../ink/ink579.xml"/><Relationship Id="rId183" Type="http://schemas.openxmlformats.org/officeDocument/2006/relationships/image" Target="../media/image345.png"/><Relationship Id="rId24" Type="http://schemas.openxmlformats.org/officeDocument/2006/relationships/customXml" Target="../ink/ink510.xml"/><Relationship Id="rId40" Type="http://schemas.openxmlformats.org/officeDocument/2006/relationships/customXml" Target="../ink/ink518.xml"/><Relationship Id="rId45" Type="http://schemas.openxmlformats.org/officeDocument/2006/relationships/image" Target="../media/image277.png"/><Relationship Id="rId66" Type="http://schemas.openxmlformats.org/officeDocument/2006/relationships/customXml" Target="../ink/ink531.xml"/><Relationship Id="rId87" Type="http://schemas.openxmlformats.org/officeDocument/2006/relationships/image" Target="../media/image298.png"/><Relationship Id="rId110" Type="http://schemas.openxmlformats.org/officeDocument/2006/relationships/customXml" Target="../ink/ink553.xml"/><Relationship Id="rId115" Type="http://schemas.openxmlformats.org/officeDocument/2006/relationships/image" Target="../media/image312.png"/><Relationship Id="rId131" Type="http://schemas.openxmlformats.org/officeDocument/2006/relationships/image" Target="../media/image320.png"/><Relationship Id="rId136" Type="http://schemas.openxmlformats.org/officeDocument/2006/relationships/customXml" Target="../ink/ink566.xml"/><Relationship Id="rId157" Type="http://schemas.openxmlformats.org/officeDocument/2006/relationships/image" Target="../media/image333.png"/><Relationship Id="rId178" Type="http://schemas.openxmlformats.org/officeDocument/2006/relationships/customXml" Target="../ink/ink587.xml"/><Relationship Id="rId61" Type="http://schemas.openxmlformats.org/officeDocument/2006/relationships/image" Target="../media/image285.png"/><Relationship Id="rId82" Type="http://schemas.openxmlformats.org/officeDocument/2006/relationships/customXml" Target="../ink/ink539.xml"/><Relationship Id="rId152" Type="http://schemas.openxmlformats.org/officeDocument/2006/relationships/customXml" Target="../ink/ink574.xml"/><Relationship Id="rId173" Type="http://schemas.openxmlformats.org/officeDocument/2006/relationships/image" Target="../media/image341.png"/><Relationship Id="rId194" Type="http://schemas.openxmlformats.org/officeDocument/2006/relationships/customXml" Target="../ink/ink595.xml"/><Relationship Id="rId199" Type="http://schemas.openxmlformats.org/officeDocument/2006/relationships/image" Target="../media/image353.png"/><Relationship Id="rId203" Type="http://schemas.openxmlformats.org/officeDocument/2006/relationships/image" Target="../media/image355.png"/><Relationship Id="rId19" Type="http://schemas.openxmlformats.org/officeDocument/2006/relationships/image" Target="../media/image264.png"/><Relationship Id="rId14" Type="http://schemas.openxmlformats.org/officeDocument/2006/relationships/customXml" Target="../ink/ink505.xml"/><Relationship Id="rId30" Type="http://schemas.openxmlformats.org/officeDocument/2006/relationships/customXml" Target="../ink/ink513.xml"/><Relationship Id="rId35" Type="http://schemas.openxmlformats.org/officeDocument/2006/relationships/image" Target="../media/image272.png"/><Relationship Id="rId56" Type="http://schemas.openxmlformats.org/officeDocument/2006/relationships/customXml" Target="../ink/ink526.xml"/><Relationship Id="rId77" Type="http://schemas.openxmlformats.org/officeDocument/2006/relationships/image" Target="../media/image293.png"/><Relationship Id="rId100" Type="http://schemas.openxmlformats.org/officeDocument/2006/relationships/customXml" Target="../ink/ink548.xml"/><Relationship Id="rId105" Type="http://schemas.openxmlformats.org/officeDocument/2006/relationships/image" Target="../media/image307.png"/><Relationship Id="rId126" Type="http://schemas.openxmlformats.org/officeDocument/2006/relationships/customXml" Target="../ink/ink561.xml"/><Relationship Id="rId147" Type="http://schemas.openxmlformats.org/officeDocument/2006/relationships/image" Target="../media/image328.png"/><Relationship Id="rId168" Type="http://schemas.openxmlformats.org/officeDocument/2006/relationships/customXml" Target="../ink/ink582.xml"/><Relationship Id="rId8" Type="http://schemas.openxmlformats.org/officeDocument/2006/relationships/customXml" Target="../ink/ink502.xml"/><Relationship Id="rId51" Type="http://schemas.openxmlformats.org/officeDocument/2006/relationships/image" Target="../media/image280.png"/><Relationship Id="rId72" Type="http://schemas.openxmlformats.org/officeDocument/2006/relationships/customXml" Target="../ink/ink534.xml"/><Relationship Id="rId93" Type="http://schemas.openxmlformats.org/officeDocument/2006/relationships/image" Target="../media/image301.png"/><Relationship Id="rId98" Type="http://schemas.openxmlformats.org/officeDocument/2006/relationships/customXml" Target="../ink/ink547.xml"/><Relationship Id="rId121" Type="http://schemas.openxmlformats.org/officeDocument/2006/relationships/image" Target="../media/image315.png"/><Relationship Id="rId142" Type="http://schemas.openxmlformats.org/officeDocument/2006/relationships/customXml" Target="../ink/ink569.xml"/><Relationship Id="rId163" Type="http://schemas.openxmlformats.org/officeDocument/2006/relationships/image" Target="../media/image336.png"/><Relationship Id="rId184" Type="http://schemas.openxmlformats.org/officeDocument/2006/relationships/customXml" Target="../ink/ink590.xml"/><Relationship Id="rId189" Type="http://schemas.openxmlformats.org/officeDocument/2006/relationships/image" Target="../media/image348.png"/><Relationship Id="rId3" Type="http://schemas.openxmlformats.org/officeDocument/2006/relationships/image" Target="../media/image256.png"/><Relationship Id="rId25" Type="http://schemas.openxmlformats.org/officeDocument/2006/relationships/image" Target="../media/image267.png"/><Relationship Id="rId46" Type="http://schemas.openxmlformats.org/officeDocument/2006/relationships/customXml" Target="../ink/ink521.xml"/><Relationship Id="rId67" Type="http://schemas.openxmlformats.org/officeDocument/2006/relationships/image" Target="../media/image288.png"/><Relationship Id="rId116" Type="http://schemas.openxmlformats.org/officeDocument/2006/relationships/customXml" Target="../ink/ink556.xml"/><Relationship Id="rId137" Type="http://schemas.openxmlformats.org/officeDocument/2006/relationships/image" Target="../media/image323.png"/><Relationship Id="rId158" Type="http://schemas.openxmlformats.org/officeDocument/2006/relationships/customXml" Target="../ink/ink577.xml"/><Relationship Id="rId20" Type="http://schemas.openxmlformats.org/officeDocument/2006/relationships/customXml" Target="../ink/ink508.xml"/><Relationship Id="rId41" Type="http://schemas.openxmlformats.org/officeDocument/2006/relationships/image" Target="../media/image275.png"/><Relationship Id="rId62" Type="http://schemas.openxmlformats.org/officeDocument/2006/relationships/customXml" Target="../ink/ink529.xml"/><Relationship Id="rId83" Type="http://schemas.openxmlformats.org/officeDocument/2006/relationships/image" Target="../media/image296.png"/><Relationship Id="rId88" Type="http://schemas.openxmlformats.org/officeDocument/2006/relationships/customXml" Target="../ink/ink542.xml"/><Relationship Id="rId111" Type="http://schemas.openxmlformats.org/officeDocument/2006/relationships/image" Target="../media/image310.png"/><Relationship Id="rId132" Type="http://schemas.openxmlformats.org/officeDocument/2006/relationships/customXml" Target="../ink/ink564.xml"/><Relationship Id="rId153" Type="http://schemas.openxmlformats.org/officeDocument/2006/relationships/image" Target="../media/image331.png"/><Relationship Id="rId174" Type="http://schemas.openxmlformats.org/officeDocument/2006/relationships/customXml" Target="../ink/ink585.xml"/><Relationship Id="rId179" Type="http://schemas.openxmlformats.org/officeDocument/2006/relationships/image" Target="../media/image343.png"/><Relationship Id="rId195" Type="http://schemas.openxmlformats.org/officeDocument/2006/relationships/image" Target="../media/image351.png"/><Relationship Id="rId190" Type="http://schemas.openxmlformats.org/officeDocument/2006/relationships/customXml" Target="../ink/ink593.xml"/><Relationship Id="rId204" Type="http://schemas.openxmlformats.org/officeDocument/2006/relationships/customXml" Target="../ink/ink600.xml"/><Relationship Id="rId15" Type="http://schemas.openxmlformats.org/officeDocument/2006/relationships/image" Target="../media/image262.png"/><Relationship Id="rId36" Type="http://schemas.openxmlformats.org/officeDocument/2006/relationships/customXml" Target="../ink/ink516.xml"/><Relationship Id="rId57" Type="http://schemas.openxmlformats.org/officeDocument/2006/relationships/image" Target="../media/image283.png"/><Relationship Id="rId106" Type="http://schemas.openxmlformats.org/officeDocument/2006/relationships/customXml" Target="../ink/ink551.xml"/><Relationship Id="rId127" Type="http://schemas.openxmlformats.org/officeDocument/2006/relationships/image" Target="../media/image318.png"/><Relationship Id="rId10" Type="http://schemas.openxmlformats.org/officeDocument/2006/relationships/customXml" Target="../ink/ink503.xml"/><Relationship Id="rId31" Type="http://schemas.openxmlformats.org/officeDocument/2006/relationships/image" Target="../media/image270.png"/><Relationship Id="rId52" Type="http://schemas.openxmlformats.org/officeDocument/2006/relationships/customXml" Target="../ink/ink524.xml"/><Relationship Id="rId73" Type="http://schemas.openxmlformats.org/officeDocument/2006/relationships/image" Target="../media/image291.png"/><Relationship Id="rId78" Type="http://schemas.openxmlformats.org/officeDocument/2006/relationships/customXml" Target="../ink/ink537.xml"/><Relationship Id="rId94" Type="http://schemas.openxmlformats.org/officeDocument/2006/relationships/customXml" Target="../ink/ink545.xml"/><Relationship Id="rId99" Type="http://schemas.openxmlformats.org/officeDocument/2006/relationships/image" Target="../media/image304.png"/><Relationship Id="rId101" Type="http://schemas.openxmlformats.org/officeDocument/2006/relationships/image" Target="../media/image305.png"/><Relationship Id="rId122" Type="http://schemas.openxmlformats.org/officeDocument/2006/relationships/customXml" Target="../ink/ink559.xml"/><Relationship Id="rId143" Type="http://schemas.openxmlformats.org/officeDocument/2006/relationships/image" Target="../media/image326.png"/><Relationship Id="rId148" Type="http://schemas.openxmlformats.org/officeDocument/2006/relationships/customXml" Target="../ink/ink572.xml"/><Relationship Id="rId164" Type="http://schemas.openxmlformats.org/officeDocument/2006/relationships/customXml" Target="../ink/ink580.xml"/><Relationship Id="rId169" Type="http://schemas.openxmlformats.org/officeDocument/2006/relationships/image" Target="../media/image339.png"/><Relationship Id="rId185" Type="http://schemas.openxmlformats.org/officeDocument/2006/relationships/image" Target="../media/image346.png"/><Relationship Id="rId4" Type="http://schemas.openxmlformats.org/officeDocument/2006/relationships/customXml" Target="../ink/ink500.xml"/><Relationship Id="rId9" Type="http://schemas.openxmlformats.org/officeDocument/2006/relationships/image" Target="../media/image259.png"/><Relationship Id="rId180" Type="http://schemas.openxmlformats.org/officeDocument/2006/relationships/customXml" Target="../ink/ink588.xml"/><Relationship Id="rId26" Type="http://schemas.openxmlformats.org/officeDocument/2006/relationships/customXml" Target="../ink/ink511.xml"/><Relationship Id="rId47" Type="http://schemas.openxmlformats.org/officeDocument/2006/relationships/image" Target="../media/image278.png"/><Relationship Id="rId68" Type="http://schemas.openxmlformats.org/officeDocument/2006/relationships/customXml" Target="../ink/ink532.xml"/><Relationship Id="rId89" Type="http://schemas.openxmlformats.org/officeDocument/2006/relationships/image" Target="../media/image299.png"/><Relationship Id="rId112" Type="http://schemas.openxmlformats.org/officeDocument/2006/relationships/customXml" Target="../ink/ink554.xml"/><Relationship Id="rId133" Type="http://schemas.openxmlformats.org/officeDocument/2006/relationships/image" Target="../media/image321.png"/><Relationship Id="rId154" Type="http://schemas.openxmlformats.org/officeDocument/2006/relationships/customXml" Target="../ink/ink575.xml"/><Relationship Id="rId175" Type="http://schemas.openxmlformats.org/officeDocument/2006/relationships/image" Target="../media/image16.png"/><Relationship Id="rId196" Type="http://schemas.openxmlformats.org/officeDocument/2006/relationships/customXml" Target="../ink/ink596.xml"/><Relationship Id="rId200" Type="http://schemas.openxmlformats.org/officeDocument/2006/relationships/customXml" Target="../ink/ink598.xml"/><Relationship Id="rId16" Type="http://schemas.openxmlformats.org/officeDocument/2006/relationships/customXml" Target="../ink/ink506.xml"/><Relationship Id="rId37" Type="http://schemas.openxmlformats.org/officeDocument/2006/relationships/image" Target="../media/image273.png"/><Relationship Id="rId58" Type="http://schemas.openxmlformats.org/officeDocument/2006/relationships/customXml" Target="../ink/ink527.xml"/><Relationship Id="rId79" Type="http://schemas.openxmlformats.org/officeDocument/2006/relationships/image" Target="../media/image294.png"/><Relationship Id="rId102" Type="http://schemas.openxmlformats.org/officeDocument/2006/relationships/customXml" Target="../ink/ink549.xml"/><Relationship Id="rId123" Type="http://schemas.openxmlformats.org/officeDocument/2006/relationships/image" Target="../media/image316.png"/><Relationship Id="rId144" Type="http://schemas.openxmlformats.org/officeDocument/2006/relationships/customXml" Target="../ink/ink570.xml"/><Relationship Id="rId90" Type="http://schemas.openxmlformats.org/officeDocument/2006/relationships/customXml" Target="../ink/ink543.xml"/><Relationship Id="rId165" Type="http://schemas.openxmlformats.org/officeDocument/2006/relationships/image" Target="../media/image337.png"/><Relationship Id="rId186" Type="http://schemas.openxmlformats.org/officeDocument/2006/relationships/customXml" Target="../ink/ink591.xml"/><Relationship Id="rId27" Type="http://schemas.openxmlformats.org/officeDocument/2006/relationships/image" Target="../media/image268.png"/><Relationship Id="rId48" Type="http://schemas.openxmlformats.org/officeDocument/2006/relationships/customXml" Target="../ink/ink522.xml"/><Relationship Id="rId69" Type="http://schemas.openxmlformats.org/officeDocument/2006/relationships/image" Target="../media/image289.png"/><Relationship Id="rId113" Type="http://schemas.openxmlformats.org/officeDocument/2006/relationships/image" Target="../media/image311.png"/><Relationship Id="rId134" Type="http://schemas.openxmlformats.org/officeDocument/2006/relationships/customXml" Target="../ink/ink565.xml"/><Relationship Id="rId80" Type="http://schemas.openxmlformats.org/officeDocument/2006/relationships/customXml" Target="../ink/ink538.xml"/><Relationship Id="rId155" Type="http://schemas.openxmlformats.org/officeDocument/2006/relationships/image" Target="../media/image332.png"/><Relationship Id="rId176" Type="http://schemas.openxmlformats.org/officeDocument/2006/relationships/customXml" Target="../ink/ink586.xml"/><Relationship Id="rId197" Type="http://schemas.openxmlformats.org/officeDocument/2006/relationships/image" Target="../media/image352.png"/><Relationship Id="rId201" Type="http://schemas.openxmlformats.org/officeDocument/2006/relationships/image" Target="../media/image354.png"/><Relationship Id="rId17" Type="http://schemas.openxmlformats.org/officeDocument/2006/relationships/image" Target="../media/image263.png"/><Relationship Id="rId38" Type="http://schemas.openxmlformats.org/officeDocument/2006/relationships/customXml" Target="../ink/ink517.xml"/><Relationship Id="rId59" Type="http://schemas.openxmlformats.org/officeDocument/2006/relationships/image" Target="../media/image284.png"/><Relationship Id="rId103" Type="http://schemas.openxmlformats.org/officeDocument/2006/relationships/image" Target="../media/image306.png"/><Relationship Id="rId124" Type="http://schemas.openxmlformats.org/officeDocument/2006/relationships/customXml" Target="../ink/ink560.xml"/><Relationship Id="rId70" Type="http://schemas.openxmlformats.org/officeDocument/2006/relationships/customXml" Target="../ink/ink533.xml"/><Relationship Id="rId91" Type="http://schemas.openxmlformats.org/officeDocument/2006/relationships/image" Target="../media/image300.png"/><Relationship Id="rId145" Type="http://schemas.openxmlformats.org/officeDocument/2006/relationships/image" Target="../media/image327.png"/><Relationship Id="rId166" Type="http://schemas.openxmlformats.org/officeDocument/2006/relationships/customXml" Target="../ink/ink581.xml"/><Relationship Id="rId187" Type="http://schemas.openxmlformats.org/officeDocument/2006/relationships/image" Target="../media/image347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512.xml"/><Relationship Id="rId49" Type="http://schemas.openxmlformats.org/officeDocument/2006/relationships/image" Target="../media/image279.png"/><Relationship Id="rId114" Type="http://schemas.openxmlformats.org/officeDocument/2006/relationships/customXml" Target="../ink/ink555.xml"/><Relationship Id="rId60" Type="http://schemas.openxmlformats.org/officeDocument/2006/relationships/customXml" Target="../ink/ink528.xml"/><Relationship Id="rId81" Type="http://schemas.openxmlformats.org/officeDocument/2006/relationships/image" Target="../media/image295.png"/><Relationship Id="rId135" Type="http://schemas.openxmlformats.org/officeDocument/2006/relationships/image" Target="../media/image322.png"/><Relationship Id="rId156" Type="http://schemas.openxmlformats.org/officeDocument/2006/relationships/customXml" Target="../ink/ink576.xml"/><Relationship Id="rId177" Type="http://schemas.openxmlformats.org/officeDocument/2006/relationships/image" Target="../media/image342.png"/><Relationship Id="rId198" Type="http://schemas.openxmlformats.org/officeDocument/2006/relationships/customXml" Target="../ink/ink597.xml"/><Relationship Id="rId202" Type="http://schemas.openxmlformats.org/officeDocument/2006/relationships/customXml" Target="../ink/ink599.xml"/><Relationship Id="rId18" Type="http://schemas.openxmlformats.org/officeDocument/2006/relationships/customXml" Target="../ink/ink507.xml"/><Relationship Id="rId39" Type="http://schemas.openxmlformats.org/officeDocument/2006/relationships/image" Target="../media/image274.png"/><Relationship Id="rId50" Type="http://schemas.openxmlformats.org/officeDocument/2006/relationships/customXml" Target="../ink/ink523.xml"/><Relationship Id="rId104" Type="http://schemas.openxmlformats.org/officeDocument/2006/relationships/customXml" Target="../ink/ink550.xml"/><Relationship Id="rId125" Type="http://schemas.openxmlformats.org/officeDocument/2006/relationships/image" Target="../media/image317.png"/><Relationship Id="rId146" Type="http://schemas.openxmlformats.org/officeDocument/2006/relationships/customXml" Target="../ink/ink571.xml"/><Relationship Id="rId167" Type="http://schemas.openxmlformats.org/officeDocument/2006/relationships/image" Target="../media/image338.png"/><Relationship Id="rId188" Type="http://schemas.openxmlformats.org/officeDocument/2006/relationships/customXml" Target="../ink/ink592.xml"/><Relationship Id="rId71" Type="http://schemas.openxmlformats.org/officeDocument/2006/relationships/image" Target="../media/image290.png"/><Relationship Id="rId92" Type="http://schemas.openxmlformats.org/officeDocument/2006/relationships/customXml" Target="../ink/ink544.xml"/><Relationship Id="rId2" Type="http://schemas.openxmlformats.org/officeDocument/2006/relationships/customXml" Target="../ink/ink499.xml"/><Relationship Id="rId29" Type="http://schemas.openxmlformats.org/officeDocument/2006/relationships/image" Target="../media/image269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7.png"/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9.png"/><Relationship Id="rId2" Type="http://schemas.openxmlformats.org/officeDocument/2006/relationships/image" Target="../media/image358.w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1.png"/><Relationship Id="rId2" Type="http://schemas.openxmlformats.org/officeDocument/2006/relationships/image" Target="../media/image360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Watershed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Bruno Travençolo</a:t>
            </a:r>
          </a:p>
          <a:p>
            <a:r>
              <a:rPr lang="pt-BR" dirty="0"/>
              <a:t>Texto e imagens: Livro Gonzalez &amp; Woods</a:t>
            </a:r>
          </a:p>
        </p:txBody>
      </p:sp>
    </p:spTree>
    <p:extLst>
      <p:ext uri="{BB962C8B-B14F-4D97-AF65-F5344CB8AC3E}">
        <p14:creationId xmlns:p14="http://schemas.microsoft.com/office/powerpoint/2010/main" val="801353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Considerações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Segmentação por </a:t>
            </a:r>
            <a:r>
              <a:rPr lang="pt-BR" dirty="0" err="1"/>
              <a:t>Watershed</a:t>
            </a:r>
            <a:r>
              <a:rPr lang="pt-BR" dirty="0"/>
              <a:t> incorpora muitos dos conceitos das outras três abordagens</a:t>
            </a:r>
          </a:p>
          <a:p>
            <a:r>
              <a:rPr lang="pt-BR" dirty="0"/>
              <a:t>Muitas vezes produz resultados mais estáveis</a:t>
            </a:r>
          </a:p>
          <a:p>
            <a:r>
              <a:rPr lang="pt-BR" dirty="0"/>
              <a:t>Permite incorporar restrições baseadas em conhecimento.</a:t>
            </a:r>
          </a:p>
        </p:txBody>
      </p:sp>
    </p:spTree>
    <p:extLst>
      <p:ext uri="{BB962C8B-B14F-4D97-AF65-F5344CB8AC3E}">
        <p14:creationId xmlns:p14="http://schemas.microsoft.com/office/powerpoint/2010/main" val="3725451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Apresentação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Watershed</a:t>
            </a:r>
            <a:r>
              <a:rPr lang="pt-BR" dirty="0"/>
              <a:t> (bacias hidrográficas)</a:t>
            </a:r>
          </a:p>
          <a:p>
            <a:r>
              <a:rPr lang="pt-BR" dirty="0"/>
              <a:t>Visualizar a imagem em três dimensões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501008"/>
            <a:ext cx="2076450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3501008"/>
            <a:ext cx="2085975" cy="206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1808305" y="5775629"/>
            <a:ext cx="1699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Imagem original</a:t>
            </a:r>
          </a:p>
          <a:p>
            <a:r>
              <a:rPr lang="pt-BR" dirty="0"/>
              <a:t>(intensidades)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265214" y="5777098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Visão “3D”</a:t>
            </a:r>
          </a:p>
        </p:txBody>
      </p:sp>
    </p:spTree>
    <p:extLst>
      <p:ext uri="{BB962C8B-B14F-4D97-AF65-F5344CB8AC3E}">
        <p14:creationId xmlns:p14="http://schemas.microsoft.com/office/powerpoint/2010/main" val="3621427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Interpretação topográfica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Existem 3 tipos de pontos</a:t>
            </a:r>
          </a:p>
          <a:p>
            <a:pPr lvl="1"/>
            <a:r>
              <a:rPr lang="pt-BR" dirty="0"/>
              <a:t>Pontos de mínimo local</a:t>
            </a:r>
          </a:p>
          <a:p>
            <a:pPr lvl="1"/>
            <a:r>
              <a:rPr lang="pt-BR" dirty="0"/>
              <a:t>Pontos em que, caso se despeje uma gota de água, esta se moveria até um local de mínimo local</a:t>
            </a:r>
          </a:p>
          <a:p>
            <a:pPr lvl="1"/>
            <a:r>
              <a:rPr lang="pt-BR" dirty="0"/>
              <a:t>Pontos em que gota d’água possui a mesma probabilidade de cair em mais de um mínimo local</a:t>
            </a:r>
          </a:p>
        </p:txBody>
      </p:sp>
    </p:spTree>
    <p:extLst>
      <p:ext uri="{BB962C8B-B14F-4D97-AF65-F5344CB8AC3E}">
        <p14:creationId xmlns:p14="http://schemas.microsoft.com/office/powerpoint/2010/main" val="4277170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Interpretação topográfica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Existem 3 tipos de pontos</a:t>
            </a:r>
          </a:p>
          <a:p>
            <a:pPr lvl="1"/>
            <a:r>
              <a:rPr lang="pt-BR" dirty="0"/>
              <a:t>Pontos de mínimo local  +</a:t>
            </a:r>
          </a:p>
          <a:p>
            <a:pPr lvl="1"/>
            <a:r>
              <a:rPr lang="pt-BR" dirty="0"/>
              <a:t>Pontos em que, caso se despeje uma gota de água, esta se moveria até um local de mínimo local -&gt; </a:t>
            </a:r>
            <a:r>
              <a:rPr lang="pt-BR" i="1" dirty="0" err="1">
                <a:solidFill>
                  <a:srgbClr val="FF0000"/>
                </a:solidFill>
              </a:rPr>
              <a:t>catchment</a:t>
            </a:r>
            <a:r>
              <a:rPr lang="pt-BR" i="1" dirty="0">
                <a:solidFill>
                  <a:srgbClr val="FF0000"/>
                </a:solidFill>
              </a:rPr>
              <a:t> </a:t>
            </a:r>
            <a:r>
              <a:rPr lang="pt-BR" i="1" dirty="0" err="1">
                <a:solidFill>
                  <a:srgbClr val="FF0000"/>
                </a:solidFill>
              </a:rPr>
              <a:t>basin</a:t>
            </a:r>
            <a:r>
              <a:rPr lang="pt-BR" dirty="0">
                <a:solidFill>
                  <a:srgbClr val="FF0000"/>
                </a:solidFill>
              </a:rPr>
              <a:t>, </a:t>
            </a:r>
            <a:r>
              <a:rPr lang="pt-BR" i="1" dirty="0" err="1">
                <a:solidFill>
                  <a:srgbClr val="FF0000"/>
                </a:solidFill>
              </a:rPr>
              <a:t>watershed</a:t>
            </a:r>
            <a:r>
              <a:rPr lang="pt-BR" i="1" dirty="0">
                <a:solidFill>
                  <a:srgbClr val="FF0000"/>
                </a:solidFill>
              </a:rPr>
              <a:t>, bacia hidrográfica</a:t>
            </a:r>
          </a:p>
          <a:p>
            <a:pPr lvl="1"/>
            <a:r>
              <a:rPr lang="pt-BR" dirty="0"/>
              <a:t>Pontos em que gota d’água possui a mesma probabilidade de cair em mais de um mínimo local </a:t>
            </a:r>
            <a:r>
              <a:rPr lang="pt-BR" dirty="0">
                <a:solidFill>
                  <a:srgbClr val="FF0000"/>
                </a:solidFill>
              </a:rPr>
              <a:t>-&gt;</a:t>
            </a:r>
            <a:r>
              <a:rPr lang="pt-BR" i="1" dirty="0">
                <a:solidFill>
                  <a:srgbClr val="FF0000"/>
                </a:solidFill>
              </a:rPr>
              <a:t>Linhas de divisão </a:t>
            </a:r>
            <a:r>
              <a:rPr lang="pt-BR" dirty="0">
                <a:solidFill>
                  <a:srgbClr val="FF0000"/>
                </a:solidFill>
              </a:rPr>
              <a:t>ou </a:t>
            </a:r>
            <a:r>
              <a:rPr lang="pt-BR" i="1" dirty="0">
                <a:solidFill>
                  <a:srgbClr val="FF0000"/>
                </a:solidFill>
              </a:rPr>
              <a:t>linhas de </a:t>
            </a:r>
            <a:r>
              <a:rPr lang="pt-BR" i="1" dirty="0" err="1">
                <a:solidFill>
                  <a:srgbClr val="FF0000"/>
                </a:solidFill>
              </a:rPr>
              <a:t>watershed</a:t>
            </a:r>
            <a:endParaRPr lang="pt-BR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306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Watershed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principal objetivo desse tipo de segmentação é encontrar as linhas de </a:t>
            </a:r>
            <a:r>
              <a:rPr lang="pt-BR" i="1" dirty="0" err="1"/>
              <a:t>watershed</a:t>
            </a: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3272338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Watershed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Como funciona: suponha que em cada mínimo local tenha um ponto que seja uma fonte de água.</a:t>
            </a:r>
          </a:p>
          <a:p>
            <a:r>
              <a:rPr lang="pt-BR" dirty="0"/>
              <a:t>A água sobe inundando as regiões, de baixo para cima.</a:t>
            </a:r>
          </a:p>
          <a:p>
            <a:r>
              <a:rPr lang="pt-BR" dirty="0"/>
              <a:t>A água sobre em uma taxa uniforme</a:t>
            </a:r>
          </a:p>
          <a:p>
            <a:r>
              <a:rPr lang="pt-BR" dirty="0"/>
              <a:t>As bordas da imagem podem </a:t>
            </a:r>
            <a:r>
              <a:rPr lang="pt-BR"/>
              <a:t>ser consideradas </a:t>
            </a:r>
            <a:r>
              <a:rPr lang="pt-BR" dirty="0"/>
              <a:t>como sendo uma barragem mais alta que a maior montanha.</a:t>
            </a:r>
          </a:p>
        </p:txBody>
      </p:sp>
    </p:spTree>
    <p:extLst>
      <p:ext uri="{BB962C8B-B14F-4D97-AF65-F5344CB8AC3E}">
        <p14:creationId xmlns:p14="http://schemas.microsoft.com/office/powerpoint/2010/main" val="1592980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Watershed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Quando a água está prestes a se fundir nas diversas </a:t>
            </a:r>
            <a:r>
              <a:rPr lang="pt-BR" dirty="0" err="1"/>
              <a:t>watersheds</a:t>
            </a:r>
            <a:r>
              <a:rPr lang="pt-BR" dirty="0"/>
              <a:t>, uma barragem é construída para impedir a fusão</a:t>
            </a:r>
          </a:p>
          <a:p>
            <a:r>
              <a:rPr lang="pt-BR" dirty="0"/>
              <a:t>A inundação chegará a um ponto em que somente apenas os topos das barragens serão visíveis acima da linha d’</a:t>
            </a:r>
            <a:r>
              <a:rPr lang="pt-BR" dirty="0" err="1"/>
              <a:t>àgua</a:t>
            </a:r>
            <a:endParaRPr lang="pt-BR" dirty="0"/>
          </a:p>
          <a:p>
            <a:r>
              <a:rPr lang="pt-BR" dirty="0"/>
              <a:t>Essas linhas são </a:t>
            </a:r>
            <a:r>
              <a:rPr lang="pt-BR" dirty="0">
                <a:solidFill>
                  <a:srgbClr val="FF0000"/>
                </a:solidFill>
              </a:rPr>
              <a:t>as Linhas de divisão ou linhas de </a:t>
            </a:r>
            <a:r>
              <a:rPr lang="pt-BR" dirty="0" err="1">
                <a:solidFill>
                  <a:srgbClr val="FF0000"/>
                </a:solidFill>
              </a:rPr>
              <a:t>Watershed</a:t>
            </a:r>
            <a:endParaRPr lang="pt-BR" dirty="0">
              <a:solidFill>
                <a:srgbClr val="FF0000"/>
              </a:solidFill>
            </a:endParaRPr>
          </a:p>
          <a:p>
            <a:r>
              <a:rPr lang="pt-BR" dirty="0"/>
              <a:t>Portanto, são as fronteiras conectadas que são extraídas em um algoritmo de segmentação </a:t>
            </a:r>
            <a:r>
              <a:rPr lang="pt-BR" dirty="0" err="1"/>
              <a:t>Watershed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1843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pt-BR" dirty="0"/>
              <a:t>Exemplo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431" y="1269177"/>
            <a:ext cx="2076450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453" y="1268760"/>
            <a:ext cx="2085975" cy="206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1135049" y="476672"/>
            <a:ext cx="1699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Imagem original</a:t>
            </a:r>
          </a:p>
          <a:p>
            <a:r>
              <a:rPr lang="pt-BR" dirty="0"/>
              <a:t>(intensidades)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5806962" y="615171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Visão “3D”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626" y="3933056"/>
            <a:ext cx="2095500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5332" y="3960404"/>
            <a:ext cx="2095500" cy="215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643" y="3960404"/>
            <a:ext cx="2143125" cy="215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9110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pt-BR" dirty="0"/>
              <a:t>Exemplo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094" y="1457436"/>
            <a:ext cx="2095500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1484784"/>
            <a:ext cx="2095500" cy="215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1111" y="1484784"/>
            <a:ext cx="2143125" cy="215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221088"/>
            <a:ext cx="215265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0700" y="4240138"/>
            <a:ext cx="2143125" cy="211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4149080"/>
            <a:ext cx="2162175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7688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pt-BR" dirty="0"/>
              <a:t>Exemplo</a:t>
            </a: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703" y="1721540"/>
            <a:ext cx="3867104" cy="3831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7137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pt-BR" dirty="0"/>
              <a:t>Exemplo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439" y="1721540"/>
            <a:ext cx="3872367" cy="39251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5291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314" y="1733208"/>
            <a:ext cx="3943631" cy="4051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pt-BR" dirty="0"/>
              <a:t>Exemplo</a:t>
            </a:r>
          </a:p>
        </p:txBody>
      </p:sp>
    </p:spTree>
    <p:extLst>
      <p:ext uri="{BB962C8B-B14F-4D97-AF65-F5344CB8AC3E}">
        <p14:creationId xmlns:p14="http://schemas.microsoft.com/office/powerpoint/2010/main" val="1389295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98" y="1733208"/>
            <a:ext cx="3948446" cy="391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319" y="1733208"/>
            <a:ext cx="3896188" cy="391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pt-BR" dirty="0"/>
              <a:t>Exemplo</a:t>
            </a:r>
          </a:p>
        </p:txBody>
      </p:sp>
    </p:spTree>
    <p:extLst>
      <p:ext uri="{BB962C8B-B14F-4D97-AF65-F5344CB8AC3E}">
        <p14:creationId xmlns:p14="http://schemas.microsoft.com/office/powerpoint/2010/main" val="1630617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898" y="1733208"/>
            <a:ext cx="3948446" cy="391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pt-BR" dirty="0"/>
              <a:t>Exemplo</a:t>
            </a:r>
          </a:p>
        </p:txBody>
      </p:sp>
    </p:spTree>
    <p:extLst>
      <p:ext uri="{BB962C8B-B14F-4D97-AF65-F5344CB8AC3E}">
        <p14:creationId xmlns:p14="http://schemas.microsoft.com/office/powerpoint/2010/main" val="2519972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319" y="1733208"/>
            <a:ext cx="3966389" cy="391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pt-BR" dirty="0"/>
              <a:t>Exemplo</a:t>
            </a:r>
          </a:p>
        </p:txBody>
      </p:sp>
    </p:spTree>
    <p:extLst>
      <p:ext uri="{BB962C8B-B14F-4D97-AF65-F5344CB8AC3E}">
        <p14:creationId xmlns:p14="http://schemas.microsoft.com/office/powerpoint/2010/main" val="1946930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319" y="1757108"/>
            <a:ext cx="3966389" cy="3913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pt-BR" dirty="0"/>
              <a:t>Exemplo</a:t>
            </a:r>
          </a:p>
        </p:txBody>
      </p:sp>
    </p:spTree>
    <p:extLst>
      <p:ext uri="{BB962C8B-B14F-4D97-AF65-F5344CB8AC3E}">
        <p14:creationId xmlns:p14="http://schemas.microsoft.com/office/powerpoint/2010/main" val="2312202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Construção de barragens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628800"/>
            <a:ext cx="2143125" cy="14382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Seta para a direita 5"/>
          <p:cNvSpPr/>
          <p:nvPr/>
        </p:nvSpPr>
        <p:spPr>
          <a:xfrm>
            <a:off x="3923928" y="2347937"/>
            <a:ext cx="504056" cy="2889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/>
          <p:cNvSpPr txBox="1"/>
          <p:nvPr/>
        </p:nvSpPr>
        <p:spPr>
          <a:xfrm>
            <a:off x="4841167" y="2258035"/>
            <a:ext cx="18300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Duas </a:t>
            </a:r>
            <a:r>
              <a:rPr lang="pt-BR" i="1" dirty="0" err="1"/>
              <a:t>watersheds</a:t>
            </a:r>
            <a:r>
              <a:rPr lang="pt-BR" dirty="0"/>
              <a:t> </a:t>
            </a:r>
          </a:p>
          <a:p>
            <a:r>
              <a:rPr lang="pt-BR" dirty="0"/>
              <a:t>(antes de grudar)</a:t>
            </a:r>
          </a:p>
          <a:p>
            <a:r>
              <a:rPr lang="pt-BR" dirty="0"/>
              <a:t>Etapa </a:t>
            </a:r>
            <a:r>
              <a:rPr lang="pt-BR" i="1" dirty="0"/>
              <a:t>n-1	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141" y="4151189"/>
            <a:ext cx="2133600" cy="14192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1" name="Seta para a direita 10"/>
          <p:cNvSpPr/>
          <p:nvPr/>
        </p:nvSpPr>
        <p:spPr>
          <a:xfrm>
            <a:off x="3923928" y="4716313"/>
            <a:ext cx="504056" cy="2889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/>
          <p:cNvSpPr txBox="1"/>
          <p:nvPr/>
        </p:nvSpPr>
        <p:spPr>
          <a:xfrm>
            <a:off x="4841167" y="4626411"/>
            <a:ext cx="18300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Duas </a:t>
            </a:r>
            <a:r>
              <a:rPr lang="pt-BR" i="1" dirty="0" err="1"/>
              <a:t>watersheds</a:t>
            </a:r>
            <a:r>
              <a:rPr lang="pt-BR" dirty="0"/>
              <a:t> </a:t>
            </a:r>
          </a:p>
          <a:p>
            <a:r>
              <a:rPr lang="pt-BR" dirty="0"/>
              <a:t>Juntas</a:t>
            </a:r>
          </a:p>
          <a:p>
            <a:r>
              <a:rPr lang="pt-BR" dirty="0"/>
              <a:t>Etapa </a:t>
            </a:r>
            <a:r>
              <a:rPr lang="pt-BR" i="1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771683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Construção de barragens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59890" y="4489633"/>
            <a:ext cx="50269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Em cinza claro - &gt; Primeira dilatação</a:t>
            </a:r>
          </a:p>
          <a:p>
            <a:r>
              <a:rPr lang="pt-BR" dirty="0"/>
              <a:t>Em preto -&gt; Segunda dilatação (restrito ao componente conexo da etapa N)</a:t>
            </a:r>
          </a:p>
          <a:p>
            <a:r>
              <a:rPr lang="pt-BR" dirty="0"/>
              <a:t>A barragem é dada pelos pixels que pertencem ao componente conexo da etapa N e que causariam a junção entre os dois componentes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03530" y="1897288"/>
            <a:ext cx="7113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Etapa</a:t>
            </a:r>
          </a:p>
          <a:p>
            <a:r>
              <a:rPr lang="pt-BR" dirty="0"/>
              <a:t> </a:t>
            </a:r>
            <a:r>
              <a:rPr lang="pt-BR" i="1" dirty="0"/>
              <a:t>n-1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-14097" y="4286540"/>
            <a:ext cx="7113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Etapa</a:t>
            </a:r>
          </a:p>
          <a:p>
            <a:pPr algn="ctr"/>
            <a:r>
              <a:rPr lang="pt-BR" dirty="0"/>
              <a:t> </a:t>
            </a:r>
            <a:r>
              <a:rPr lang="pt-BR" i="1" dirty="0"/>
              <a:t>n</a:t>
            </a:r>
          </a:p>
        </p:txBody>
      </p:sp>
      <p:pic>
        <p:nvPicPr>
          <p:cNvPr id="6" name="Imagem 5" descr="Gráfico, Histograma&#10;&#10;O conteúdo gerado por IA pode estar incorreto.">
            <a:extLst>
              <a:ext uri="{FF2B5EF4-FFF2-40B4-BE49-F238E27FC236}">
                <a16:creationId xmlns:a16="http://schemas.microsoft.com/office/drawing/2014/main" id="{A04BB337-7F67-597C-4A24-B44348357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536" y="1174624"/>
            <a:ext cx="2662332" cy="1656186"/>
          </a:xfrm>
          <a:prstGeom prst="rect">
            <a:avLst/>
          </a:prstGeom>
        </p:spPr>
      </p:pic>
      <p:pic>
        <p:nvPicPr>
          <p:cNvPr id="8" name="Imagem 7" descr="Gráfico, Histograma&#10;&#10;O conteúdo gerado por IA pode estar incorreto.">
            <a:extLst>
              <a:ext uri="{FF2B5EF4-FFF2-40B4-BE49-F238E27FC236}">
                <a16:creationId xmlns:a16="http://schemas.microsoft.com/office/drawing/2014/main" id="{DF1647F8-A5DD-5676-712A-577D23A35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243" y="3730796"/>
            <a:ext cx="2794917" cy="1894333"/>
          </a:xfrm>
          <a:prstGeom prst="rect">
            <a:avLst/>
          </a:prstGeom>
        </p:spPr>
      </p:pic>
      <p:pic>
        <p:nvPicPr>
          <p:cNvPr id="12" name="Imagem 11" descr="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996C1393-70A7-B67B-434C-E6B8AF736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9890" y="1209673"/>
            <a:ext cx="5375523" cy="3242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0101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</a:t>
            </a:r>
            <a:r>
              <a:rPr lang="pt-BR" dirty="0" err="1"/>
              <a:t>Watershed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pt-BR" dirty="0"/>
                  <a:t>Seja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pt-BR" dirty="0"/>
                  <a:t> os conjuntos que determinam as coordenadas dos mínimos regionais de uma imagem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𝑔</m:t>
                    </m:r>
                    <m:r>
                      <a:rPr lang="pt-BR" b="0" i="1" smtClean="0">
                        <a:latin typeface="Cambria Math"/>
                      </a:rPr>
                      <m:t>(</m:t>
                    </m:r>
                    <m:r>
                      <a:rPr lang="pt-BR" b="0" i="1" smtClean="0">
                        <a:latin typeface="Cambria Math"/>
                      </a:rPr>
                      <m:t>𝑥</m:t>
                    </m:r>
                    <m:r>
                      <a:rPr lang="pt-BR" b="0" i="1" smtClean="0">
                        <a:latin typeface="Cambria Math"/>
                      </a:rPr>
                      <m:t>,</m:t>
                    </m:r>
                    <m:r>
                      <a:rPr lang="pt-BR" b="0" i="1" smtClean="0">
                        <a:latin typeface="Cambria Math"/>
                      </a:rPr>
                      <m:t>𝑦</m:t>
                    </m:r>
                    <m:r>
                      <a:rPr lang="pt-BR" b="0" i="1" smtClean="0">
                        <a:latin typeface="Cambria Math"/>
                      </a:rPr>
                      <m:t>)</m:t>
                    </m:r>
                  </m:oMath>
                </a14:m>
                <a:endParaRPr lang="pt-BR" dirty="0"/>
              </a:p>
              <a:p>
                <a:r>
                  <a:rPr lang="pt-BR" dirty="0"/>
                  <a:t>Seja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𝐶</m:t>
                    </m:r>
                    <m:r>
                      <a:rPr lang="pt-BR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pt-BR" dirty="0"/>
                  <a:t> o conjunto dos pontos na </a:t>
                </a:r>
                <a:r>
                  <a:rPr lang="pt-BR" i="1" dirty="0" err="1"/>
                  <a:t>watershed</a:t>
                </a:r>
                <a:r>
                  <a:rPr lang="pt-BR" dirty="0"/>
                  <a:t> associados com o mínimo regional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 (lembre que esse é um componente conexo)</a:t>
                </a:r>
              </a:p>
              <a:p>
                <a:r>
                  <a:rPr lang="pt-BR" dirty="0"/>
                  <a:t>Seja </a:t>
                </a:r>
                <a:r>
                  <a:rPr lang="pt-BR" i="1" dirty="0"/>
                  <a:t>min </a:t>
                </a:r>
                <a:r>
                  <a:rPr lang="pt-BR" dirty="0"/>
                  <a:t>o valor mínimo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𝑔</m:t>
                    </m:r>
                    <m:r>
                      <a:rPr lang="pt-BR" i="1">
                        <a:latin typeface="Cambria Math"/>
                      </a:rPr>
                      <m:t>(</m:t>
                    </m:r>
                    <m:r>
                      <a:rPr lang="pt-BR" i="1">
                        <a:latin typeface="Cambria Math"/>
                      </a:rPr>
                      <m:t>𝑥</m:t>
                    </m:r>
                    <m:r>
                      <a:rPr lang="pt-BR" i="1">
                        <a:latin typeface="Cambria Math"/>
                      </a:rPr>
                      <m:t>,</m:t>
                    </m:r>
                    <m:r>
                      <a:rPr lang="pt-BR" i="1">
                        <a:latin typeface="Cambria Math"/>
                      </a:rPr>
                      <m:t>𝑦</m:t>
                    </m:r>
                    <m:r>
                      <a:rPr lang="pt-BR" i="1">
                        <a:latin typeface="Cambria Math"/>
                      </a:rPr>
                      <m:t>)</m:t>
                    </m:r>
                  </m:oMath>
                </a14:m>
                <a:endParaRPr lang="pt-BR" dirty="0"/>
              </a:p>
              <a:p>
                <a:r>
                  <a:rPr lang="pt-BR" dirty="0"/>
                  <a:t>Seja </a:t>
                </a:r>
                <a:r>
                  <a:rPr lang="pt-BR" i="1" dirty="0" err="1"/>
                  <a:t>max</a:t>
                </a:r>
                <a:r>
                  <a:rPr lang="pt-BR" dirty="0"/>
                  <a:t> o valor máximo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𝑔</m:t>
                    </m:r>
                    <m:r>
                      <a:rPr lang="pt-BR" i="1">
                        <a:latin typeface="Cambria Math"/>
                      </a:rPr>
                      <m:t>(</m:t>
                    </m:r>
                    <m:r>
                      <a:rPr lang="pt-BR" i="1">
                        <a:latin typeface="Cambria Math"/>
                      </a:rPr>
                      <m:t>𝑥</m:t>
                    </m:r>
                    <m:r>
                      <a:rPr lang="pt-BR" i="1">
                        <a:latin typeface="Cambria Math"/>
                      </a:rPr>
                      <m:t>,</m:t>
                    </m:r>
                    <m:r>
                      <a:rPr lang="pt-BR" i="1">
                        <a:latin typeface="Cambria Math"/>
                      </a:rPr>
                      <m:t>𝑦</m:t>
                    </m:r>
                    <m:r>
                      <a:rPr lang="pt-BR" i="1">
                        <a:latin typeface="Cambria Math"/>
                      </a:rPr>
                      <m:t>)</m:t>
                    </m:r>
                  </m:oMath>
                </a14:m>
                <a:endParaRPr lang="pt-BR" dirty="0"/>
              </a:p>
              <a:p>
                <a:pPr marL="0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2695" r="-519" b="-27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19008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A7FAC0A5-67CD-92F8-C71F-6884D071C988}"/>
                  </a:ext>
                </a:extLst>
              </p14:cNvPr>
              <p14:cNvContentPartPr/>
              <p14:nvPr/>
            </p14:nvContentPartPr>
            <p14:xfrm>
              <a:off x="1706904" y="2115216"/>
              <a:ext cx="204480" cy="27504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A7FAC0A5-67CD-92F8-C71F-6884D071C9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00784" y="2109096"/>
                <a:ext cx="216720" cy="28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Agrupar 7">
            <a:extLst>
              <a:ext uri="{FF2B5EF4-FFF2-40B4-BE49-F238E27FC236}">
                <a16:creationId xmlns:a16="http://schemas.microsoft.com/office/drawing/2014/main" id="{1DB913FD-FC00-7D89-7201-F837ADA056F4}"/>
              </a:ext>
            </a:extLst>
          </p:cNvPr>
          <p:cNvGrpSpPr/>
          <p:nvPr/>
        </p:nvGrpSpPr>
        <p:grpSpPr>
          <a:xfrm>
            <a:off x="1589184" y="1329696"/>
            <a:ext cx="450000" cy="461880"/>
            <a:chOff x="1589184" y="1329696"/>
            <a:chExt cx="450000" cy="46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292A7379-3623-B4B7-4664-3C4EC5024188}"/>
                    </a:ext>
                  </a:extLst>
                </p14:cNvPr>
                <p14:cNvContentPartPr/>
                <p14:nvPr/>
              </p14:nvContentPartPr>
              <p14:xfrm>
                <a:off x="1589184" y="1377216"/>
                <a:ext cx="210600" cy="301320"/>
              </p14:xfrm>
            </p:contentPart>
          </mc:Choice>
          <mc:Fallback xmlns=""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292A7379-3623-B4B7-4664-3C4EC502418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83064" y="1371096"/>
                  <a:ext cx="2228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F51BD667-D7BD-6EE9-106B-A44EF5CA525F}"/>
                    </a:ext>
                  </a:extLst>
                </p14:cNvPr>
                <p14:cNvContentPartPr/>
                <p14:nvPr/>
              </p14:nvContentPartPr>
              <p14:xfrm>
                <a:off x="1942344" y="1329696"/>
                <a:ext cx="360" cy="36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F51BD667-D7BD-6EE9-106B-A44EF5CA525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36224" y="132357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6734B0C3-E04F-4629-664E-90A9F3FE366F}"/>
                    </a:ext>
                  </a:extLst>
                </p14:cNvPr>
                <p14:cNvContentPartPr/>
                <p14:nvPr/>
              </p14:nvContentPartPr>
              <p14:xfrm>
                <a:off x="1896264" y="1481976"/>
                <a:ext cx="142920" cy="309600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6734B0C3-E04F-4629-664E-90A9F3FE366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90144" y="1475856"/>
                  <a:ext cx="155160" cy="32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AFA79C48-5994-BD92-D178-CD070ECACC5B}"/>
                  </a:ext>
                </a:extLst>
              </p14:cNvPr>
              <p14:cNvContentPartPr/>
              <p14:nvPr/>
            </p14:nvContentPartPr>
            <p14:xfrm>
              <a:off x="4180104" y="2591136"/>
              <a:ext cx="149400" cy="13644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AFA79C48-5994-BD92-D178-CD070ECACC5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73984" y="2585016"/>
                <a:ext cx="161640" cy="14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Agrupar 11">
            <a:extLst>
              <a:ext uri="{FF2B5EF4-FFF2-40B4-BE49-F238E27FC236}">
                <a16:creationId xmlns:a16="http://schemas.microsoft.com/office/drawing/2014/main" id="{AF3B8E6E-0711-3191-73F8-851E042D6A7D}"/>
              </a:ext>
            </a:extLst>
          </p:cNvPr>
          <p:cNvGrpSpPr/>
          <p:nvPr/>
        </p:nvGrpSpPr>
        <p:grpSpPr>
          <a:xfrm>
            <a:off x="4180824" y="1825416"/>
            <a:ext cx="735120" cy="442800"/>
            <a:chOff x="4180824" y="1825416"/>
            <a:chExt cx="735120" cy="44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498EF6BE-BB66-E35C-19B0-DDD84945178D}"/>
                    </a:ext>
                  </a:extLst>
                </p14:cNvPr>
                <p14:cNvContentPartPr/>
                <p14:nvPr/>
              </p14:nvContentPartPr>
              <p14:xfrm>
                <a:off x="4180824" y="1825416"/>
                <a:ext cx="254520" cy="29988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498EF6BE-BB66-E35C-19B0-DDD84945178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74704" y="1819296"/>
                  <a:ext cx="2667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7610C0E6-23C0-3420-B83E-99913019E716}"/>
                    </a:ext>
                  </a:extLst>
                </p14:cNvPr>
                <p14:cNvContentPartPr/>
                <p14:nvPr/>
              </p14:nvContentPartPr>
              <p14:xfrm>
                <a:off x="4612824" y="2007936"/>
                <a:ext cx="303120" cy="26028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7610C0E6-23C0-3420-B83E-99913019E71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06704" y="2001816"/>
                  <a:ext cx="315360" cy="27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22744FB8-C999-77D9-BD3B-56BBB0E2AC01}"/>
              </a:ext>
            </a:extLst>
          </p:cNvPr>
          <p:cNvGrpSpPr/>
          <p:nvPr/>
        </p:nvGrpSpPr>
        <p:grpSpPr>
          <a:xfrm>
            <a:off x="2522304" y="3897576"/>
            <a:ext cx="653400" cy="790200"/>
            <a:chOff x="2522304" y="3897576"/>
            <a:chExt cx="653400" cy="79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CEF5089D-B235-D8B0-6053-C1AF1336CD4A}"/>
                    </a:ext>
                  </a:extLst>
                </p14:cNvPr>
                <p14:cNvContentPartPr/>
                <p14:nvPr/>
              </p14:nvContentPartPr>
              <p14:xfrm>
                <a:off x="2723184" y="4498056"/>
                <a:ext cx="168120" cy="18972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CEF5089D-B235-D8B0-6053-C1AF1336CD4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17064" y="4491936"/>
                  <a:ext cx="1803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6E7EDD85-DAC6-7BC7-9D19-1A41ADA9B16A}"/>
                    </a:ext>
                  </a:extLst>
                </p14:cNvPr>
                <p14:cNvContentPartPr/>
                <p14:nvPr/>
              </p14:nvContentPartPr>
              <p14:xfrm>
                <a:off x="2522304" y="3897576"/>
                <a:ext cx="309960" cy="27432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6E7EDD85-DAC6-7BC7-9D19-1A41ADA9B16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16184" y="3891456"/>
                  <a:ext cx="3222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2F93E081-BF1F-4BE3-8786-8D3A1611B144}"/>
                    </a:ext>
                  </a:extLst>
                </p14:cNvPr>
                <p14:cNvContentPartPr/>
                <p14:nvPr/>
              </p14:nvContentPartPr>
              <p14:xfrm>
                <a:off x="2928744" y="4071816"/>
                <a:ext cx="246960" cy="31572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2F93E081-BF1F-4BE3-8786-8D3A1611B14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22624" y="4065696"/>
                  <a:ext cx="259200" cy="32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E4FD428F-0FFB-A257-299A-D27343443B77}"/>
                  </a:ext>
                </a:extLst>
              </p14:cNvPr>
              <p14:cNvContentPartPr/>
              <p14:nvPr/>
            </p14:nvContentPartPr>
            <p14:xfrm>
              <a:off x="1459584" y="1883376"/>
              <a:ext cx="663840" cy="815760"/>
            </p14:xfrm>
          </p:contentPart>
        </mc:Choice>
        <mc:Fallback xmlns=""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E4FD428F-0FFB-A257-299A-D27343443B7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453464" y="1877256"/>
                <a:ext cx="676080" cy="82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" name="Tinta 17">
                <a:extLst>
                  <a:ext uri="{FF2B5EF4-FFF2-40B4-BE49-F238E27FC236}">
                    <a16:creationId xmlns:a16="http://schemas.microsoft.com/office/drawing/2014/main" id="{9683DBAB-AF5E-7FCB-2ED7-964C0812699B}"/>
                  </a:ext>
                </a:extLst>
              </p14:cNvPr>
              <p14:cNvContentPartPr/>
              <p14:nvPr/>
            </p14:nvContentPartPr>
            <p14:xfrm>
              <a:off x="3868344" y="2387016"/>
              <a:ext cx="686880" cy="689760"/>
            </p14:xfrm>
          </p:contentPart>
        </mc:Choice>
        <mc:Fallback xmlns="">
          <p:pic>
            <p:nvPicPr>
              <p:cNvPr id="18" name="Tinta 17">
                <a:extLst>
                  <a:ext uri="{FF2B5EF4-FFF2-40B4-BE49-F238E27FC236}">
                    <a16:creationId xmlns:a16="http://schemas.microsoft.com/office/drawing/2014/main" id="{9683DBAB-AF5E-7FCB-2ED7-964C0812699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862224" y="2380896"/>
                <a:ext cx="699120" cy="70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Agrupar 49">
            <a:extLst>
              <a:ext uri="{FF2B5EF4-FFF2-40B4-BE49-F238E27FC236}">
                <a16:creationId xmlns:a16="http://schemas.microsoft.com/office/drawing/2014/main" id="{9F203547-FF59-112A-2424-D550CD158674}"/>
              </a:ext>
            </a:extLst>
          </p:cNvPr>
          <p:cNvGrpSpPr/>
          <p:nvPr/>
        </p:nvGrpSpPr>
        <p:grpSpPr>
          <a:xfrm>
            <a:off x="2002464" y="555696"/>
            <a:ext cx="1512360" cy="2099160"/>
            <a:chOff x="2002464" y="555696"/>
            <a:chExt cx="1512360" cy="209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F4CFEAC7-ED42-92D4-57B5-C0EC0FD5AAB3}"/>
                    </a:ext>
                  </a:extLst>
                </p14:cNvPr>
                <p14:cNvContentPartPr/>
                <p14:nvPr/>
              </p14:nvContentPartPr>
              <p14:xfrm>
                <a:off x="2002464" y="831456"/>
                <a:ext cx="280080" cy="37188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F4CFEAC7-ED42-92D4-57B5-C0EC0FD5AAB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96344" y="825336"/>
                  <a:ext cx="29232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DD6371A0-6CA5-7C46-B634-1F57BEECC5F4}"/>
                    </a:ext>
                  </a:extLst>
                </p14:cNvPr>
                <p14:cNvContentPartPr/>
                <p14:nvPr/>
              </p14:nvContentPartPr>
              <p14:xfrm>
                <a:off x="2422944" y="584856"/>
                <a:ext cx="171360" cy="76032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DD6371A0-6CA5-7C46-B634-1F57BEECC5F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16824" y="578736"/>
                  <a:ext cx="183600" cy="77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88A53F34-61B7-8121-696F-AF00E0E4738A}"/>
                    </a:ext>
                  </a:extLst>
                </p14:cNvPr>
                <p14:cNvContentPartPr/>
                <p14:nvPr/>
              </p14:nvContentPartPr>
              <p14:xfrm>
                <a:off x="2621664" y="907416"/>
                <a:ext cx="291960" cy="37152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88A53F34-61B7-8121-696F-AF00E0E4738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15544" y="901296"/>
                  <a:ext cx="30420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7CA2DA47-1358-4B22-41F3-CE8518464834}"/>
                    </a:ext>
                  </a:extLst>
                </p14:cNvPr>
                <p14:cNvContentPartPr/>
                <p14:nvPr/>
              </p14:nvContentPartPr>
              <p14:xfrm>
                <a:off x="3009744" y="1085976"/>
                <a:ext cx="261720" cy="309240"/>
              </p14:xfrm>
            </p:contentPart>
          </mc:Choice>
          <mc:Fallback xmlns=""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7CA2DA47-1358-4B22-41F3-CE851846483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03624" y="1079856"/>
                  <a:ext cx="2739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A9E5627C-B229-763F-6F75-6977F5753E16}"/>
                    </a:ext>
                  </a:extLst>
                </p14:cNvPr>
                <p14:cNvContentPartPr/>
                <p14:nvPr/>
              </p14:nvContentPartPr>
              <p14:xfrm>
                <a:off x="3289104" y="555696"/>
                <a:ext cx="225720" cy="965520"/>
              </p14:xfrm>
            </p:contentPart>
          </mc:Choice>
          <mc:Fallback xmlns=""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A9E5627C-B229-763F-6F75-6977F5753E1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82984" y="549576"/>
                  <a:ext cx="237960" cy="9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0DC8CE10-1FD9-7921-7316-FCD070D75EE6}"/>
                    </a:ext>
                  </a:extLst>
                </p14:cNvPr>
                <p14:cNvContentPartPr/>
                <p14:nvPr/>
              </p14:nvContentPartPr>
              <p14:xfrm>
                <a:off x="2332944" y="1537416"/>
                <a:ext cx="513000" cy="101052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0DC8CE10-1FD9-7921-7316-FCD070D75EE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326824" y="1531296"/>
                  <a:ext cx="525240" cy="10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5416A750-C7AB-40AE-30B9-02A717F33456}"/>
                    </a:ext>
                  </a:extLst>
                </p14:cNvPr>
                <p14:cNvContentPartPr/>
                <p14:nvPr/>
              </p14:nvContentPartPr>
              <p14:xfrm>
                <a:off x="2144304" y="2388816"/>
                <a:ext cx="262440" cy="26604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5416A750-C7AB-40AE-30B9-02A717F3345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38184" y="2382696"/>
                  <a:ext cx="27468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C5CC39FC-CF2D-8155-32A9-CF6D830DB4F4}"/>
              </a:ext>
            </a:extLst>
          </p:cNvPr>
          <p:cNvGrpSpPr/>
          <p:nvPr/>
        </p:nvGrpSpPr>
        <p:grpSpPr>
          <a:xfrm>
            <a:off x="4677264" y="1789056"/>
            <a:ext cx="2005560" cy="1359000"/>
            <a:chOff x="4677264" y="1789056"/>
            <a:chExt cx="2005560" cy="135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9E21A661-8FBC-F99E-EBA5-E08C5B4DAADF}"/>
                    </a:ext>
                  </a:extLst>
                </p14:cNvPr>
                <p14:cNvContentPartPr/>
                <p14:nvPr/>
              </p14:nvContentPartPr>
              <p14:xfrm>
                <a:off x="5101704" y="2035296"/>
                <a:ext cx="372960" cy="455040"/>
              </p14:xfrm>
            </p:contentPart>
          </mc:Choice>
          <mc:Fallback xmlns=""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9E21A661-8FBC-F99E-EBA5-E08C5B4DAAD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95584" y="2029176"/>
                  <a:ext cx="38520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671F3FCD-BC3E-76F3-0E44-14FE701F93E0}"/>
                    </a:ext>
                  </a:extLst>
                </p14:cNvPr>
                <p14:cNvContentPartPr/>
                <p14:nvPr/>
              </p14:nvContentPartPr>
              <p14:xfrm>
                <a:off x="5602464" y="1789056"/>
                <a:ext cx="223200" cy="80712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671F3FCD-BC3E-76F3-0E44-14FE701F93E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96344" y="1782936"/>
                  <a:ext cx="235440" cy="8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C3134A58-C3EB-8098-DD5F-ED838801B0DE}"/>
                    </a:ext>
                  </a:extLst>
                </p14:cNvPr>
                <p14:cNvContentPartPr/>
                <p14:nvPr/>
              </p14:nvContentPartPr>
              <p14:xfrm>
                <a:off x="5906304" y="2073816"/>
                <a:ext cx="208080" cy="36648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C3134A58-C3EB-8098-DD5F-ED838801B0D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00184" y="2067696"/>
                  <a:ext cx="22032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F71D15C8-B49F-1538-57CE-BFBEF71660CE}"/>
                    </a:ext>
                  </a:extLst>
                </p14:cNvPr>
                <p14:cNvContentPartPr/>
                <p14:nvPr/>
              </p14:nvContentPartPr>
              <p14:xfrm>
                <a:off x="6174144" y="2251656"/>
                <a:ext cx="381600" cy="327960"/>
              </p14:xfrm>
            </p:contentPart>
          </mc:Choice>
          <mc:Fallback xmlns=""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F71D15C8-B49F-1538-57CE-BFBEF71660C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68024" y="2245536"/>
                  <a:ext cx="39384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2BDAE214-2F4C-8E8C-A88A-FECB07F5595C}"/>
                    </a:ext>
                  </a:extLst>
                </p14:cNvPr>
                <p14:cNvContentPartPr/>
                <p14:nvPr/>
              </p14:nvContentPartPr>
              <p14:xfrm>
                <a:off x="6502824" y="1852056"/>
                <a:ext cx="180000" cy="90144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2BDAE214-2F4C-8E8C-A88A-FECB07F5595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496704" y="1845936"/>
                  <a:ext cx="192240" cy="9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B0088276-718B-73DC-1660-FA65755C1B44}"/>
                    </a:ext>
                  </a:extLst>
                </p14:cNvPr>
                <p14:cNvContentPartPr/>
                <p14:nvPr/>
              </p14:nvContentPartPr>
              <p14:xfrm>
                <a:off x="4839624" y="2906496"/>
                <a:ext cx="1119960" cy="24156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B0088276-718B-73DC-1660-FA65755C1B4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33504" y="2900376"/>
                  <a:ext cx="11322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814B8010-EC01-E7DB-793B-2687334F54CA}"/>
                    </a:ext>
                  </a:extLst>
                </p14:cNvPr>
                <p14:cNvContentPartPr/>
                <p14:nvPr/>
              </p14:nvContentPartPr>
              <p14:xfrm>
                <a:off x="4677264" y="2778696"/>
                <a:ext cx="217440" cy="250920"/>
              </p14:xfrm>
            </p:contentPart>
          </mc:Choice>
          <mc:Fallback xmlns=""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814B8010-EC01-E7DB-793B-2687334F54C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671144" y="2772576"/>
                  <a:ext cx="229680" cy="26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BC1560C7-E72B-4440-3D93-086AAC0F36E7}"/>
              </a:ext>
            </a:extLst>
          </p:cNvPr>
          <p:cNvGrpSpPr/>
          <p:nvPr/>
        </p:nvGrpSpPr>
        <p:grpSpPr>
          <a:xfrm>
            <a:off x="2420784" y="4332816"/>
            <a:ext cx="3245760" cy="1021320"/>
            <a:chOff x="2420784" y="4332816"/>
            <a:chExt cx="3245760" cy="102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9FCBE758-B086-FC19-7341-EE5C9336081F}"/>
                    </a:ext>
                  </a:extLst>
                </p14:cNvPr>
                <p14:cNvContentPartPr/>
                <p14:nvPr/>
              </p14:nvContentPartPr>
              <p14:xfrm>
                <a:off x="2420784" y="4332816"/>
                <a:ext cx="712800" cy="69264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9FCBE758-B086-FC19-7341-EE5C9336081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14664" y="4326696"/>
                  <a:ext cx="72504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744FB874-3F0D-5D8C-1358-F9DDDA53AADD}"/>
                    </a:ext>
                  </a:extLst>
                </p14:cNvPr>
                <p14:cNvContentPartPr/>
                <p14:nvPr/>
              </p14:nvContentPartPr>
              <p14:xfrm>
                <a:off x="2587104" y="4606056"/>
                <a:ext cx="491400" cy="23364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744FB874-3F0D-5D8C-1358-F9DDDA53AAD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80984" y="4599936"/>
                  <a:ext cx="5036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E8D31912-DC8A-95D1-FBA7-D02440D8992C}"/>
                    </a:ext>
                  </a:extLst>
                </p14:cNvPr>
                <p14:cNvContentPartPr/>
                <p14:nvPr/>
              </p14:nvContentPartPr>
              <p14:xfrm>
                <a:off x="3365424" y="4796856"/>
                <a:ext cx="397800" cy="4140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E8D31912-DC8A-95D1-FBA7-D02440D8992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359304" y="4790736"/>
                  <a:ext cx="4100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BDAFB408-4BBA-F8B1-4D3C-C37992C09F25}"/>
                    </a:ext>
                  </a:extLst>
                </p14:cNvPr>
                <p14:cNvContentPartPr/>
                <p14:nvPr/>
              </p14:nvContentPartPr>
              <p14:xfrm>
                <a:off x="4109184" y="4596696"/>
                <a:ext cx="307440" cy="39276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BDAFB408-4BBA-F8B1-4D3C-C37992C09F2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103064" y="4590576"/>
                  <a:ext cx="31968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CF477FAE-650C-4B90-9B50-25382706994D}"/>
                    </a:ext>
                  </a:extLst>
                </p14:cNvPr>
                <p14:cNvContentPartPr/>
                <p14:nvPr/>
              </p14:nvContentPartPr>
              <p14:xfrm>
                <a:off x="4476744" y="4502016"/>
                <a:ext cx="249480" cy="67104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CF477FAE-650C-4B90-9B50-25382706994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470624" y="4495896"/>
                  <a:ext cx="261720" cy="68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6C1A1E50-D78F-8FB6-0E46-5B4AE1E9749B}"/>
                    </a:ext>
                  </a:extLst>
                </p14:cNvPr>
                <p14:cNvContentPartPr/>
                <p14:nvPr/>
              </p14:nvContentPartPr>
              <p14:xfrm>
                <a:off x="4746744" y="4701816"/>
                <a:ext cx="257040" cy="37260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6C1A1E50-D78F-8FB6-0E46-5B4AE1E9749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40624" y="4695696"/>
                  <a:ext cx="26928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4059C585-BC1C-6CAA-0AB6-D1517BF6E355}"/>
                    </a:ext>
                  </a:extLst>
                </p14:cNvPr>
                <p14:cNvContentPartPr/>
                <p14:nvPr/>
              </p14:nvContentPartPr>
              <p14:xfrm>
                <a:off x="5104584" y="4912056"/>
                <a:ext cx="185760" cy="44208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4059C585-BC1C-6CAA-0AB6-D1517BF6E35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98464" y="4905936"/>
                  <a:ext cx="19800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70B7A53F-E7FB-6E53-4599-64617E4E3CEA}"/>
                    </a:ext>
                  </a:extLst>
                </p14:cNvPr>
                <p14:cNvContentPartPr/>
                <p14:nvPr/>
              </p14:nvContentPartPr>
              <p14:xfrm>
                <a:off x="5365944" y="4415976"/>
                <a:ext cx="300600" cy="87228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70B7A53F-E7FB-6E53-4599-64617E4E3CE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359824" y="4409856"/>
                  <a:ext cx="312840" cy="88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4" name="Tinta 53">
                  <a:extLst>
                    <a:ext uri="{FF2B5EF4-FFF2-40B4-BE49-F238E27FC236}">
                      <a16:creationId xmlns:a16="http://schemas.microsoft.com/office/drawing/2014/main" id="{7687B3A6-F54A-F366-3977-F2FE338C62BB}"/>
                    </a:ext>
                  </a:extLst>
                </p14:cNvPr>
                <p14:cNvContentPartPr/>
                <p14:nvPr/>
              </p14:nvContentPartPr>
              <p14:xfrm>
                <a:off x="3351384" y="4811616"/>
                <a:ext cx="499320" cy="30960"/>
              </p14:xfrm>
            </p:contentPart>
          </mc:Choice>
          <mc:Fallback xmlns="">
            <p:pic>
              <p:nvPicPr>
                <p:cNvPr id="54" name="Tinta 53">
                  <a:extLst>
                    <a:ext uri="{FF2B5EF4-FFF2-40B4-BE49-F238E27FC236}">
                      <a16:creationId xmlns:a16="http://schemas.microsoft.com/office/drawing/2014/main" id="{7687B3A6-F54A-F366-3977-F2FE338C62B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345264" y="4805496"/>
                  <a:ext cx="5115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66339246-E961-64D2-EC3F-A48BA4380EBF}"/>
                    </a:ext>
                  </a:extLst>
                </p14:cNvPr>
                <p14:cNvContentPartPr/>
                <p14:nvPr/>
              </p14:nvContentPartPr>
              <p14:xfrm>
                <a:off x="3264624" y="4666896"/>
                <a:ext cx="218880" cy="234360"/>
              </p14:xfrm>
            </p:contentPart>
          </mc:Choice>
          <mc:Fallback xmlns=""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66339246-E961-64D2-EC3F-A48BA4380EB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258504" y="4660776"/>
                  <a:ext cx="231120" cy="246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39021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</a:t>
            </a:r>
            <a:r>
              <a:rPr lang="pt-BR" dirty="0" err="1"/>
              <a:t>Watershed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Digamos que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𝑇</m:t>
                    </m:r>
                    <m:r>
                      <a:rPr lang="pt-BR" b="0" i="1" smtClean="0">
                        <a:latin typeface="Cambria Math"/>
                      </a:rPr>
                      <m:t>[</m:t>
                    </m:r>
                    <m:r>
                      <a:rPr lang="pt-BR" b="0" i="1" smtClean="0">
                        <a:latin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</a:rPr>
                      <m:t>]</m:t>
                    </m:r>
                  </m:oMath>
                </a14:m>
                <a:r>
                  <a:rPr lang="pt-BR" dirty="0"/>
                  <a:t>representa o conjunto de coordenadas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𝑠</m:t>
                        </m:r>
                        <m:r>
                          <a:rPr lang="pt-BR" b="0" i="1" smtClean="0">
                            <a:latin typeface="Cambria Math"/>
                          </a:rPr>
                          <m:t>,</m:t>
                        </m:r>
                        <m:r>
                          <a:rPr lang="pt-BR" b="0" i="1" smtClean="0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pt-BR" dirty="0"/>
                  <a:t> para os quais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𝑠</m:t>
                        </m:r>
                        <m:r>
                          <a:rPr lang="pt-BR" b="0" i="1" smtClean="0">
                            <a:latin typeface="Cambria Math"/>
                          </a:rPr>
                          <m:t>,</m:t>
                        </m:r>
                        <m:r>
                          <a:rPr lang="pt-BR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pt-BR" b="0" i="1" smtClean="0">
                        <a:latin typeface="Cambria Math"/>
                      </a:rPr>
                      <m:t>&lt;</m:t>
                    </m:r>
                    <m:r>
                      <a:rPr lang="pt-BR" b="0" i="1" smtClean="0">
                        <a:latin typeface="Cambria Math"/>
                      </a:rPr>
                      <m:t>𝑛</m:t>
                    </m:r>
                  </m:oMath>
                </a14:m>
                <a:endParaRPr lang="pt-BR" dirty="0"/>
              </a:p>
              <a:p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pt-BR" b="0" i="1" smtClean="0">
                        <a:latin typeface="Cambria Math"/>
                      </a:rPr>
                      <m:t>={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𝑠</m:t>
                        </m:r>
                        <m:r>
                          <a:rPr lang="pt-BR" b="0" i="1" smtClean="0">
                            <a:latin typeface="Cambria Math"/>
                          </a:rPr>
                          <m:t>,</m:t>
                        </m:r>
                        <m:r>
                          <a:rPr lang="pt-BR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pt-BR" b="0" i="1" smtClean="0">
                        <a:latin typeface="Cambria Math"/>
                      </a:rPr>
                      <m:t>|</m:t>
                    </m:r>
                    <m:r>
                      <a:rPr lang="pt-BR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𝑠</m:t>
                        </m:r>
                        <m:r>
                          <a:rPr lang="pt-BR" b="0" i="1" smtClean="0">
                            <a:latin typeface="Cambria Math"/>
                          </a:rPr>
                          <m:t>,</m:t>
                        </m:r>
                        <m:r>
                          <a:rPr lang="pt-BR" b="0" i="1" smtClean="0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pt-BR" b="0" i="1" smtClean="0">
                        <a:latin typeface="Cambria Math"/>
                      </a:rPr>
                      <m:t>&lt;</m:t>
                    </m:r>
                    <m:r>
                      <a:rPr lang="pt-BR" b="0" i="1" smtClean="0">
                        <a:latin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</a:rPr>
                      <m:t>}</m:t>
                    </m:r>
                  </m:oMath>
                </a14:m>
                <a:endParaRPr lang="pt-BR" dirty="0"/>
              </a:p>
              <a:p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𝑇</m:t>
                    </m:r>
                    <m:r>
                      <a:rPr lang="pt-BR" i="1">
                        <a:latin typeface="Cambria Math"/>
                      </a:rPr>
                      <m:t>[</m:t>
                    </m:r>
                    <m:r>
                      <a:rPr lang="pt-BR" i="1">
                        <a:latin typeface="Cambria Math"/>
                      </a:rPr>
                      <m:t>𝑛</m:t>
                    </m:r>
                    <m:r>
                      <a:rPr lang="pt-BR" i="1">
                        <a:latin typeface="Cambria Math"/>
                      </a:rPr>
                      <m:t>]</m:t>
                    </m:r>
                  </m:oMath>
                </a14:m>
                <a:r>
                  <a:rPr lang="pt-BR" dirty="0"/>
                  <a:t> é o conjunto de coordenadas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𝑠</m:t>
                        </m:r>
                        <m:r>
                          <a:rPr lang="pt-BR" i="1">
                            <a:latin typeface="Cambria Math"/>
                          </a:rPr>
                          <m:t>,</m:t>
                        </m:r>
                        <m:r>
                          <a:rPr lang="pt-BR" i="1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pt-BR" dirty="0"/>
                  <a:t> situados abaixo do plano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𝑠</m:t>
                        </m:r>
                        <m:r>
                          <a:rPr lang="pt-BR" i="1">
                            <a:latin typeface="Cambria Math"/>
                          </a:rPr>
                          <m:t>,</m:t>
                        </m:r>
                        <m:r>
                          <a:rPr lang="pt-BR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pt-BR" b="0" i="1" smtClean="0">
                        <a:latin typeface="Cambria Math"/>
                      </a:rPr>
                      <m:t>=</m:t>
                    </m:r>
                    <m:r>
                      <a:rPr lang="pt-BR" i="1">
                        <a:latin typeface="Cambria Math"/>
                      </a:rPr>
                      <m:t>𝑛</m:t>
                    </m:r>
                  </m:oMath>
                </a14:m>
                <a:endParaRPr lang="pt-BR" dirty="0"/>
              </a:p>
              <a:p>
                <a:r>
                  <a:rPr lang="pt-BR" dirty="0"/>
                  <a:t>A topografia será inundada em incrementos inteiros, de</a:t>
                </a:r>
                <a14:m>
                  <m:oMath xmlns:m="http://schemas.openxmlformats.org/officeDocument/2006/math">
                    <m:r>
                      <a:rPr lang="pt-BR" b="0" i="0" smtClean="0">
                        <a:latin typeface="Cambria Math"/>
                      </a:rPr>
                      <m:t>  </m:t>
                    </m:r>
                    <m:r>
                      <a:rPr lang="pt-BR" b="0" i="1" smtClean="0">
                        <a:latin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pt-BR" b="0" i="0" smtClean="0">
                        <a:latin typeface="Cambria Math"/>
                      </a:rPr>
                      <m:t>min</m:t>
                    </m:r>
                    <m:r>
                      <a:rPr lang="pt-BR" b="0" i="1" smtClean="0">
                        <a:latin typeface="Cambria Math"/>
                      </a:rPr>
                      <m:t>+1</m:t>
                    </m:r>
                  </m:oMath>
                </a14:m>
                <a:r>
                  <a:rPr lang="pt-BR" dirty="0"/>
                  <a:t> para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𝑛</m:t>
                    </m:r>
                    <m:r>
                      <a:rPr lang="pt-BR" i="1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pt-BR" b="0" i="0" smtClean="0">
                        <a:latin typeface="Cambria Math"/>
                      </a:rPr>
                      <m:t>max</m:t>
                    </m:r>
                    <m:r>
                      <a:rPr lang="pt-BR" i="1">
                        <a:latin typeface="Cambria Math"/>
                      </a:rPr>
                      <m:t>+1</m:t>
                    </m:r>
                  </m:oMath>
                </a14:m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4499992" y="5380672"/>
                <a:ext cx="4536504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 - coordenadas dos mínimos</a:t>
                </a:r>
              </a:p>
              <a:p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𝐶</m:t>
                    </m:r>
                    <m:r>
                      <a:rPr lang="pt-BR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pt-BR" dirty="0"/>
                  <a:t> – conjunto de pontos associados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𝑇</m:t>
                    </m:r>
                    <m:r>
                      <a:rPr lang="pt-BR" i="1" dirty="0" smtClean="0">
                        <a:latin typeface="Cambria Math"/>
                      </a:rPr>
                      <m:t>[</m:t>
                    </m:r>
                    <m:r>
                      <a:rPr lang="pt-BR" i="1" dirty="0" smtClean="0">
                        <a:latin typeface="Cambria Math"/>
                      </a:rPr>
                      <m:t>𝑛</m:t>
                    </m:r>
                    <m:r>
                      <a:rPr lang="pt-BR" i="1" dirty="0" smtClean="0">
                        <a:latin typeface="Cambria Math"/>
                      </a:rPr>
                      <m:t>]</m:t>
                    </m:r>
                  </m:oMath>
                </a14:m>
                <a:r>
                  <a:rPr lang="pt-BR" dirty="0"/>
                  <a:t> – </a:t>
                </a:r>
                <a:r>
                  <a:rPr lang="pt-BR" dirty="0" err="1"/>
                  <a:t>Threshold</a:t>
                </a:r>
                <a:r>
                  <a:rPr lang="pt-BR" dirty="0"/>
                  <a:t> de valor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𝑛</m:t>
                    </m:r>
                  </m:oMath>
                </a14:m>
                <a:endParaRPr lang="pt-B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𝑀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pt-BR" b="0" i="1" smtClean="0">
                        <a:latin typeface="Cambria Math"/>
                      </a:rPr>
                      <m:t>=</m:t>
                    </m:r>
                    <m:r>
                      <a:rPr lang="pt-BR" b="0" i="1" smtClean="0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𝑀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pt-BR" b="0" i="1" smtClean="0">
                        <a:latin typeface="Cambria Math"/>
                        <a:ea typeface="Cambria Math"/>
                      </a:rPr>
                      <m:t>∩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pt-BR" dirty="0"/>
                  <a:t> - Parte Binária associada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 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992" y="5380672"/>
                <a:ext cx="4536504" cy="1754326"/>
              </a:xfrm>
              <a:prstGeom prst="rect">
                <a:avLst/>
              </a:prstGeom>
              <a:blipFill rotWithShape="1">
                <a:blip r:embed="rId3"/>
                <a:stretch>
                  <a:fillRect l="-1075" t="-174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49483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Agrupar 45">
            <a:extLst>
              <a:ext uri="{FF2B5EF4-FFF2-40B4-BE49-F238E27FC236}">
                <a16:creationId xmlns:a16="http://schemas.microsoft.com/office/drawing/2014/main" id="{E8EB1760-2279-2EBE-9ED1-C783815EDA0D}"/>
              </a:ext>
            </a:extLst>
          </p:cNvPr>
          <p:cNvGrpSpPr/>
          <p:nvPr/>
        </p:nvGrpSpPr>
        <p:grpSpPr>
          <a:xfrm>
            <a:off x="705384" y="754056"/>
            <a:ext cx="1304640" cy="690480"/>
            <a:chOff x="705384" y="754056"/>
            <a:chExt cx="1304640" cy="69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49D25E59-D211-08FC-AB24-43AB7CE17C9C}"/>
                    </a:ext>
                  </a:extLst>
                </p14:cNvPr>
                <p14:cNvContentPartPr/>
                <p14:nvPr/>
              </p14:nvContentPartPr>
              <p14:xfrm>
                <a:off x="900864" y="789696"/>
                <a:ext cx="92880" cy="423000"/>
              </p14:xfrm>
            </p:contentPart>
          </mc:Choice>
          <mc:Fallback xmlns=""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49D25E59-D211-08FC-AB24-43AB7CE17C9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4744" y="783581"/>
                  <a:ext cx="105120" cy="4352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86EB5EB2-2439-435A-A227-4BBC0F515EFC}"/>
                    </a:ext>
                  </a:extLst>
                </p14:cNvPr>
                <p14:cNvContentPartPr/>
                <p14:nvPr/>
              </p14:nvContentPartPr>
              <p14:xfrm>
                <a:off x="705384" y="760176"/>
                <a:ext cx="470520" cy="7164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86EB5EB2-2439-435A-A227-4BBC0F515EF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9269" y="754056"/>
                  <a:ext cx="482751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8C4B197F-3838-D7A2-6FAB-870A3F277C3F}"/>
                    </a:ext>
                  </a:extLst>
                </p14:cNvPr>
                <p14:cNvContentPartPr/>
                <p14:nvPr/>
              </p14:nvContentPartPr>
              <p14:xfrm>
                <a:off x="1203264" y="768456"/>
                <a:ext cx="286920" cy="48708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8C4B197F-3838-D7A2-6FAB-870A3F277C3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97136" y="762331"/>
                  <a:ext cx="299175" cy="4993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45CE6922-4545-5283-ACC3-4D15A5C58A59}"/>
                    </a:ext>
                  </a:extLst>
                </p14:cNvPr>
                <p14:cNvContentPartPr/>
                <p14:nvPr/>
              </p14:nvContentPartPr>
              <p14:xfrm>
                <a:off x="1478304" y="957456"/>
                <a:ext cx="221400" cy="23544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45CE6922-4545-5283-ACC3-4D15A5C58A5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72184" y="951345"/>
                  <a:ext cx="233640" cy="2476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273B332E-7815-5EF9-2408-52B0EFD371A9}"/>
                    </a:ext>
                  </a:extLst>
                </p14:cNvPr>
                <p14:cNvContentPartPr/>
                <p14:nvPr/>
              </p14:nvContentPartPr>
              <p14:xfrm>
                <a:off x="1716264" y="754056"/>
                <a:ext cx="293760" cy="69048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273B332E-7815-5EF9-2408-52B0EFD371A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10144" y="747936"/>
                  <a:ext cx="306000" cy="70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FF45207C-1FFD-90CD-D0B9-29D9AFD4BD83}"/>
              </a:ext>
            </a:extLst>
          </p:cNvPr>
          <p:cNvGrpSpPr/>
          <p:nvPr/>
        </p:nvGrpSpPr>
        <p:grpSpPr>
          <a:xfrm>
            <a:off x="3642984" y="2187394"/>
            <a:ext cx="1346760" cy="1457630"/>
            <a:chOff x="3607704" y="2195136"/>
            <a:chExt cx="712800" cy="77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371E4EE8-05F3-5A8B-CB0D-AE7E1FA0988B}"/>
                    </a:ext>
                  </a:extLst>
                </p14:cNvPr>
                <p14:cNvContentPartPr/>
                <p14:nvPr/>
              </p14:nvContentPartPr>
              <p14:xfrm>
                <a:off x="3607704" y="2207736"/>
                <a:ext cx="691560" cy="758880"/>
              </p14:xfrm>
            </p:contentPart>
          </mc:Choice>
          <mc:Fallback xmlns=""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371E4EE8-05F3-5A8B-CB0D-AE7E1FA0988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604464" y="2204496"/>
                  <a:ext cx="698041" cy="76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1DE7B3FB-BD7C-72CF-E3EC-5EF9FA9F3A56}"/>
                    </a:ext>
                  </a:extLst>
                </p14:cNvPr>
                <p14:cNvContentPartPr/>
                <p14:nvPr/>
              </p14:nvContentPartPr>
              <p14:xfrm>
                <a:off x="3658824" y="2195136"/>
                <a:ext cx="661680" cy="69840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1DE7B3FB-BD7C-72CF-E3EC-5EF9FA9F3A5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55583" y="2191896"/>
                  <a:ext cx="668161" cy="70488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AED3443A-2669-C500-7FCD-5F6C6F52054E}"/>
              </a:ext>
            </a:extLst>
          </p:cNvPr>
          <p:cNvGrpSpPr/>
          <p:nvPr/>
        </p:nvGrpSpPr>
        <p:grpSpPr>
          <a:xfrm>
            <a:off x="2093436" y="3996493"/>
            <a:ext cx="1182420" cy="1219126"/>
            <a:chOff x="2552184" y="3739536"/>
            <a:chExt cx="707400" cy="72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3AA97E7C-AE2E-EA75-8303-C23EF978DE62}"/>
                    </a:ext>
                  </a:extLst>
                </p14:cNvPr>
                <p14:cNvContentPartPr/>
                <p14:nvPr/>
              </p14:nvContentPartPr>
              <p14:xfrm>
                <a:off x="2552184" y="3785616"/>
                <a:ext cx="684000" cy="683280"/>
              </p14:xfrm>
            </p:contentPart>
          </mc:Choice>
          <mc:Fallback xmlns=""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3AA97E7C-AE2E-EA75-8303-C23EF978DE6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48520" y="3781953"/>
                  <a:ext cx="691327" cy="6906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577E8B29-9852-80DC-6D64-B5814E3D77FF}"/>
                    </a:ext>
                  </a:extLst>
                </p14:cNvPr>
                <p14:cNvContentPartPr/>
                <p14:nvPr/>
              </p14:nvContentPartPr>
              <p14:xfrm>
                <a:off x="2582424" y="3739536"/>
                <a:ext cx="677160" cy="603720"/>
              </p14:xfrm>
            </p:contentPart>
          </mc:Choice>
          <mc:Fallback xmlns=""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577E8B29-9852-80DC-6D64-B5814E3D77F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78763" y="3735873"/>
                  <a:ext cx="684483" cy="61104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87432C1D-85D5-E44A-53C9-3ED10617693B}"/>
              </a:ext>
            </a:extLst>
          </p:cNvPr>
          <p:cNvGrpSpPr/>
          <p:nvPr/>
        </p:nvGrpSpPr>
        <p:grpSpPr>
          <a:xfrm>
            <a:off x="3654144" y="568296"/>
            <a:ext cx="1132200" cy="308880"/>
            <a:chOff x="3654144" y="568296"/>
            <a:chExt cx="1132200" cy="3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05C3EF2A-8690-8BC6-2E22-1E3379BC182A}"/>
                    </a:ext>
                  </a:extLst>
                </p14:cNvPr>
                <p14:cNvContentPartPr/>
                <p14:nvPr/>
              </p14:nvContentPartPr>
              <p14:xfrm>
                <a:off x="3654144" y="568296"/>
                <a:ext cx="247680" cy="25884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05C3EF2A-8690-8BC6-2E22-1E3379BC182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48024" y="562176"/>
                  <a:ext cx="2599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A5E8AD29-E30F-FB22-2970-1F3C270808F7}"/>
                    </a:ext>
                  </a:extLst>
                </p14:cNvPr>
                <p14:cNvContentPartPr/>
                <p14:nvPr/>
              </p14:nvContentPartPr>
              <p14:xfrm>
                <a:off x="3923424" y="629136"/>
                <a:ext cx="107640" cy="163800"/>
              </p14:xfrm>
            </p:contentPart>
          </mc:Choice>
          <mc:Fallback xmlns=""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A5E8AD29-E30F-FB22-2970-1F3C270808F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17304" y="623029"/>
                  <a:ext cx="119880" cy="1760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FE9F284A-270A-2746-3DC6-EA350CCC47EF}"/>
                    </a:ext>
                  </a:extLst>
                </p14:cNvPr>
                <p14:cNvContentPartPr/>
                <p14:nvPr/>
              </p14:nvContentPartPr>
              <p14:xfrm>
                <a:off x="4088304" y="651096"/>
                <a:ext cx="122760" cy="15876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FE9F284A-270A-2746-3DC6-EA350CCC47E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82184" y="644962"/>
                  <a:ext cx="135000" cy="1710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7BBC806E-CD7B-555F-1407-DC1E27687B3F}"/>
                    </a:ext>
                  </a:extLst>
                </p14:cNvPr>
                <p14:cNvContentPartPr/>
                <p14:nvPr/>
              </p14:nvContentPartPr>
              <p14:xfrm>
                <a:off x="4282704" y="590256"/>
                <a:ext cx="189360" cy="216000"/>
              </p14:xfrm>
            </p:contentPart>
          </mc:Choice>
          <mc:Fallback xmlns=""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7BBC806E-CD7B-555F-1407-DC1E27687B3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276584" y="584136"/>
                  <a:ext cx="2016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0A21C7C6-E9C7-2AC0-BE14-F08FE48C83A1}"/>
                    </a:ext>
                  </a:extLst>
                </p14:cNvPr>
                <p14:cNvContentPartPr/>
                <p14:nvPr/>
              </p14:nvContentPartPr>
              <p14:xfrm>
                <a:off x="4533624" y="593496"/>
                <a:ext cx="28440" cy="246600"/>
              </p14:xfrm>
            </p:contentPart>
          </mc:Choice>
          <mc:Fallback xmlns=""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0A21C7C6-E9C7-2AC0-BE14-F08FE48C83A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27504" y="587376"/>
                  <a:ext cx="406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F486B99E-A664-37C7-0C12-B3CF3CAB01D7}"/>
                    </a:ext>
                  </a:extLst>
                </p14:cNvPr>
                <p14:cNvContentPartPr/>
                <p14:nvPr/>
              </p14:nvContentPartPr>
              <p14:xfrm>
                <a:off x="4529664" y="593496"/>
                <a:ext cx="168840" cy="243000"/>
              </p14:xfrm>
            </p:contentPart>
          </mc:Choice>
          <mc:Fallback xmlns=""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F486B99E-A664-37C7-0C12-B3CF3CAB01D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23557" y="587376"/>
                  <a:ext cx="181054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74B0E7E9-524E-9CCB-FFB7-E2E126FA57C1}"/>
                    </a:ext>
                  </a:extLst>
                </p14:cNvPr>
                <p14:cNvContentPartPr/>
                <p14:nvPr/>
              </p14:nvContentPartPr>
              <p14:xfrm>
                <a:off x="4776624" y="851616"/>
                <a:ext cx="9720" cy="25560"/>
              </p14:xfrm>
            </p:contentPart>
          </mc:Choice>
          <mc:Fallback xmlns=""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74B0E7E9-524E-9CCB-FFB7-E2E126FA57C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70269" y="845496"/>
                  <a:ext cx="22431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Agrupar 67">
            <a:extLst>
              <a:ext uri="{FF2B5EF4-FFF2-40B4-BE49-F238E27FC236}">
                <a16:creationId xmlns:a16="http://schemas.microsoft.com/office/drawing/2014/main" id="{4CA9E578-927D-5163-F93E-A7CF8E7BB808}"/>
              </a:ext>
            </a:extLst>
          </p:cNvPr>
          <p:cNvGrpSpPr/>
          <p:nvPr/>
        </p:nvGrpSpPr>
        <p:grpSpPr>
          <a:xfrm>
            <a:off x="5282784" y="637416"/>
            <a:ext cx="1248120" cy="343440"/>
            <a:chOff x="5282784" y="637416"/>
            <a:chExt cx="1248120" cy="34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78473215-2CC2-34B4-0339-AA04D49DC68E}"/>
                    </a:ext>
                  </a:extLst>
                </p14:cNvPr>
                <p14:cNvContentPartPr/>
                <p14:nvPr/>
              </p14:nvContentPartPr>
              <p14:xfrm>
                <a:off x="5282784" y="640296"/>
                <a:ext cx="173520" cy="273240"/>
              </p14:xfrm>
            </p:contentPart>
          </mc:Choice>
          <mc:Fallback xmlns=""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78473215-2CC2-34B4-0339-AA04D49DC68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76664" y="634176"/>
                  <a:ext cx="1857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DD648CC1-2A89-8086-40EC-297C78D9B937}"/>
                    </a:ext>
                  </a:extLst>
                </p14:cNvPr>
                <p14:cNvContentPartPr/>
                <p14:nvPr/>
              </p14:nvContentPartPr>
              <p14:xfrm>
                <a:off x="5340384" y="760176"/>
                <a:ext cx="187560" cy="18360"/>
              </p14:xfrm>
            </p:contentPart>
          </mc:Choice>
          <mc:Fallback xmlns=""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DD648CC1-2A89-8086-40EC-297C78D9B93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34264" y="753934"/>
                  <a:ext cx="199800" cy="308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2A8C4FFC-DB99-DBDE-8714-A69F8F55032F}"/>
                    </a:ext>
                  </a:extLst>
                </p14:cNvPr>
                <p14:cNvContentPartPr/>
                <p14:nvPr/>
              </p14:nvContentPartPr>
              <p14:xfrm>
                <a:off x="5592024" y="637416"/>
                <a:ext cx="34920" cy="20268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2A8C4FFC-DB99-DBDE-8714-A69F8F55032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85904" y="631296"/>
                  <a:ext cx="471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0359CD22-7FC3-E61C-9DFD-4868ADBB6D74}"/>
                    </a:ext>
                  </a:extLst>
                </p14:cNvPr>
                <p14:cNvContentPartPr/>
                <p14:nvPr/>
              </p14:nvContentPartPr>
              <p14:xfrm>
                <a:off x="5590584" y="657216"/>
                <a:ext cx="135000" cy="248040"/>
              </p14:xfrm>
            </p:contentPart>
          </mc:Choice>
          <mc:Fallback xmlns=""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0359CD22-7FC3-E61C-9DFD-4868ADBB6D7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584464" y="651096"/>
                  <a:ext cx="1472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3112EDA4-94DF-33FC-E666-6E30EA8E9708}"/>
                    </a:ext>
                  </a:extLst>
                </p14:cNvPr>
                <p14:cNvContentPartPr/>
                <p14:nvPr/>
              </p14:nvContentPartPr>
              <p14:xfrm>
                <a:off x="5790744" y="685656"/>
                <a:ext cx="152640" cy="214200"/>
              </p14:xfrm>
            </p:contentPart>
          </mc:Choice>
          <mc:Fallback xmlns=""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3112EDA4-94DF-33FC-E666-6E30EA8E970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84624" y="679536"/>
                  <a:ext cx="1648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99034276-6094-F45F-1F49-8A7CFFA625D8}"/>
                    </a:ext>
                  </a:extLst>
                </p14:cNvPr>
                <p14:cNvContentPartPr/>
                <p14:nvPr/>
              </p14:nvContentPartPr>
              <p14:xfrm>
                <a:off x="6028704" y="750816"/>
                <a:ext cx="360" cy="360"/>
              </p14:xfrm>
            </p:contentPart>
          </mc:Choice>
          <mc:Fallback xmlns=""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99034276-6094-F45F-1F49-8A7CFFA625D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022584" y="74469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00EB0D9B-1344-55F5-968A-6B33A9E3D83B}"/>
                    </a:ext>
                  </a:extLst>
                </p14:cNvPr>
                <p14:cNvContentPartPr/>
                <p14:nvPr/>
              </p14:nvContentPartPr>
              <p14:xfrm>
                <a:off x="5998824" y="691056"/>
                <a:ext cx="53640" cy="289800"/>
              </p14:xfrm>
            </p:contentPart>
          </mc:Choice>
          <mc:Fallback xmlns=""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00EB0D9B-1344-55F5-968A-6B33A9E3D83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92704" y="684944"/>
                  <a:ext cx="65880" cy="3020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6AE05D62-A23D-D071-E387-450E96596F8D}"/>
                    </a:ext>
                  </a:extLst>
                </p14:cNvPr>
                <p14:cNvContentPartPr/>
                <p14:nvPr/>
              </p14:nvContentPartPr>
              <p14:xfrm>
                <a:off x="6175944" y="684936"/>
                <a:ext cx="197640" cy="271080"/>
              </p14:xfrm>
            </p:contentPart>
          </mc:Choice>
          <mc:Fallback xmlns=""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6AE05D62-A23D-D071-E387-450E96596F8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69824" y="678816"/>
                  <a:ext cx="2098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B33A46DF-C921-83D9-449C-F06BC9A6ABE5}"/>
                    </a:ext>
                  </a:extLst>
                </p14:cNvPr>
                <p14:cNvContentPartPr/>
                <p14:nvPr/>
              </p14:nvContentPartPr>
              <p14:xfrm>
                <a:off x="6363864" y="673056"/>
                <a:ext cx="167040" cy="200880"/>
              </p14:xfrm>
            </p:contentPart>
          </mc:Choice>
          <mc:Fallback xmlns=""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B33A46DF-C921-83D9-449C-F06BC9A6ABE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357744" y="666925"/>
                  <a:ext cx="179280" cy="21314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Agrupar 77">
            <a:extLst>
              <a:ext uri="{FF2B5EF4-FFF2-40B4-BE49-F238E27FC236}">
                <a16:creationId xmlns:a16="http://schemas.microsoft.com/office/drawing/2014/main" id="{4F40182F-6369-B97D-DBCC-419A889AC76D}"/>
              </a:ext>
            </a:extLst>
          </p:cNvPr>
          <p:cNvGrpSpPr/>
          <p:nvPr/>
        </p:nvGrpSpPr>
        <p:grpSpPr>
          <a:xfrm>
            <a:off x="6922584" y="623016"/>
            <a:ext cx="608040" cy="372600"/>
            <a:chOff x="6922584" y="623016"/>
            <a:chExt cx="608040" cy="37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68538B2F-F198-33B5-0A41-57136A6DDB9C}"/>
                    </a:ext>
                  </a:extLst>
                </p14:cNvPr>
                <p14:cNvContentPartPr/>
                <p14:nvPr/>
              </p14:nvContentPartPr>
              <p14:xfrm>
                <a:off x="6922584" y="623016"/>
                <a:ext cx="221760" cy="372600"/>
              </p14:xfrm>
            </p:contentPart>
          </mc:Choice>
          <mc:Fallback xmlns=""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68538B2F-F198-33B5-0A41-57136A6DDB9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16464" y="616890"/>
                  <a:ext cx="234000" cy="3848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E1286A2C-0A1D-DCE8-50DB-52083F122F8C}"/>
                    </a:ext>
                  </a:extLst>
                </p14:cNvPr>
                <p14:cNvContentPartPr/>
                <p14:nvPr/>
              </p14:nvContentPartPr>
              <p14:xfrm>
                <a:off x="7215984" y="702936"/>
                <a:ext cx="169200" cy="214920"/>
              </p14:xfrm>
            </p:contentPart>
          </mc:Choice>
          <mc:Fallback xmlns=""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E1286A2C-0A1D-DCE8-50DB-52083F122F8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09864" y="696816"/>
                  <a:ext cx="1814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88EFA387-6390-1CD1-0FD6-893918B6290C}"/>
                    </a:ext>
                  </a:extLst>
                </p14:cNvPr>
                <p14:cNvContentPartPr/>
                <p14:nvPr/>
              </p14:nvContentPartPr>
              <p14:xfrm>
                <a:off x="7232184" y="790776"/>
                <a:ext cx="298440" cy="5580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88EFA387-6390-1CD1-0FD6-893918B6290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226064" y="784695"/>
                  <a:ext cx="310680" cy="67962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82" name="Tinta 81">
                <a:extLst>
                  <a:ext uri="{FF2B5EF4-FFF2-40B4-BE49-F238E27FC236}">
                    <a16:creationId xmlns:a16="http://schemas.microsoft.com/office/drawing/2014/main" id="{5F59898D-E45E-0BD1-66D0-484C5FD7FF95}"/>
                  </a:ext>
                </a:extLst>
              </p14:cNvPr>
              <p14:cNvContentPartPr/>
              <p14:nvPr/>
            </p14:nvContentPartPr>
            <p14:xfrm>
              <a:off x="7705584" y="721656"/>
              <a:ext cx="210600" cy="273960"/>
            </p14:xfrm>
          </p:contentPart>
        </mc:Choice>
        <mc:Fallback xmlns="">
          <p:pic>
            <p:nvPicPr>
              <p:cNvPr id="82" name="Tinta 81">
                <a:extLst>
                  <a:ext uri="{FF2B5EF4-FFF2-40B4-BE49-F238E27FC236}">
                    <a16:creationId xmlns:a16="http://schemas.microsoft.com/office/drawing/2014/main" id="{5F59898D-E45E-0BD1-66D0-484C5FD7FF9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699464" y="715528"/>
                <a:ext cx="222840" cy="2862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83" name="Tinta 82">
                <a:extLst>
                  <a:ext uri="{FF2B5EF4-FFF2-40B4-BE49-F238E27FC236}">
                    <a16:creationId xmlns:a16="http://schemas.microsoft.com/office/drawing/2014/main" id="{32A5E49E-F6C7-44D1-9FA4-E2F8C5208BEB}"/>
                  </a:ext>
                </a:extLst>
              </p14:cNvPr>
              <p14:cNvContentPartPr/>
              <p14:nvPr/>
            </p14:nvContentPartPr>
            <p14:xfrm>
              <a:off x="7618104" y="1235016"/>
              <a:ext cx="257760" cy="9720"/>
            </p14:xfrm>
          </p:contentPart>
        </mc:Choice>
        <mc:Fallback xmlns="">
          <p:pic>
            <p:nvPicPr>
              <p:cNvPr id="83" name="Tinta 82">
                <a:extLst>
                  <a:ext uri="{FF2B5EF4-FFF2-40B4-BE49-F238E27FC236}">
                    <a16:creationId xmlns:a16="http://schemas.microsoft.com/office/drawing/2014/main" id="{32A5E49E-F6C7-44D1-9FA4-E2F8C5208BE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611984" y="1228896"/>
                <a:ext cx="270000" cy="2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Agrupar 83">
            <a:extLst>
              <a:ext uri="{FF2B5EF4-FFF2-40B4-BE49-F238E27FC236}">
                <a16:creationId xmlns:a16="http://schemas.microsoft.com/office/drawing/2014/main" id="{C0ACCBCD-52EB-E7C0-B058-A8BCFD6410DC}"/>
              </a:ext>
            </a:extLst>
          </p:cNvPr>
          <p:cNvGrpSpPr/>
          <p:nvPr/>
        </p:nvGrpSpPr>
        <p:grpSpPr>
          <a:xfrm>
            <a:off x="6140232" y="3560256"/>
            <a:ext cx="438480" cy="474480"/>
            <a:chOff x="4310784" y="4097376"/>
            <a:chExt cx="438480" cy="47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38CCD6FB-16A0-C0DA-449E-E6B41311F2E2}"/>
                    </a:ext>
                  </a:extLst>
                </p14:cNvPr>
                <p14:cNvContentPartPr/>
                <p14:nvPr/>
              </p14:nvContentPartPr>
              <p14:xfrm>
                <a:off x="4310784" y="4097376"/>
                <a:ext cx="438480" cy="47088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38CCD6FB-16A0-C0DA-449E-E6B41311F2E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304664" y="4091251"/>
                  <a:ext cx="450720" cy="4831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6D627ED1-F8F0-DB7B-09C6-A0ABB12A5603}"/>
                    </a:ext>
                  </a:extLst>
                </p14:cNvPr>
                <p14:cNvContentPartPr/>
                <p14:nvPr/>
              </p14:nvContentPartPr>
              <p14:xfrm>
                <a:off x="4365864" y="4108176"/>
                <a:ext cx="320040" cy="46368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6D627ED1-F8F0-DB7B-09C6-A0ABB12A560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359744" y="4102056"/>
                  <a:ext cx="332280" cy="47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88" name="Tinta 87">
                <a:extLst>
                  <a:ext uri="{FF2B5EF4-FFF2-40B4-BE49-F238E27FC236}">
                    <a16:creationId xmlns:a16="http://schemas.microsoft.com/office/drawing/2014/main" id="{A73DC85B-4D06-F176-3D8F-85A9FC5E4DCD}"/>
                  </a:ext>
                </a:extLst>
              </p14:cNvPr>
              <p14:cNvContentPartPr/>
              <p14:nvPr/>
            </p14:nvContentPartPr>
            <p14:xfrm>
              <a:off x="1149386" y="1824848"/>
              <a:ext cx="1118358" cy="950021"/>
            </p14:xfrm>
          </p:contentPart>
        </mc:Choice>
        <mc:Fallback xmlns="">
          <p:pic>
            <p:nvPicPr>
              <p:cNvPr id="88" name="Tinta 87">
                <a:extLst>
                  <a:ext uri="{FF2B5EF4-FFF2-40B4-BE49-F238E27FC236}">
                    <a16:creationId xmlns:a16="http://schemas.microsoft.com/office/drawing/2014/main" id="{A73DC85B-4D06-F176-3D8F-85A9FC5E4DC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43263" y="1818726"/>
                <a:ext cx="1130604" cy="9622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89" name="Tinta 88">
                <a:extLst>
                  <a:ext uri="{FF2B5EF4-FFF2-40B4-BE49-F238E27FC236}">
                    <a16:creationId xmlns:a16="http://schemas.microsoft.com/office/drawing/2014/main" id="{078F77E7-3799-4DBE-0909-7784ADC4BF5A}"/>
                  </a:ext>
                </a:extLst>
              </p14:cNvPr>
              <p14:cNvContentPartPr/>
              <p14:nvPr/>
            </p14:nvContentPartPr>
            <p14:xfrm>
              <a:off x="1171983" y="1831176"/>
              <a:ext cx="1057523" cy="902520"/>
            </p14:xfrm>
          </p:contentPart>
        </mc:Choice>
        <mc:Fallback xmlns="">
          <p:pic>
            <p:nvPicPr>
              <p:cNvPr id="89" name="Tinta 88">
                <a:extLst>
                  <a:ext uri="{FF2B5EF4-FFF2-40B4-BE49-F238E27FC236}">
                    <a16:creationId xmlns:a16="http://schemas.microsoft.com/office/drawing/2014/main" id="{078F77E7-3799-4DBE-0909-7784ADC4BF5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165862" y="1825051"/>
                <a:ext cx="1069765" cy="91477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71141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</a:t>
            </a:r>
            <a:r>
              <a:rPr lang="pt-BR" dirty="0" err="1"/>
              <a:t>Watershed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Seja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pt-BR" dirty="0"/>
                  <a:t> denota o conjunto de coordenadas dos pontos na </a:t>
                </a:r>
                <a:r>
                  <a:rPr lang="pt-BR" dirty="0" err="1"/>
                  <a:t>watershed</a:t>
                </a:r>
                <a:r>
                  <a:rPr lang="pt-BR" dirty="0"/>
                  <a:t> associados ao mínimo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 que são inundados na etapa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𝑛</m:t>
                    </m:r>
                  </m:oMath>
                </a14:m>
                <a:endParaRPr lang="pt-B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𝑀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pt-BR" b="0" i="1" smtClean="0">
                        <a:latin typeface="Cambria Math"/>
                      </a:rPr>
                      <m:t>=</m:t>
                    </m:r>
                    <m:r>
                      <a:rPr lang="pt-BR" b="0" i="1" smtClean="0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𝑀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pt-BR" b="0" i="1" smtClean="0">
                        <a:latin typeface="Cambria Math"/>
                        <a:ea typeface="Cambria Math"/>
                      </a:rPr>
                      <m:t>∩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e>
                    </m:d>
                  </m:oMath>
                </a14:m>
                <a:endParaRPr lang="pt-BR" b="0" dirty="0">
                  <a:ea typeface="Cambria Math"/>
                </a:endParaRPr>
              </a:p>
              <a:p>
                <a:pPr lvl="1"/>
                <a:r>
                  <a:rPr lang="pt-BR" dirty="0"/>
                  <a:t>Isolamos a parte da imagem binária em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𝑇</m:t>
                    </m:r>
                    <m:r>
                      <a:rPr lang="pt-BR" b="0" i="1" smtClean="0">
                        <a:latin typeface="Cambria Math"/>
                      </a:rPr>
                      <m:t>[</m:t>
                    </m:r>
                    <m:r>
                      <a:rPr lang="pt-BR" b="0" i="1" smtClean="0">
                        <a:latin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</a:rPr>
                      <m:t>]</m:t>
                    </m:r>
                  </m:oMath>
                </a14:m>
                <a:r>
                  <a:rPr lang="pt-BR" dirty="0"/>
                  <a:t> que está associada ao mínimo regional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4499992" y="5380672"/>
                <a:ext cx="4536504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 - coordenadas dos mínimos</a:t>
                </a:r>
              </a:p>
              <a:p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𝐶</m:t>
                    </m:r>
                    <m:r>
                      <a:rPr lang="pt-BR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pt-BR" dirty="0"/>
                  <a:t> – conjunto de pontos associados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𝑇</m:t>
                    </m:r>
                    <m:r>
                      <a:rPr lang="pt-BR" i="1" dirty="0" smtClean="0">
                        <a:latin typeface="Cambria Math"/>
                      </a:rPr>
                      <m:t>[</m:t>
                    </m:r>
                    <m:r>
                      <a:rPr lang="pt-BR" i="1" dirty="0" smtClean="0">
                        <a:latin typeface="Cambria Math"/>
                      </a:rPr>
                      <m:t>𝑛</m:t>
                    </m:r>
                    <m:r>
                      <a:rPr lang="pt-BR" i="1" dirty="0" smtClean="0">
                        <a:latin typeface="Cambria Math"/>
                      </a:rPr>
                      <m:t>]</m:t>
                    </m:r>
                  </m:oMath>
                </a14:m>
                <a:r>
                  <a:rPr lang="pt-BR" dirty="0"/>
                  <a:t> – </a:t>
                </a:r>
                <a:r>
                  <a:rPr lang="pt-BR" dirty="0" err="1"/>
                  <a:t>Threshold</a:t>
                </a:r>
                <a:r>
                  <a:rPr lang="pt-BR" dirty="0"/>
                  <a:t> de valor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𝑛</m:t>
                    </m:r>
                  </m:oMath>
                </a14:m>
                <a:endParaRPr lang="pt-B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𝑀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pt-BR" b="0" i="1" smtClean="0">
                        <a:latin typeface="Cambria Math"/>
                      </a:rPr>
                      <m:t>=</m:t>
                    </m:r>
                    <m:r>
                      <a:rPr lang="pt-BR" b="0" i="1" smtClean="0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𝑀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pt-BR" b="0" i="1" smtClean="0">
                        <a:latin typeface="Cambria Math"/>
                        <a:ea typeface="Cambria Math"/>
                      </a:rPr>
                      <m:t>∩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pt-BR" dirty="0"/>
                  <a:t> - Parte Binária associada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 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992" y="5380672"/>
                <a:ext cx="4536504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1075" t="-174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8751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F1599D85-E17F-F725-34C8-CA6F0930C8DA}"/>
                  </a:ext>
                </a:extLst>
              </p14:cNvPr>
              <p14:cNvContentPartPr/>
              <p14:nvPr/>
            </p14:nvContentPartPr>
            <p14:xfrm>
              <a:off x="1706904" y="2115216"/>
              <a:ext cx="204480" cy="27504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F1599D85-E17F-F725-34C8-CA6F0930C8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00784" y="2109096"/>
                <a:ext cx="216720" cy="28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Agrupar 4">
            <a:extLst>
              <a:ext uri="{FF2B5EF4-FFF2-40B4-BE49-F238E27FC236}">
                <a16:creationId xmlns:a16="http://schemas.microsoft.com/office/drawing/2014/main" id="{C977946C-BA1D-2526-1E59-1A2EB4DEEBC6}"/>
              </a:ext>
            </a:extLst>
          </p:cNvPr>
          <p:cNvGrpSpPr/>
          <p:nvPr/>
        </p:nvGrpSpPr>
        <p:grpSpPr>
          <a:xfrm>
            <a:off x="1589184" y="1329696"/>
            <a:ext cx="450000" cy="461880"/>
            <a:chOff x="1589184" y="1329696"/>
            <a:chExt cx="450000" cy="46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E361A8AD-72D9-8854-52AC-38B95F375C0A}"/>
                    </a:ext>
                  </a:extLst>
                </p14:cNvPr>
                <p14:cNvContentPartPr/>
                <p14:nvPr/>
              </p14:nvContentPartPr>
              <p14:xfrm>
                <a:off x="1589184" y="1377216"/>
                <a:ext cx="210600" cy="30132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E361A8AD-72D9-8854-52AC-38B95F375C0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83064" y="1371096"/>
                  <a:ext cx="2228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C26BDC6A-248A-7C58-D722-61C0B54F6C88}"/>
                    </a:ext>
                  </a:extLst>
                </p14:cNvPr>
                <p14:cNvContentPartPr/>
                <p14:nvPr/>
              </p14:nvContentPartPr>
              <p14:xfrm>
                <a:off x="1942344" y="1329696"/>
                <a:ext cx="360" cy="360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C26BDC6A-248A-7C58-D722-61C0B54F6C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36224" y="132357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BA7292FF-57CC-9DDF-5A68-8B66ED0349D8}"/>
                    </a:ext>
                  </a:extLst>
                </p14:cNvPr>
                <p14:cNvContentPartPr/>
                <p14:nvPr/>
              </p14:nvContentPartPr>
              <p14:xfrm>
                <a:off x="1896264" y="1481976"/>
                <a:ext cx="142920" cy="30960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BA7292FF-57CC-9DDF-5A68-8B66ED0349D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90144" y="1475856"/>
                  <a:ext cx="155160" cy="32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76235227-D361-5C4B-01BE-0B88D36E4369}"/>
                  </a:ext>
                </a:extLst>
              </p14:cNvPr>
              <p14:cNvContentPartPr/>
              <p14:nvPr/>
            </p14:nvContentPartPr>
            <p14:xfrm>
              <a:off x="4180104" y="2591136"/>
              <a:ext cx="149400" cy="13644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76235227-D361-5C4B-01BE-0B88D36E436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73984" y="2585016"/>
                <a:ext cx="161640" cy="14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Agrupar 9">
            <a:extLst>
              <a:ext uri="{FF2B5EF4-FFF2-40B4-BE49-F238E27FC236}">
                <a16:creationId xmlns:a16="http://schemas.microsoft.com/office/drawing/2014/main" id="{97B6DF88-73C4-7E0E-41E2-E5F80CCC9D75}"/>
              </a:ext>
            </a:extLst>
          </p:cNvPr>
          <p:cNvGrpSpPr/>
          <p:nvPr/>
        </p:nvGrpSpPr>
        <p:grpSpPr>
          <a:xfrm>
            <a:off x="4180824" y="1825416"/>
            <a:ext cx="735120" cy="442800"/>
            <a:chOff x="4180824" y="1825416"/>
            <a:chExt cx="735120" cy="44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A35846C6-6120-A369-48C6-C1BA4C37A5C8}"/>
                    </a:ext>
                  </a:extLst>
                </p14:cNvPr>
                <p14:cNvContentPartPr/>
                <p14:nvPr/>
              </p14:nvContentPartPr>
              <p14:xfrm>
                <a:off x="4180824" y="1825416"/>
                <a:ext cx="254520" cy="29988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A35846C6-6120-A369-48C6-C1BA4C37A5C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74704" y="1819296"/>
                  <a:ext cx="2667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6CF74BFE-7C41-F571-3EBB-64722C585EE5}"/>
                    </a:ext>
                  </a:extLst>
                </p14:cNvPr>
                <p14:cNvContentPartPr/>
                <p14:nvPr/>
              </p14:nvContentPartPr>
              <p14:xfrm>
                <a:off x="4612824" y="2007936"/>
                <a:ext cx="303120" cy="260280"/>
              </p14:xfrm>
            </p:contentPart>
          </mc:Choice>
          <mc:Fallback xmlns=""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6CF74BFE-7C41-F571-3EBB-64722C585EE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06704" y="2001816"/>
                  <a:ext cx="315360" cy="27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113EF641-3B46-CED3-EF65-05C4DA241ADD}"/>
              </a:ext>
            </a:extLst>
          </p:cNvPr>
          <p:cNvGrpSpPr/>
          <p:nvPr/>
        </p:nvGrpSpPr>
        <p:grpSpPr>
          <a:xfrm>
            <a:off x="2522304" y="3897576"/>
            <a:ext cx="653400" cy="790200"/>
            <a:chOff x="2522304" y="3897576"/>
            <a:chExt cx="653400" cy="79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A79DF46C-3256-AD46-2DAC-B4648542143E}"/>
                    </a:ext>
                  </a:extLst>
                </p14:cNvPr>
                <p14:cNvContentPartPr/>
                <p14:nvPr/>
              </p14:nvContentPartPr>
              <p14:xfrm>
                <a:off x="2723184" y="4498056"/>
                <a:ext cx="168120" cy="18972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A79DF46C-3256-AD46-2DAC-B4648542143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17064" y="4491936"/>
                  <a:ext cx="1803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9247E25C-6CCD-ED0E-7E7A-9F38005137F8}"/>
                    </a:ext>
                  </a:extLst>
                </p14:cNvPr>
                <p14:cNvContentPartPr/>
                <p14:nvPr/>
              </p14:nvContentPartPr>
              <p14:xfrm>
                <a:off x="2522304" y="3897576"/>
                <a:ext cx="309960" cy="27432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9247E25C-6CCD-ED0E-7E7A-9F38005137F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16184" y="3891456"/>
                  <a:ext cx="3222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EC34403D-1CF2-267D-CDE4-DDB60AE2A564}"/>
                    </a:ext>
                  </a:extLst>
                </p14:cNvPr>
                <p14:cNvContentPartPr/>
                <p14:nvPr/>
              </p14:nvContentPartPr>
              <p14:xfrm>
                <a:off x="2928744" y="4071816"/>
                <a:ext cx="246960" cy="315720"/>
              </p14:xfrm>
            </p:contentPart>
          </mc:Choice>
          <mc:Fallback xmlns=""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EC34403D-1CF2-267D-CDE4-DDB60AE2A56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22624" y="4065696"/>
                  <a:ext cx="259200" cy="32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C69588D3-0BE7-B366-57AC-F1D27C3F060D}"/>
                  </a:ext>
                </a:extLst>
              </p14:cNvPr>
              <p14:cNvContentPartPr/>
              <p14:nvPr/>
            </p14:nvContentPartPr>
            <p14:xfrm>
              <a:off x="1459584" y="1883376"/>
              <a:ext cx="663840" cy="815760"/>
            </p14:xfrm>
          </p:contentPart>
        </mc:Choice>
        <mc:Fallback xmlns=""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C69588D3-0BE7-B366-57AC-F1D27C3F060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453464" y="1877256"/>
                <a:ext cx="676080" cy="82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" name="Tinta 17">
                <a:extLst>
                  <a:ext uri="{FF2B5EF4-FFF2-40B4-BE49-F238E27FC236}">
                    <a16:creationId xmlns:a16="http://schemas.microsoft.com/office/drawing/2014/main" id="{F9BA0428-A1B6-6C75-020D-541B95F1588C}"/>
                  </a:ext>
                </a:extLst>
              </p14:cNvPr>
              <p14:cNvContentPartPr/>
              <p14:nvPr/>
            </p14:nvContentPartPr>
            <p14:xfrm>
              <a:off x="3868344" y="2387016"/>
              <a:ext cx="686880" cy="689760"/>
            </p14:xfrm>
          </p:contentPart>
        </mc:Choice>
        <mc:Fallback xmlns="">
          <p:pic>
            <p:nvPicPr>
              <p:cNvPr id="18" name="Tinta 17">
                <a:extLst>
                  <a:ext uri="{FF2B5EF4-FFF2-40B4-BE49-F238E27FC236}">
                    <a16:creationId xmlns:a16="http://schemas.microsoft.com/office/drawing/2014/main" id="{F9BA0428-A1B6-6C75-020D-541B95F1588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862224" y="2380896"/>
                <a:ext cx="699120" cy="70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Agrupar 18">
            <a:extLst>
              <a:ext uri="{FF2B5EF4-FFF2-40B4-BE49-F238E27FC236}">
                <a16:creationId xmlns:a16="http://schemas.microsoft.com/office/drawing/2014/main" id="{336303DA-D40A-DF95-DF89-15EB289F57FA}"/>
              </a:ext>
            </a:extLst>
          </p:cNvPr>
          <p:cNvGrpSpPr/>
          <p:nvPr/>
        </p:nvGrpSpPr>
        <p:grpSpPr>
          <a:xfrm>
            <a:off x="2002464" y="555696"/>
            <a:ext cx="1512360" cy="2099160"/>
            <a:chOff x="2002464" y="555696"/>
            <a:chExt cx="1512360" cy="209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28A166ED-C97F-9AFB-DD22-4CF889AE1E88}"/>
                    </a:ext>
                  </a:extLst>
                </p14:cNvPr>
                <p14:cNvContentPartPr/>
                <p14:nvPr/>
              </p14:nvContentPartPr>
              <p14:xfrm>
                <a:off x="2002464" y="831456"/>
                <a:ext cx="280080" cy="37188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28A166ED-C97F-9AFB-DD22-4CF889AE1E8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96344" y="825336"/>
                  <a:ext cx="29232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AEBD80B7-9A26-18A1-9CD1-53DC3473D92C}"/>
                    </a:ext>
                  </a:extLst>
                </p14:cNvPr>
                <p14:cNvContentPartPr/>
                <p14:nvPr/>
              </p14:nvContentPartPr>
              <p14:xfrm>
                <a:off x="2422944" y="584856"/>
                <a:ext cx="171360" cy="76032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AEBD80B7-9A26-18A1-9CD1-53DC3473D92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16824" y="578736"/>
                  <a:ext cx="183600" cy="77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91049B60-6A9B-EDF4-F450-E4766A692723}"/>
                    </a:ext>
                  </a:extLst>
                </p14:cNvPr>
                <p14:cNvContentPartPr/>
                <p14:nvPr/>
              </p14:nvContentPartPr>
              <p14:xfrm>
                <a:off x="2621664" y="907416"/>
                <a:ext cx="291960" cy="37152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91049B60-6A9B-EDF4-F450-E4766A69272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15544" y="901296"/>
                  <a:ext cx="30420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398DB4D5-FDBD-6D10-F104-E09EBB4BCC96}"/>
                    </a:ext>
                  </a:extLst>
                </p14:cNvPr>
                <p14:cNvContentPartPr/>
                <p14:nvPr/>
              </p14:nvContentPartPr>
              <p14:xfrm>
                <a:off x="3009744" y="1085976"/>
                <a:ext cx="261720" cy="30924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398DB4D5-FDBD-6D10-F104-E09EBB4BCC9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03624" y="1079856"/>
                  <a:ext cx="2739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F7491BAC-701C-AD73-4107-B085F18027B5}"/>
                    </a:ext>
                  </a:extLst>
                </p14:cNvPr>
                <p14:cNvContentPartPr/>
                <p14:nvPr/>
              </p14:nvContentPartPr>
              <p14:xfrm>
                <a:off x="3289104" y="555696"/>
                <a:ext cx="225720" cy="96552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F7491BAC-701C-AD73-4107-B085F18027B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82984" y="549576"/>
                  <a:ext cx="237960" cy="9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E1E62A02-0526-FFB7-56E5-E3F508E083C7}"/>
                    </a:ext>
                  </a:extLst>
                </p14:cNvPr>
                <p14:cNvContentPartPr/>
                <p14:nvPr/>
              </p14:nvContentPartPr>
              <p14:xfrm>
                <a:off x="2332944" y="1537416"/>
                <a:ext cx="513000" cy="101052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E1E62A02-0526-FFB7-56E5-E3F508E083C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326824" y="1531296"/>
                  <a:ext cx="525240" cy="10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ABDE0E8C-E864-B327-46E2-AEA6A9867E45}"/>
                    </a:ext>
                  </a:extLst>
                </p14:cNvPr>
                <p14:cNvContentPartPr/>
                <p14:nvPr/>
              </p14:nvContentPartPr>
              <p14:xfrm>
                <a:off x="2144304" y="2388816"/>
                <a:ext cx="262440" cy="26604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ABDE0E8C-E864-B327-46E2-AEA6A9867E4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38184" y="2382696"/>
                  <a:ext cx="27468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65458807-C8B5-FC6F-CEB0-4D8559453E6C}"/>
              </a:ext>
            </a:extLst>
          </p:cNvPr>
          <p:cNvGrpSpPr/>
          <p:nvPr/>
        </p:nvGrpSpPr>
        <p:grpSpPr>
          <a:xfrm>
            <a:off x="4677264" y="1789056"/>
            <a:ext cx="2005560" cy="1359000"/>
            <a:chOff x="4677264" y="1789056"/>
            <a:chExt cx="2005560" cy="135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D8EFA263-1454-78EC-9D8C-F16910B32283}"/>
                    </a:ext>
                  </a:extLst>
                </p14:cNvPr>
                <p14:cNvContentPartPr/>
                <p14:nvPr/>
              </p14:nvContentPartPr>
              <p14:xfrm>
                <a:off x="5101704" y="2035296"/>
                <a:ext cx="372960" cy="45504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D8EFA263-1454-78EC-9D8C-F16910B3228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95584" y="2029176"/>
                  <a:ext cx="38520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ED2EE1DD-CE8A-7B1A-2F7F-9CCE599265DC}"/>
                    </a:ext>
                  </a:extLst>
                </p14:cNvPr>
                <p14:cNvContentPartPr/>
                <p14:nvPr/>
              </p14:nvContentPartPr>
              <p14:xfrm>
                <a:off x="5602464" y="1789056"/>
                <a:ext cx="223200" cy="80712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ED2EE1DD-CE8A-7B1A-2F7F-9CCE599265D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96344" y="1782936"/>
                  <a:ext cx="235440" cy="8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35F85873-99FF-526B-866F-F7A98A047903}"/>
                    </a:ext>
                  </a:extLst>
                </p14:cNvPr>
                <p14:cNvContentPartPr/>
                <p14:nvPr/>
              </p14:nvContentPartPr>
              <p14:xfrm>
                <a:off x="5906304" y="2073816"/>
                <a:ext cx="208080" cy="36648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35F85873-99FF-526B-866F-F7A98A04790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00184" y="2067696"/>
                  <a:ext cx="22032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CDD07B5F-7A9A-8844-7220-E9A704C3CC80}"/>
                    </a:ext>
                  </a:extLst>
                </p14:cNvPr>
                <p14:cNvContentPartPr/>
                <p14:nvPr/>
              </p14:nvContentPartPr>
              <p14:xfrm>
                <a:off x="6174144" y="2251656"/>
                <a:ext cx="381600" cy="32796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CDD07B5F-7A9A-8844-7220-E9A704C3CC8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68024" y="2245536"/>
                  <a:ext cx="39384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9D8DCA81-4DE7-6CCE-D749-75416374C865}"/>
                    </a:ext>
                  </a:extLst>
                </p14:cNvPr>
                <p14:cNvContentPartPr/>
                <p14:nvPr/>
              </p14:nvContentPartPr>
              <p14:xfrm>
                <a:off x="6502824" y="1852056"/>
                <a:ext cx="180000" cy="90144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9D8DCA81-4DE7-6CCE-D749-75416374C86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496704" y="1845936"/>
                  <a:ext cx="192240" cy="9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35A3AE11-6273-A80F-F95D-B58824D5F84C}"/>
                    </a:ext>
                  </a:extLst>
                </p14:cNvPr>
                <p14:cNvContentPartPr/>
                <p14:nvPr/>
              </p14:nvContentPartPr>
              <p14:xfrm>
                <a:off x="4839624" y="2906496"/>
                <a:ext cx="1119960" cy="24156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35A3AE11-6273-A80F-F95D-B58824D5F84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33504" y="2900376"/>
                  <a:ext cx="113220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092E45C1-7ACD-24CC-F0EE-051111B51B9A}"/>
                    </a:ext>
                  </a:extLst>
                </p14:cNvPr>
                <p14:cNvContentPartPr/>
                <p14:nvPr/>
              </p14:nvContentPartPr>
              <p14:xfrm>
                <a:off x="4677264" y="2778696"/>
                <a:ext cx="217440" cy="25092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092E45C1-7ACD-24CC-F0EE-051111B51B9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671144" y="2772576"/>
                  <a:ext cx="229680" cy="26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375FCA9F-B2B6-0A6F-53DC-DD2C272876E4}"/>
              </a:ext>
            </a:extLst>
          </p:cNvPr>
          <p:cNvGrpSpPr/>
          <p:nvPr/>
        </p:nvGrpSpPr>
        <p:grpSpPr>
          <a:xfrm>
            <a:off x="2420784" y="4332816"/>
            <a:ext cx="3245760" cy="1021320"/>
            <a:chOff x="2420784" y="4332816"/>
            <a:chExt cx="3245760" cy="102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3BD9750E-218E-8BA2-0364-1B841028A47F}"/>
                    </a:ext>
                  </a:extLst>
                </p14:cNvPr>
                <p14:cNvContentPartPr/>
                <p14:nvPr/>
              </p14:nvContentPartPr>
              <p14:xfrm>
                <a:off x="2420784" y="4332816"/>
                <a:ext cx="712800" cy="692640"/>
              </p14:xfrm>
            </p:contentPart>
          </mc:Choice>
          <mc:Fallback xmlns=""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3BD9750E-218E-8BA2-0364-1B841028A47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14664" y="4326696"/>
                  <a:ext cx="72504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8A13BD4E-3B4C-EDE8-A4C5-6CFFDF0958B3}"/>
                    </a:ext>
                  </a:extLst>
                </p14:cNvPr>
                <p14:cNvContentPartPr/>
                <p14:nvPr/>
              </p14:nvContentPartPr>
              <p14:xfrm>
                <a:off x="2587104" y="4606056"/>
                <a:ext cx="491400" cy="23364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8A13BD4E-3B4C-EDE8-A4C5-6CFFDF0958B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80984" y="4599936"/>
                  <a:ext cx="5036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7BFCCBEC-A570-F305-7BB0-10CC2197338F}"/>
                    </a:ext>
                  </a:extLst>
                </p14:cNvPr>
                <p14:cNvContentPartPr/>
                <p14:nvPr/>
              </p14:nvContentPartPr>
              <p14:xfrm>
                <a:off x="3365424" y="4796856"/>
                <a:ext cx="397800" cy="4140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7BFCCBEC-A570-F305-7BB0-10CC2197338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359304" y="4790736"/>
                  <a:ext cx="41004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205409E8-509B-6387-BDB0-6AFFB1A5DA57}"/>
                    </a:ext>
                  </a:extLst>
                </p14:cNvPr>
                <p14:cNvContentPartPr/>
                <p14:nvPr/>
              </p14:nvContentPartPr>
              <p14:xfrm>
                <a:off x="4109184" y="4596696"/>
                <a:ext cx="307440" cy="392760"/>
              </p14:xfrm>
            </p:contentPart>
          </mc:Choice>
          <mc:Fallback xmlns=""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205409E8-509B-6387-BDB0-6AFFB1A5DA5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103064" y="4590576"/>
                  <a:ext cx="31968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B4A0EDBA-B092-1DFD-5030-48226EC2B8F7}"/>
                    </a:ext>
                  </a:extLst>
                </p14:cNvPr>
                <p14:cNvContentPartPr/>
                <p14:nvPr/>
              </p14:nvContentPartPr>
              <p14:xfrm>
                <a:off x="4476744" y="4502016"/>
                <a:ext cx="249480" cy="67104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B4A0EDBA-B092-1DFD-5030-48226EC2B8F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470624" y="4495896"/>
                  <a:ext cx="261720" cy="68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4562F445-0A61-E2D9-C291-C4B981F4FFC6}"/>
                    </a:ext>
                  </a:extLst>
                </p14:cNvPr>
                <p14:cNvContentPartPr/>
                <p14:nvPr/>
              </p14:nvContentPartPr>
              <p14:xfrm>
                <a:off x="4746744" y="4701816"/>
                <a:ext cx="257040" cy="37260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4562F445-0A61-E2D9-C291-C4B981F4FFC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40624" y="4695696"/>
                  <a:ext cx="26928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F2FFE267-E333-0FF6-EFF5-E88EA6B4B600}"/>
                    </a:ext>
                  </a:extLst>
                </p14:cNvPr>
                <p14:cNvContentPartPr/>
                <p14:nvPr/>
              </p14:nvContentPartPr>
              <p14:xfrm>
                <a:off x="5104584" y="4912056"/>
                <a:ext cx="185760" cy="44208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F2FFE267-E333-0FF6-EFF5-E88EA6B4B60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98464" y="4905936"/>
                  <a:ext cx="19800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A7E40CB1-8874-8ABB-E630-C0012E4AE163}"/>
                    </a:ext>
                  </a:extLst>
                </p14:cNvPr>
                <p14:cNvContentPartPr/>
                <p14:nvPr/>
              </p14:nvContentPartPr>
              <p14:xfrm>
                <a:off x="5365944" y="4415976"/>
                <a:ext cx="300600" cy="87228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A7E40CB1-8874-8ABB-E630-C0012E4AE16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359824" y="4409856"/>
                  <a:ext cx="312840" cy="88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C5D325F1-C958-8798-9433-0682995E83F1}"/>
                    </a:ext>
                  </a:extLst>
                </p14:cNvPr>
                <p14:cNvContentPartPr/>
                <p14:nvPr/>
              </p14:nvContentPartPr>
              <p14:xfrm>
                <a:off x="3351384" y="4811616"/>
                <a:ext cx="499320" cy="3096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C5D325F1-C958-8798-9433-0682995E83F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345264" y="4805496"/>
                  <a:ext cx="5115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E755F63B-E40C-41B9-DECD-CBA3D0661640}"/>
                    </a:ext>
                  </a:extLst>
                </p14:cNvPr>
                <p14:cNvContentPartPr/>
                <p14:nvPr/>
              </p14:nvContentPartPr>
              <p14:xfrm>
                <a:off x="3264624" y="4666896"/>
                <a:ext cx="218880" cy="234360"/>
              </p14:xfrm>
            </p:contentPart>
          </mc:Choice>
          <mc:Fallback xmlns=""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E755F63B-E40C-41B9-DECD-CBA3D066164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258504" y="4660776"/>
                  <a:ext cx="231120" cy="24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E8EB1760-2279-2EBE-9ED1-C783815EDA0D}"/>
              </a:ext>
            </a:extLst>
          </p:cNvPr>
          <p:cNvGrpSpPr/>
          <p:nvPr/>
        </p:nvGrpSpPr>
        <p:grpSpPr>
          <a:xfrm>
            <a:off x="705384" y="754056"/>
            <a:ext cx="1304640" cy="690480"/>
            <a:chOff x="705384" y="754056"/>
            <a:chExt cx="1304640" cy="69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49D25E59-D211-08FC-AB24-43AB7CE17C9C}"/>
                    </a:ext>
                  </a:extLst>
                </p14:cNvPr>
                <p14:cNvContentPartPr/>
                <p14:nvPr/>
              </p14:nvContentPartPr>
              <p14:xfrm>
                <a:off x="900864" y="789696"/>
                <a:ext cx="92880" cy="423000"/>
              </p14:xfrm>
            </p:contentPart>
          </mc:Choice>
          <mc:Fallback xmlns=""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49D25E59-D211-08FC-AB24-43AB7CE17C9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94744" y="783576"/>
                  <a:ext cx="10512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86EB5EB2-2439-435A-A227-4BBC0F515EFC}"/>
                    </a:ext>
                  </a:extLst>
                </p14:cNvPr>
                <p14:cNvContentPartPr/>
                <p14:nvPr/>
              </p14:nvContentPartPr>
              <p14:xfrm>
                <a:off x="705384" y="760176"/>
                <a:ext cx="470520" cy="7164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86EB5EB2-2439-435A-A227-4BBC0F515EF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99264" y="754056"/>
                  <a:ext cx="4827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8C4B197F-3838-D7A2-6FAB-870A3F277C3F}"/>
                    </a:ext>
                  </a:extLst>
                </p14:cNvPr>
                <p14:cNvContentPartPr/>
                <p14:nvPr/>
              </p14:nvContentPartPr>
              <p14:xfrm>
                <a:off x="1203264" y="768456"/>
                <a:ext cx="286920" cy="48708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8C4B197F-3838-D7A2-6FAB-870A3F277C3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97144" y="762336"/>
                  <a:ext cx="29916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45CE6922-4545-5283-ACC3-4D15A5C58A59}"/>
                    </a:ext>
                  </a:extLst>
                </p14:cNvPr>
                <p14:cNvContentPartPr/>
                <p14:nvPr/>
              </p14:nvContentPartPr>
              <p14:xfrm>
                <a:off x="1478304" y="957456"/>
                <a:ext cx="221400" cy="23544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45CE6922-4545-5283-ACC3-4D15A5C58A5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472184" y="951336"/>
                  <a:ext cx="2336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273B332E-7815-5EF9-2408-52B0EFD371A9}"/>
                    </a:ext>
                  </a:extLst>
                </p14:cNvPr>
                <p14:cNvContentPartPr/>
                <p14:nvPr/>
              </p14:nvContentPartPr>
              <p14:xfrm>
                <a:off x="1716264" y="754056"/>
                <a:ext cx="293760" cy="69048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273B332E-7815-5EF9-2408-52B0EFD371A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710144" y="747936"/>
                  <a:ext cx="306000" cy="70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FF45207C-1FFD-90CD-D0B9-29D9AFD4BD83}"/>
              </a:ext>
            </a:extLst>
          </p:cNvPr>
          <p:cNvGrpSpPr/>
          <p:nvPr/>
        </p:nvGrpSpPr>
        <p:grpSpPr>
          <a:xfrm>
            <a:off x="3642984" y="1875641"/>
            <a:ext cx="1346760" cy="1457630"/>
            <a:chOff x="3607704" y="2195136"/>
            <a:chExt cx="712800" cy="77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371E4EE8-05F3-5A8B-CB0D-AE7E1FA0988B}"/>
                    </a:ext>
                  </a:extLst>
                </p14:cNvPr>
                <p14:cNvContentPartPr/>
                <p14:nvPr/>
              </p14:nvContentPartPr>
              <p14:xfrm>
                <a:off x="3607704" y="2207736"/>
                <a:ext cx="691560" cy="758880"/>
              </p14:xfrm>
            </p:contentPart>
          </mc:Choice>
          <mc:Fallback xmlns=""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371E4EE8-05F3-5A8B-CB0D-AE7E1FA0988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604464" y="2204496"/>
                  <a:ext cx="698041" cy="76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1DE7B3FB-BD7C-72CF-E3EC-5EF9FA9F3A56}"/>
                    </a:ext>
                  </a:extLst>
                </p14:cNvPr>
                <p14:cNvContentPartPr/>
                <p14:nvPr/>
              </p14:nvContentPartPr>
              <p14:xfrm>
                <a:off x="3658824" y="2195136"/>
                <a:ext cx="661680" cy="69840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1DE7B3FB-BD7C-72CF-E3EC-5EF9FA9F3A5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55583" y="2191896"/>
                  <a:ext cx="668161" cy="70488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AED3443A-2669-C500-7FCD-5F6C6F52054E}"/>
              </a:ext>
            </a:extLst>
          </p:cNvPr>
          <p:cNvGrpSpPr/>
          <p:nvPr/>
        </p:nvGrpSpPr>
        <p:grpSpPr>
          <a:xfrm>
            <a:off x="2129454" y="3996493"/>
            <a:ext cx="1182420" cy="1219126"/>
            <a:chOff x="2552184" y="3739536"/>
            <a:chExt cx="707400" cy="72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3AA97E7C-AE2E-EA75-8303-C23EF978DE62}"/>
                    </a:ext>
                  </a:extLst>
                </p14:cNvPr>
                <p14:cNvContentPartPr/>
                <p14:nvPr/>
              </p14:nvContentPartPr>
              <p14:xfrm>
                <a:off x="2552184" y="3785616"/>
                <a:ext cx="684000" cy="683280"/>
              </p14:xfrm>
            </p:contentPart>
          </mc:Choice>
          <mc:Fallback xmlns=""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3AA97E7C-AE2E-EA75-8303-C23EF978DE6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548520" y="3781954"/>
                  <a:ext cx="691327" cy="6906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577E8B29-9852-80DC-6D64-B5814E3D77FF}"/>
                    </a:ext>
                  </a:extLst>
                </p14:cNvPr>
                <p14:cNvContentPartPr/>
                <p14:nvPr/>
              </p14:nvContentPartPr>
              <p14:xfrm>
                <a:off x="2582424" y="3739536"/>
                <a:ext cx="677160" cy="603720"/>
              </p14:xfrm>
            </p:contentPart>
          </mc:Choice>
          <mc:Fallback xmlns=""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577E8B29-9852-80DC-6D64-B5814E3D77F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578763" y="3735873"/>
                  <a:ext cx="684483" cy="61104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87432C1D-85D5-E44A-53C9-3ED10617693B}"/>
              </a:ext>
            </a:extLst>
          </p:cNvPr>
          <p:cNvGrpSpPr/>
          <p:nvPr/>
        </p:nvGrpSpPr>
        <p:grpSpPr>
          <a:xfrm>
            <a:off x="3654144" y="568296"/>
            <a:ext cx="1132200" cy="308880"/>
            <a:chOff x="3654144" y="568296"/>
            <a:chExt cx="1132200" cy="3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05C3EF2A-8690-8BC6-2E22-1E3379BC182A}"/>
                    </a:ext>
                  </a:extLst>
                </p14:cNvPr>
                <p14:cNvContentPartPr/>
                <p14:nvPr/>
              </p14:nvContentPartPr>
              <p14:xfrm>
                <a:off x="3654144" y="568296"/>
                <a:ext cx="247680" cy="25884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05C3EF2A-8690-8BC6-2E22-1E3379BC182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648024" y="562176"/>
                  <a:ext cx="2599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A5E8AD29-E30F-FB22-2970-1F3C270808F7}"/>
                    </a:ext>
                  </a:extLst>
                </p14:cNvPr>
                <p14:cNvContentPartPr/>
                <p14:nvPr/>
              </p14:nvContentPartPr>
              <p14:xfrm>
                <a:off x="3923424" y="629136"/>
                <a:ext cx="107640" cy="163800"/>
              </p14:xfrm>
            </p:contentPart>
          </mc:Choice>
          <mc:Fallback xmlns=""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A5E8AD29-E30F-FB22-2970-1F3C270808F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917304" y="623016"/>
                  <a:ext cx="1198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FE9F284A-270A-2746-3DC6-EA350CCC47EF}"/>
                    </a:ext>
                  </a:extLst>
                </p14:cNvPr>
                <p14:cNvContentPartPr/>
                <p14:nvPr/>
              </p14:nvContentPartPr>
              <p14:xfrm>
                <a:off x="4088304" y="651096"/>
                <a:ext cx="122760" cy="15876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FE9F284A-270A-2746-3DC6-EA350CCC47E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082184" y="644976"/>
                  <a:ext cx="1350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7BBC806E-CD7B-555F-1407-DC1E27687B3F}"/>
                    </a:ext>
                  </a:extLst>
                </p14:cNvPr>
                <p14:cNvContentPartPr/>
                <p14:nvPr/>
              </p14:nvContentPartPr>
              <p14:xfrm>
                <a:off x="4282704" y="590256"/>
                <a:ext cx="189360" cy="216000"/>
              </p14:xfrm>
            </p:contentPart>
          </mc:Choice>
          <mc:Fallback xmlns=""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7BBC806E-CD7B-555F-1407-DC1E27687B3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276584" y="584136"/>
                  <a:ext cx="2016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0A21C7C6-E9C7-2AC0-BE14-F08FE48C83A1}"/>
                    </a:ext>
                  </a:extLst>
                </p14:cNvPr>
                <p14:cNvContentPartPr/>
                <p14:nvPr/>
              </p14:nvContentPartPr>
              <p14:xfrm>
                <a:off x="4533624" y="593496"/>
                <a:ext cx="28440" cy="246600"/>
              </p14:xfrm>
            </p:contentPart>
          </mc:Choice>
          <mc:Fallback xmlns=""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0A21C7C6-E9C7-2AC0-BE14-F08FE48C83A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527504" y="587376"/>
                  <a:ext cx="406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F486B99E-A664-37C7-0C12-B3CF3CAB01D7}"/>
                    </a:ext>
                  </a:extLst>
                </p14:cNvPr>
                <p14:cNvContentPartPr/>
                <p14:nvPr/>
              </p14:nvContentPartPr>
              <p14:xfrm>
                <a:off x="4529664" y="593496"/>
                <a:ext cx="168840" cy="243000"/>
              </p14:xfrm>
            </p:contentPart>
          </mc:Choice>
          <mc:Fallback xmlns=""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F486B99E-A664-37C7-0C12-B3CF3CAB01D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523544" y="587376"/>
                  <a:ext cx="1810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74B0E7E9-524E-9CCB-FFB7-E2E126FA57C1}"/>
                    </a:ext>
                  </a:extLst>
                </p14:cNvPr>
                <p14:cNvContentPartPr/>
                <p14:nvPr/>
              </p14:nvContentPartPr>
              <p14:xfrm>
                <a:off x="4776624" y="851616"/>
                <a:ext cx="9720" cy="25560"/>
              </p14:xfrm>
            </p:contentPart>
          </mc:Choice>
          <mc:Fallback xmlns=""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74B0E7E9-524E-9CCB-FFB7-E2E126FA57C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770504" y="845496"/>
                  <a:ext cx="2196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Agrupar 67">
            <a:extLst>
              <a:ext uri="{FF2B5EF4-FFF2-40B4-BE49-F238E27FC236}">
                <a16:creationId xmlns:a16="http://schemas.microsoft.com/office/drawing/2014/main" id="{4CA9E578-927D-5163-F93E-A7CF8E7BB808}"/>
              </a:ext>
            </a:extLst>
          </p:cNvPr>
          <p:cNvGrpSpPr/>
          <p:nvPr/>
        </p:nvGrpSpPr>
        <p:grpSpPr>
          <a:xfrm>
            <a:off x="5282784" y="637416"/>
            <a:ext cx="1248120" cy="343440"/>
            <a:chOff x="5282784" y="637416"/>
            <a:chExt cx="1248120" cy="34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78473215-2CC2-34B4-0339-AA04D49DC68E}"/>
                    </a:ext>
                  </a:extLst>
                </p14:cNvPr>
                <p14:cNvContentPartPr/>
                <p14:nvPr/>
              </p14:nvContentPartPr>
              <p14:xfrm>
                <a:off x="5282784" y="640296"/>
                <a:ext cx="173520" cy="273240"/>
              </p14:xfrm>
            </p:contentPart>
          </mc:Choice>
          <mc:Fallback xmlns=""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78473215-2CC2-34B4-0339-AA04D49DC68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276664" y="634176"/>
                  <a:ext cx="1857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DD648CC1-2A89-8086-40EC-297C78D9B937}"/>
                    </a:ext>
                  </a:extLst>
                </p14:cNvPr>
                <p14:cNvContentPartPr/>
                <p14:nvPr/>
              </p14:nvContentPartPr>
              <p14:xfrm>
                <a:off x="5340384" y="760176"/>
                <a:ext cx="187560" cy="18360"/>
              </p14:xfrm>
            </p:contentPart>
          </mc:Choice>
          <mc:Fallback xmlns=""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DD648CC1-2A89-8086-40EC-297C78D9B93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334264" y="754056"/>
                  <a:ext cx="1998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2A8C4FFC-DB99-DBDE-8714-A69F8F55032F}"/>
                    </a:ext>
                  </a:extLst>
                </p14:cNvPr>
                <p14:cNvContentPartPr/>
                <p14:nvPr/>
              </p14:nvContentPartPr>
              <p14:xfrm>
                <a:off x="5592024" y="637416"/>
                <a:ext cx="34920" cy="20268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2A8C4FFC-DB99-DBDE-8714-A69F8F55032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585904" y="631296"/>
                  <a:ext cx="471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0359CD22-7FC3-E61C-9DFD-4868ADBB6D74}"/>
                    </a:ext>
                  </a:extLst>
                </p14:cNvPr>
                <p14:cNvContentPartPr/>
                <p14:nvPr/>
              </p14:nvContentPartPr>
              <p14:xfrm>
                <a:off x="5590584" y="657216"/>
                <a:ext cx="135000" cy="248040"/>
              </p14:xfrm>
            </p:contentPart>
          </mc:Choice>
          <mc:Fallback xmlns=""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0359CD22-7FC3-E61C-9DFD-4868ADBB6D7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584464" y="651096"/>
                  <a:ext cx="1472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3112EDA4-94DF-33FC-E666-6E30EA8E9708}"/>
                    </a:ext>
                  </a:extLst>
                </p14:cNvPr>
                <p14:cNvContentPartPr/>
                <p14:nvPr/>
              </p14:nvContentPartPr>
              <p14:xfrm>
                <a:off x="5790744" y="685656"/>
                <a:ext cx="152640" cy="214200"/>
              </p14:xfrm>
            </p:contentPart>
          </mc:Choice>
          <mc:Fallback xmlns=""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3112EDA4-94DF-33FC-E666-6E30EA8E970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784624" y="679536"/>
                  <a:ext cx="1648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99034276-6094-F45F-1F49-8A7CFFA625D8}"/>
                    </a:ext>
                  </a:extLst>
                </p14:cNvPr>
                <p14:cNvContentPartPr/>
                <p14:nvPr/>
              </p14:nvContentPartPr>
              <p14:xfrm>
                <a:off x="6028704" y="750816"/>
                <a:ext cx="360" cy="360"/>
              </p14:xfrm>
            </p:contentPart>
          </mc:Choice>
          <mc:Fallback xmlns=""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99034276-6094-F45F-1F49-8A7CFFA625D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22584" y="74469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00EB0D9B-1344-55F5-968A-6B33A9E3D83B}"/>
                    </a:ext>
                  </a:extLst>
                </p14:cNvPr>
                <p14:cNvContentPartPr/>
                <p14:nvPr/>
              </p14:nvContentPartPr>
              <p14:xfrm>
                <a:off x="5998824" y="691056"/>
                <a:ext cx="53640" cy="289800"/>
              </p14:xfrm>
            </p:contentPart>
          </mc:Choice>
          <mc:Fallback xmlns=""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00EB0D9B-1344-55F5-968A-6B33A9E3D83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992704" y="684936"/>
                  <a:ext cx="658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6AE05D62-A23D-D071-E387-450E96596F8D}"/>
                    </a:ext>
                  </a:extLst>
                </p14:cNvPr>
                <p14:cNvContentPartPr/>
                <p14:nvPr/>
              </p14:nvContentPartPr>
              <p14:xfrm>
                <a:off x="6175944" y="684936"/>
                <a:ext cx="197640" cy="271080"/>
              </p14:xfrm>
            </p:contentPart>
          </mc:Choice>
          <mc:Fallback xmlns=""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6AE05D62-A23D-D071-E387-450E96596F8D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169824" y="678816"/>
                  <a:ext cx="2098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B33A46DF-C921-83D9-449C-F06BC9A6ABE5}"/>
                    </a:ext>
                  </a:extLst>
                </p14:cNvPr>
                <p14:cNvContentPartPr/>
                <p14:nvPr/>
              </p14:nvContentPartPr>
              <p14:xfrm>
                <a:off x="6363864" y="673056"/>
                <a:ext cx="167040" cy="200880"/>
              </p14:xfrm>
            </p:contentPart>
          </mc:Choice>
          <mc:Fallback xmlns=""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B33A46DF-C921-83D9-449C-F06BC9A6ABE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357744" y="666936"/>
                  <a:ext cx="17928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Agrupar 77">
            <a:extLst>
              <a:ext uri="{FF2B5EF4-FFF2-40B4-BE49-F238E27FC236}">
                <a16:creationId xmlns:a16="http://schemas.microsoft.com/office/drawing/2014/main" id="{4F40182F-6369-B97D-DBCC-419A889AC76D}"/>
              </a:ext>
            </a:extLst>
          </p:cNvPr>
          <p:cNvGrpSpPr/>
          <p:nvPr/>
        </p:nvGrpSpPr>
        <p:grpSpPr>
          <a:xfrm>
            <a:off x="6922584" y="623016"/>
            <a:ext cx="608040" cy="372600"/>
            <a:chOff x="6922584" y="623016"/>
            <a:chExt cx="608040" cy="37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68538B2F-F198-33B5-0A41-57136A6DDB9C}"/>
                    </a:ext>
                  </a:extLst>
                </p14:cNvPr>
                <p14:cNvContentPartPr/>
                <p14:nvPr/>
              </p14:nvContentPartPr>
              <p14:xfrm>
                <a:off x="6922584" y="623016"/>
                <a:ext cx="221760" cy="372600"/>
              </p14:xfrm>
            </p:contentPart>
          </mc:Choice>
          <mc:Fallback xmlns=""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68538B2F-F198-33B5-0A41-57136A6DDB9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916464" y="616896"/>
                  <a:ext cx="23400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E1286A2C-0A1D-DCE8-50DB-52083F122F8C}"/>
                    </a:ext>
                  </a:extLst>
                </p14:cNvPr>
                <p14:cNvContentPartPr/>
                <p14:nvPr/>
              </p14:nvContentPartPr>
              <p14:xfrm>
                <a:off x="7215984" y="702936"/>
                <a:ext cx="169200" cy="214920"/>
              </p14:xfrm>
            </p:contentPart>
          </mc:Choice>
          <mc:Fallback xmlns=""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E1286A2C-0A1D-DCE8-50DB-52083F122F8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209864" y="696816"/>
                  <a:ext cx="1814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88EFA387-6390-1CD1-0FD6-893918B6290C}"/>
                    </a:ext>
                  </a:extLst>
                </p14:cNvPr>
                <p14:cNvContentPartPr/>
                <p14:nvPr/>
              </p14:nvContentPartPr>
              <p14:xfrm>
                <a:off x="7232184" y="790776"/>
                <a:ext cx="298440" cy="5580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88EFA387-6390-1CD1-0FD6-893918B6290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226064" y="784656"/>
                  <a:ext cx="310680" cy="6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82" name="Tinta 81">
                <a:extLst>
                  <a:ext uri="{FF2B5EF4-FFF2-40B4-BE49-F238E27FC236}">
                    <a16:creationId xmlns:a16="http://schemas.microsoft.com/office/drawing/2014/main" id="{5F59898D-E45E-0BD1-66D0-484C5FD7FF95}"/>
                  </a:ext>
                </a:extLst>
              </p14:cNvPr>
              <p14:cNvContentPartPr/>
              <p14:nvPr/>
            </p14:nvContentPartPr>
            <p14:xfrm>
              <a:off x="7705584" y="721656"/>
              <a:ext cx="210600" cy="273960"/>
            </p14:xfrm>
          </p:contentPart>
        </mc:Choice>
        <mc:Fallback xmlns="">
          <p:pic>
            <p:nvPicPr>
              <p:cNvPr id="82" name="Tinta 81">
                <a:extLst>
                  <a:ext uri="{FF2B5EF4-FFF2-40B4-BE49-F238E27FC236}">
                    <a16:creationId xmlns:a16="http://schemas.microsoft.com/office/drawing/2014/main" id="{5F59898D-E45E-0BD1-66D0-484C5FD7FF95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7699464" y="715536"/>
                <a:ext cx="22284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83" name="Tinta 82">
                <a:extLst>
                  <a:ext uri="{FF2B5EF4-FFF2-40B4-BE49-F238E27FC236}">
                    <a16:creationId xmlns:a16="http://schemas.microsoft.com/office/drawing/2014/main" id="{32A5E49E-F6C7-44D1-9FA4-E2F8C5208BEB}"/>
                  </a:ext>
                </a:extLst>
              </p14:cNvPr>
              <p14:cNvContentPartPr/>
              <p14:nvPr/>
            </p14:nvContentPartPr>
            <p14:xfrm>
              <a:off x="7618104" y="1235016"/>
              <a:ext cx="257760" cy="9720"/>
            </p14:xfrm>
          </p:contentPart>
        </mc:Choice>
        <mc:Fallback xmlns="">
          <p:pic>
            <p:nvPicPr>
              <p:cNvPr id="83" name="Tinta 82">
                <a:extLst>
                  <a:ext uri="{FF2B5EF4-FFF2-40B4-BE49-F238E27FC236}">
                    <a16:creationId xmlns:a16="http://schemas.microsoft.com/office/drawing/2014/main" id="{32A5E49E-F6C7-44D1-9FA4-E2F8C5208BEB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7611984" y="1228896"/>
                <a:ext cx="270000" cy="2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Agrupar 83">
            <a:extLst>
              <a:ext uri="{FF2B5EF4-FFF2-40B4-BE49-F238E27FC236}">
                <a16:creationId xmlns:a16="http://schemas.microsoft.com/office/drawing/2014/main" id="{C0ACCBCD-52EB-E7C0-B058-A8BCFD6410DC}"/>
              </a:ext>
            </a:extLst>
          </p:cNvPr>
          <p:cNvGrpSpPr/>
          <p:nvPr/>
        </p:nvGrpSpPr>
        <p:grpSpPr>
          <a:xfrm>
            <a:off x="6140232" y="3560256"/>
            <a:ext cx="438480" cy="474480"/>
            <a:chOff x="4310784" y="4097376"/>
            <a:chExt cx="438480" cy="47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38CCD6FB-16A0-C0DA-449E-E6B41311F2E2}"/>
                    </a:ext>
                  </a:extLst>
                </p14:cNvPr>
                <p14:cNvContentPartPr/>
                <p14:nvPr/>
              </p14:nvContentPartPr>
              <p14:xfrm>
                <a:off x="4310784" y="4097376"/>
                <a:ext cx="438480" cy="47088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38CCD6FB-16A0-C0DA-449E-E6B41311F2E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304664" y="4091256"/>
                  <a:ext cx="45072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6D627ED1-F8F0-DB7B-09C6-A0ABB12A5603}"/>
                    </a:ext>
                  </a:extLst>
                </p14:cNvPr>
                <p14:cNvContentPartPr/>
                <p14:nvPr/>
              </p14:nvContentPartPr>
              <p14:xfrm>
                <a:off x="4365864" y="4108176"/>
                <a:ext cx="320040" cy="46368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6D627ED1-F8F0-DB7B-09C6-A0ABB12A560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359744" y="4102056"/>
                  <a:ext cx="332280" cy="47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88" name="Tinta 87">
                <a:extLst>
                  <a:ext uri="{FF2B5EF4-FFF2-40B4-BE49-F238E27FC236}">
                    <a16:creationId xmlns:a16="http://schemas.microsoft.com/office/drawing/2014/main" id="{A73DC85B-4D06-F176-3D8F-85A9FC5E4DCD}"/>
                  </a:ext>
                </a:extLst>
              </p14:cNvPr>
              <p14:cNvContentPartPr/>
              <p14:nvPr/>
            </p14:nvContentPartPr>
            <p14:xfrm>
              <a:off x="1193810" y="1824848"/>
              <a:ext cx="1118358" cy="950021"/>
            </p14:xfrm>
          </p:contentPart>
        </mc:Choice>
        <mc:Fallback xmlns="">
          <p:pic>
            <p:nvPicPr>
              <p:cNvPr id="88" name="Tinta 87">
                <a:extLst>
                  <a:ext uri="{FF2B5EF4-FFF2-40B4-BE49-F238E27FC236}">
                    <a16:creationId xmlns:a16="http://schemas.microsoft.com/office/drawing/2014/main" id="{A73DC85B-4D06-F176-3D8F-85A9FC5E4DCD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1187687" y="1818728"/>
                <a:ext cx="1130604" cy="9622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89" name="Tinta 88">
                <a:extLst>
                  <a:ext uri="{FF2B5EF4-FFF2-40B4-BE49-F238E27FC236}">
                    <a16:creationId xmlns:a16="http://schemas.microsoft.com/office/drawing/2014/main" id="{078F77E7-3799-4DBE-0909-7784ADC4BF5A}"/>
                  </a:ext>
                </a:extLst>
              </p14:cNvPr>
              <p14:cNvContentPartPr/>
              <p14:nvPr/>
            </p14:nvContentPartPr>
            <p14:xfrm>
              <a:off x="1255648" y="1831176"/>
              <a:ext cx="1057523" cy="902520"/>
            </p14:xfrm>
          </p:contentPart>
        </mc:Choice>
        <mc:Fallback xmlns="">
          <p:pic>
            <p:nvPicPr>
              <p:cNvPr id="89" name="Tinta 88">
                <a:extLst>
                  <a:ext uri="{FF2B5EF4-FFF2-40B4-BE49-F238E27FC236}">
                    <a16:creationId xmlns:a16="http://schemas.microsoft.com/office/drawing/2014/main" id="{078F77E7-3799-4DBE-0909-7784ADC4BF5A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1249527" y="1825051"/>
                <a:ext cx="1069765" cy="91477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19512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F1599D85-E17F-F725-34C8-CA6F0930C8DA}"/>
                  </a:ext>
                </a:extLst>
              </p14:cNvPr>
              <p14:cNvContentPartPr/>
              <p14:nvPr/>
            </p14:nvContentPartPr>
            <p14:xfrm>
              <a:off x="1706904" y="2115216"/>
              <a:ext cx="204480" cy="27504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F1599D85-E17F-F725-34C8-CA6F0930C8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00795" y="2109096"/>
                <a:ext cx="216698" cy="28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Agrupar 4">
            <a:extLst>
              <a:ext uri="{FF2B5EF4-FFF2-40B4-BE49-F238E27FC236}">
                <a16:creationId xmlns:a16="http://schemas.microsoft.com/office/drawing/2014/main" id="{C977946C-BA1D-2526-1E59-1A2EB4DEEBC6}"/>
              </a:ext>
            </a:extLst>
          </p:cNvPr>
          <p:cNvGrpSpPr/>
          <p:nvPr/>
        </p:nvGrpSpPr>
        <p:grpSpPr>
          <a:xfrm>
            <a:off x="1589184" y="1329696"/>
            <a:ext cx="450000" cy="461880"/>
            <a:chOff x="1589184" y="1329696"/>
            <a:chExt cx="450000" cy="46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E361A8AD-72D9-8854-52AC-38B95F375C0A}"/>
                    </a:ext>
                  </a:extLst>
                </p14:cNvPr>
                <p14:cNvContentPartPr/>
                <p14:nvPr/>
              </p14:nvContentPartPr>
              <p14:xfrm>
                <a:off x="1589184" y="1377216"/>
                <a:ext cx="210600" cy="30132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E361A8AD-72D9-8854-52AC-38B95F375C0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83064" y="1371096"/>
                  <a:ext cx="2228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C26BDC6A-248A-7C58-D722-61C0B54F6C88}"/>
                    </a:ext>
                  </a:extLst>
                </p14:cNvPr>
                <p14:cNvContentPartPr/>
                <p14:nvPr/>
              </p14:nvContentPartPr>
              <p14:xfrm>
                <a:off x="1942344" y="1329696"/>
                <a:ext cx="360" cy="360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C26BDC6A-248A-7C58-D722-61C0B54F6C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36224" y="132357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BA7292FF-57CC-9DDF-5A68-8B66ED0349D8}"/>
                    </a:ext>
                  </a:extLst>
                </p14:cNvPr>
                <p14:cNvContentPartPr/>
                <p14:nvPr/>
              </p14:nvContentPartPr>
              <p14:xfrm>
                <a:off x="1896264" y="1481976"/>
                <a:ext cx="142920" cy="30960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BA7292FF-57CC-9DDF-5A68-8B66ED0349D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90144" y="1475856"/>
                  <a:ext cx="155160" cy="32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76235227-D361-5C4B-01BE-0B88D36E4369}"/>
                  </a:ext>
                </a:extLst>
              </p14:cNvPr>
              <p14:cNvContentPartPr/>
              <p14:nvPr/>
            </p14:nvContentPartPr>
            <p14:xfrm>
              <a:off x="4180104" y="2591136"/>
              <a:ext cx="149400" cy="13644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76235227-D361-5C4B-01BE-0B88D36E436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73984" y="2585016"/>
                <a:ext cx="161640" cy="14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Agrupar 9">
            <a:extLst>
              <a:ext uri="{FF2B5EF4-FFF2-40B4-BE49-F238E27FC236}">
                <a16:creationId xmlns:a16="http://schemas.microsoft.com/office/drawing/2014/main" id="{97B6DF88-73C4-7E0E-41E2-E5F80CCC9D75}"/>
              </a:ext>
            </a:extLst>
          </p:cNvPr>
          <p:cNvGrpSpPr/>
          <p:nvPr/>
        </p:nvGrpSpPr>
        <p:grpSpPr>
          <a:xfrm>
            <a:off x="4180824" y="1825416"/>
            <a:ext cx="735120" cy="442800"/>
            <a:chOff x="4180824" y="1825416"/>
            <a:chExt cx="735120" cy="44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A35846C6-6120-A369-48C6-C1BA4C37A5C8}"/>
                    </a:ext>
                  </a:extLst>
                </p14:cNvPr>
                <p14:cNvContentPartPr/>
                <p14:nvPr/>
              </p14:nvContentPartPr>
              <p14:xfrm>
                <a:off x="4180824" y="1825416"/>
                <a:ext cx="254520" cy="29988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A35846C6-6120-A369-48C6-C1BA4C37A5C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74704" y="1819296"/>
                  <a:ext cx="2667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6CF74BFE-7C41-F571-3EBB-64722C585EE5}"/>
                    </a:ext>
                  </a:extLst>
                </p14:cNvPr>
                <p14:cNvContentPartPr/>
                <p14:nvPr/>
              </p14:nvContentPartPr>
              <p14:xfrm>
                <a:off x="4612824" y="2007936"/>
                <a:ext cx="303120" cy="260280"/>
              </p14:xfrm>
            </p:contentPart>
          </mc:Choice>
          <mc:Fallback xmlns=""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6CF74BFE-7C41-F571-3EBB-64722C585EE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06704" y="2001816"/>
                  <a:ext cx="315360" cy="27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113EF641-3B46-CED3-EF65-05C4DA241ADD}"/>
              </a:ext>
            </a:extLst>
          </p:cNvPr>
          <p:cNvGrpSpPr/>
          <p:nvPr/>
        </p:nvGrpSpPr>
        <p:grpSpPr>
          <a:xfrm>
            <a:off x="2522304" y="3897576"/>
            <a:ext cx="653400" cy="790200"/>
            <a:chOff x="2522304" y="3897576"/>
            <a:chExt cx="653400" cy="79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A79DF46C-3256-AD46-2DAC-B4648542143E}"/>
                    </a:ext>
                  </a:extLst>
                </p14:cNvPr>
                <p14:cNvContentPartPr/>
                <p14:nvPr/>
              </p14:nvContentPartPr>
              <p14:xfrm>
                <a:off x="2723184" y="4498056"/>
                <a:ext cx="168120" cy="18972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A79DF46C-3256-AD46-2DAC-B4648542143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17051" y="4491936"/>
                  <a:ext cx="180386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9247E25C-6CCD-ED0E-7E7A-9F38005137F8}"/>
                    </a:ext>
                  </a:extLst>
                </p14:cNvPr>
                <p14:cNvContentPartPr/>
                <p14:nvPr/>
              </p14:nvContentPartPr>
              <p14:xfrm>
                <a:off x="2522304" y="3897576"/>
                <a:ext cx="309960" cy="27432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9247E25C-6CCD-ED0E-7E7A-9F38005137F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16184" y="3891456"/>
                  <a:ext cx="3222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EC34403D-1CF2-267D-CDE4-DDB60AE2A564}"/>
                    </a:ext>
                  </a:extLst>
                </p14:cNvPr>
                <p14:cNvContentPartPr/>
                <p14:nvPr/>
              </p14:nvContentPartPr>
              <p14:xfrm>
                <a:off x="2928744" y="4071816"/>
                <a:ext cx="246960" cy="315720"/>
              </p14:xfrm>
            </p:contentPart>
          </mc:Choice>
          <mc:Fallback xmlns=""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EC34403D-1CF2-267D-CDE4-DDB60AE2A56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22624" y="4065696"/>
                  <a:ext cx="259200" cy="32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C69588D3-0BE7-B366-57AC-F1D27C3F060D}"/>
                  </a:ext>
                </a:extLst>
              </p14:cNvPr>
              <p14:cNvContentPartPr/>
              <p14:nvPr/>
            </p14:nvContentPartPr>
            <p14:xfrm>
              <a:off x="1459584" y="1883376"/>
              <a:ext cx="663840" cy="815760"/>
            </p14:xfrm>
          </p:contentPart>
        </mc:Choice>
        <mc:Fallback xmlns=""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C69588D3-0BE7-B366-57AC-F1D27C3F060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453464" y="1877253"/>
                <a:ext cx="676080" cy="8280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" name="Tinta 17">
                <a:extLst>
                  <a:ext uri="{FF2B5EF4-FFF2-40B4-BE49-F238E27FC236}">
                    <a16:creationId xmlns:a16="http://schemas.microsoft.com/office/drawing/2014/main" id="{F9BA0428-A1B6-6C75-020D-541B95F1588C}"/>
                  </a:ext>
                </a:extLst>
              </p14:cNvPr>
              <p14:cNvContentPartPr/>
              <p14:nvPr/>
            </p14:nvContentPartPr>
            <p14:xfrm>
              <a:off x="3868344" y="2387016"/>
              <a:ext cx="686880" cy="689760"/>
            </p14:xfrm>
          </p:contentPart>
        </mc:Choice>
        <mc:Fallback xmlns="">
          <p:pic>
            <p:nvPicPr>
              <p:cNvPr id="18" name="Tinta 17">
                <a:extLst>
                  <a:ext uri="{FF2B5EF4-FFF2-40B4-BE49-F238E27FC236}">
                    <a16:creationId xmlns:a16="http://schemas.microsoft.com/office/drawing/2014/main" id="{F9BA0428-A1B6-6C75-020D-541B95F1588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862224" y="2380896"/>
                <a:ext cx="699120" cy="70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Agrupar 18">
            <a:extLst>
              <a:ext uri="{FF2B5EF4-FFF2-40B4-BE49-F238E27FC236}">
                <a16:creationId xmlns:a16="http://schemas.microsoft.com/office/drawing/2014/main" id="{336303DA-D40A-DF95-DF89-15EB289F57FA}"/>
              </a:ext>
            </a:extLst>
          </p:cNvPr>
          <p:cNvGrpSpPr/>
          <p:nvPr/>
        </p:nvGrpSpPr>
        <p:grpSpPr>
          <a:xfrm>
            <a:off x="2002464" y="555696"/>
            <a:ext cx="1512360" cy="2099160"/>
            <a:chOff x="2002464" y="555696"/>
            <a:chExt cx="1512360" cy="209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28A166ED-C97F-9AFB-DD22-4CF889AE1E88}"/>
                    </a:ext>
                  </a:extLst>
                </p14:cNvPr>
                <p14:cNvContentPartPr/>
                <p14:nvPr/>
              </p14:nvContentPartPr>
              <p14:xfrm>
                <a:off x="2002464" y="831456"/>
                <a:ext cx="280080" cy="37188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28A166ED-C97F-9AFB-DD22-4CF889AE1E8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96336" y="825336"/>
                  <a:ext cx="292336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AEBD80B7-9A26-18A1-9CD1-53DC3473D92C}"/>
                    </a:ext>
                  </a:extLst>
                </p14:cNvPr>
                <p14:cNvContentPartPr/>
                <p14:nvPr/>
              </p14:nvContentPartPr>
              <p14:xfrm>
                <a:off x="2422944" y="584856"/>
                <a:ext cx="171360" cy="76032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AEBD80B7-9A26-18A1-9CD1-53DC3473D92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16824" y="578736"/>
                  <a:ext cx="183600" cy="77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91049B60-6A9B-EDF4-F450-E4766A692723}"/>
                    </a:ext>
                  </a:extLst>
                </p14:cNvPr>
                <p14:cNvContentPartPr/>
                <p14:nvPr/>
              </p14:nvContentPartPr>
              <p14:xfrm>
                <a:off x="2621664" y="907416"/>
                <a:ext cx="291960" cy="37152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91049B60-6A9B-EDF4-F450-E4766A69272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15544" y="901296"/>
                  <a:ext cx="30420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398DB4D5-FDBD-6D10-F104-E09EBB4BCC96}"/>
                    </a:ext>
                  </a:extLst>
                </p14:cNvPr>
                <p14:cNvContentPartPr/>
                <p14:nvPr/>
              </p14:nvContentPartPr>
              <p14:xfrm>
                <a:off x="3009744" y="1085976"/>
                <a:ext cx="261720" cy="30924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398DB4D5-FDBD-6D10-F104-E09EBB4BCC9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03624" y="1079856"/>
                  <a:ext cx="2739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F7491BAC-701C-AD73-4107-B085F18027B5}"/>
                    </a:ext>
                  </a:extLst>
                </p14:cNvPr>
                <p14:cNvContentPartPr/>
                <p14:nvPr/>
              </p14:nvContentPartPr>
              <p14:xfrm>
                <a:off x="3289104" y="555696"/>
                <a:ext cx="225720" cy="96552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F7491BAC-701C-AD73-4107-B085F18027B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82974" y="549578"/>
                  <a:ext cx="237980" cy="9777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E1E62A02-0526-FFB7-56E5-E3F508E083C7}"/>
                    </a:ext>
                  </a:extLst>
                </p14:cNvPr>
                <p14:cNvContentPartPr/>
                <p14:nvPr/>
              </p14:nvContentPartPr>
              <p14:xfrm>
                <a:off x="2332944" y="1537416"/>
                <a:ext cx="513000" cy="101052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E1E62A02-0526-FFB7-56E5-E3F508E083C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326828" y="1531296"/>
                  <a:ext cx="525231" cy="10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ABDE0E8C-E864-B327-46E2-AEA6A9867E45}"/>
                    </a:ext>
                  </a:extLst>
                </p14:cNvPr>
                <p14:cNvContentPartPr/>
                <p14:nvPr/>
              </p14:nvContentPartPr>
              <p14:xfrm>
                <a:off x="2144304" y="2388816"/>
                <a:ext cx="262440" cy="26604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ABDE0E8C-E864-B327-46E2-AEA6A9867E4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38184" y="2382696"/>
                  <a:ext cx="27468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65458807-C8B5-FC6F-CEB0-4D8559453E6C}"/>
              </a:ext>
            </a:extLst>
          </p:cNvPr>
          <p:cNvGrpSpPr/>
          <p:nvPr/>
        </p:nvGrpSpPr>
        <p:grpSpPr>
          <a:xfrm>
            <a:off x="4677264" y="1789056"/>
            <a:ext cx="2005560" cy="1359000"/>
            <a:chOff x="4677264" y="1789056"/>
            <a:chExt cx="2005560" cy="135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D8EFA263-1454-78EC-9D8C-F16910B32283}"/>
                    </a:ext>
                  </a:extLst>
                </p14:cNvPr>
                <p14:cNvContentPartPr/>
                <p14:nvPr/>
              </p14:nvContentPartPr>
              <p14:xfrm>
                <a:off x="5101704" y="2035296"/>
                <a:ext cx="372960" cy="45504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D8EFA263-1454-78EC-9D8C-F16910B3228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95584" y="2029176"/>
                  <a:ext cx="38520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ED2EE1DD-CE8A-7B1A-2F7F-9CCE599265DC}"/>
                    </a:ext>
                  </a:extLst>
                </p14:cNvPr>
                <p14:cNvContentPartPr/>
                <p14:nvPr/>
              </p14:nvContentPartPr>
              <p14:xfrm>
                <a:off x="5602464" y="1789056"/>
                <a:ext cx="223200" cy="80712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ED2EE1DD-CE8A-7B1A-2F7F-9CCE599265D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96344" y="1782936"/>
                  <a:ext cx="235440" cy="8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35F85873-99FF-526B-866F-F7A98A047903}"/>
                    </a:ext>
                  </a:extLst>
                </p14:cNvPr>
                <p14:cNvContentPartPr/>
                <p14:nvPr/>
              </p14:nvContentPartPr>
              <p14:xfrm>
                <a:off x="5906304" y="2073816"/>
                <a:ext cx="208080" cy="36648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35F85873-99FF-526B-866F-F7A98A04790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00195" y="2067696"/>
                  <a:ext cx="220299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CDD07B5F-7A9A-8844-7220-E9A704C3CC80}"/>
                    </a:ext>
                  </a:extLst>
                </p14:cNvPr>
                <p14:cNvContentPartPr/>
                <p14:nvPr/>
              </p14:nvContentPartPr>
              <p14:xfrm>
                <a:off x="6174144" y="2251656"/>
                <a:ext cx="381600" cy="32796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CDD07B5F-7A9A-8844-7220-E9A704C3CC8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68018" y="2245536"/>
                  <a:ext cx="393852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9D8DCA81-4DE7-6CCE-D749-75416374C865}"/>
                    </a:ext>
                  </a:extLst>
                </p14:cNvPr>
                <p14:cNvContentPartPr/>
                <p14:nvPr/>
              </p14:nvContentPartPr>
              <p14:xfrm>
                <a:off x="6502824" y="1852056"/>
                <a:ext cx="180000" cy="90144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9D8DCA81-4DE7-6CCE-D749-75416374C86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496692" y="1845936"/>
                  <a:ext cx="192265" cy="9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35A3AE11-6273-A80F-F95D-B58824D5F84C}"/>
                    </a:ext>
                  </a:extLst>
                </p14:cNvPr>
                <p14:cNvContentPartPr/>
                <p14:nvPr/>
              </p14:nvContentPartPr>
              <p14:xfrm>
                <a:off x="4839624" y="2906496"/>
                <a:ext cx="1119960" cy="24156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35A3AE11-6273-A80F-F95D-B58824D5F84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33504" y="2900367"/>
                  <a:ext cx="1132200" cy="2538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092E45C1-7ACD-24CC-F0EE-051111B51B9A}"/>
                    </a:ext>
                  </a:extLst>
                </p14:cNvPr>
                <p14:cNvContentPartPr/>
                <p14:nvPr/>
              </p14:nvContentPartPr>
              <p14:xfrm>
                <a:off x="4677264" y="2778696"/>
                <a:ext cx="217440" cy="25092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092E45C1-7ACD-24CC-F0EE-051111B51B9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671144" y="2772585"/>
                  <a:ext cx="229680" cy="26314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375FCA9F-B2B6-0A6F-53DC-DD2C272876E4}"/>
              </a:ext>
            </a:extLst>
          </p:cNvPr>
          <p:cNvGrpSpPr/>
          <p:nvPr/>
        </p:nvGrpSpPr>
        <p:grpSpPr>
          <a:xfrm>
            <a:off x="2420784" y="4332816"/>
            <a:ext cx="3245760" cy="1021320"/>
            <a:chOff x="2420784" y="4332816"/>
            <a:chExt cx="3245760" cy="102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3BD9750E-218E-8BA2-0364-1B841028A47F}"/>
                    </a:ext>
                  </a:extLst>
                </p14:cNvPr>
                <p14:cNvContentPartPr/>
                <p14:nvPr/>
              </p14:nvContentPartPr>
              <p14:xfrm>
                <a:off x="2420784" y="4332816"/>
                <a:ext cx="712800" cy="692640"/>
              </p14:xfrm>
            </p:contentPart>
          </mc:Choice>
          <mc:Fallback xmlns=""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3BD9750E-218E-8BA2-0364-1B841028A47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14664" y="4326696"/>
                  <a:ext cx="72504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8A13BD4E-3B4C-EDE8-A4C5-6CFFDF0958B3}"/>
                    </a:ext>
                  </a:extLst>
                </p14:cNvPr>
                <p14:cNvContentPartPr/>
                <p14:nvPr/>
              </p14:nvContentPartPr>
              <p14:xfrm>
                <a:off x="2587104" y="4606056"/>
                <a:ext cx="491400" cy="23364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8A13BD4E-3B4C-EDE8-A4C5-6CFFDF0958B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80984" y="4599936"/>
                  <a:ext cx="5036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7BFCCBEC-A570-F305-7BB0-10CC2197338F}"/>
                    </a:ext>
                  </a:extLst>
                </p14:cNvPr>
                <p14:cNvContentPartPr/>
                <p14:nvPr/>
              </p14:nvContentPartPr>
              <p14:xfrm>
                <a:off x="3365424" y="4796856"/>
                <a:ext cx="397800" cy="4140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7BFCCBEC-A570-F305-7BB0-10CC2197338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359304" y="4790682"/>
                  <a:ext cx="410040" cy="537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205409E8-509B-6387-BDB0-6AFFB1A5DA57}"/>
                    </a:ext>
                  </a:extLst>
                </p14:cNvPr>
                <p14:cNvContentPartPr/>
                <p14:nvPr/>
              </p14:nvContentPartPr>
              <p14:xfrm>
                <a:off x="4109184" y="4596696"/>
                <a:ext cx="307440" cy="392760"/>
              </p14:xfrm>
            </p:contentPart>
          </mc:Choice>
          <mc:Fallback xmlns=""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205409E8-509B-6387-BDB0-6AFFB1A5DA5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103071" y="4590570"/>
                  <a:ext cx="319666" cy="405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B4A0EDBA-B092-1DFD-5030-48226EC2B8F7}"/>
                    </a:ext>
                  </a:extLst>
                </p14:cNvPr>
                <p14:cNvContentPartPr/>
                <p14:nvPr/>
              </p14:nvContentPartPr>
              <p14:xfrm>
                <a:off x="4476744" y="4502016"/>
                <a:ext cx="249480" cy="67104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B4A0EDBA-B092-1DFD-5030-48226EC2B8F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470633" y="4495896"/>
                  <a:ext cx="261702" cy="68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4562F445-0A61-E2D9-C291-C4B981F4FFC6}"/>
                    </a:ext>
                  </a:extLst>
                </p14:cNvPr>
                <p14:cNvContentPartPr/>
                <p14:nvPr/>
              </p14:nvContentPartPr>
              <p14:xfrm>
                <a:off x="4746744" y="4701816"/>
                <a:ext cx="257040" cy="37260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4562F445-0A61-E2D9-C291-C4B981F4FFC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40624" y="4695696"/>
                  <a:ext cx="26928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F2FFE267-E333-0FF6-EFF5-E88EA6B4B600}"/>
                    </a:ext>
                  </a:extLst>
                </p14:cNvPr>
                <p14:cNvContentPartPr/>
                <p14:nvPr/>
              </p14:nvContentPartPr>
              <p14:xfrm>
                <a:off x="5104584" y="4912056"/>
                <a:ext cx="185760" cy="44208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F2FFE267-E333-0FF6-EFF5-E88EA6B4B60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98464" y="4905936"/>
                  <a:ext cx="19800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A7E40CB1-8874-8ABB-E630-C0012E4AE163}"/>
                    </a:ext>
                  </a:extLst>
                </p14:cNvPr>
                <p14:cNvContentPartPr/>
                <p14:nvPr/>
              </p14:nvContentPartPr>
              <p14:xfrm>
                <a:off x="5365944" y="4415976"/>
                <a:ext cx="300600" cy="87228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A7E40CB1-8874-8ABB-E630-C0012E4AE16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359824" y="4409853"/>
                  <a:ext cx="312840" cy="8845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C5D325F1-C958-8798-9433-0682995E83F1}"/>
                    </a:ext>
                  </a:extLst>
                </p14:cNvPr>
                <p14:cNvContentPartPr/>
                <p14:nvPr/>
              </p14:nvContentPartPr>
              <p14:xfrm>
                <a:off x="3351384" y="4811616"/>
                <a:ext cx="499320" cy="3096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C5D325F1-C958-8798-9433-0682995E83F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345264" y="4805496"/>
                  <a:ext cx="5115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E755F63B-E40C-41B9-DECD-CBA3D0661640}"/>
                    </a:ext>
                  </a:extLst>
                </p14:cNvPr>
                <p14:cNvContentPartPr/>
                <p14:nvPr/>
              </p14:nvContentPartPr>
              <p14:xfrm>
                <a:off x="3264624" y="4666896"/>
                <a:ext cx="218880" cy="234360"/>
              </p14:xfrm>
            </p:contentPart>
          </mc:Choice>
          <mc:Fallback xmlns=""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E755F63B-E40C-41B9-DECD-CBA3D066164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258504" y="4660776"/>
                  <a:ext cx="231120" cy="24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FF45207C-1FFD-90CD-D0B9-29D9AFD4BD83}"/>
              </a:ext>
            </a:extLst>
          </p:cNvPr>
          <p:cNvGrpSpPr/>
          <p:nvPr/>
        </p:nvGrpSpPr>
        <p:grpSpPr>
          <a:xfrm>
            <a:off x="3642984" y="1875641"/>
            <a:ext cx="1346760" cy="1457630"/>
            <a:chOff x="3607704" y="2195136"/>
            <a:chExt cx="712800" cy="77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371E4EE8-05F3-5A8B-CB0D-AE7E1FA0988B}"/>
                    </a:ext>
                  </a:extLst>
                </p14:cNvPr>
                <p14:cNvContentPartPr/>
                <p14:nvPr/>
              </p14:nvContentPartPr>
              <p14:xfrm>
                <a:off x="3607704" y="2207736"/>
                <a:ext cx="691560" cy="758880"/>
              </p14:xfrm>
            </p:contentPart>
          </mc:Choice>
          <mc:Fallback xmlns=""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371E4EE8-05F3-5A8B-CB0D-AE7E1FA0988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04464" y="2204496"/>
                  <a:ext cx="698041" cy="76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1DE7B3FB-BD7C-72CF-E3EC-5EF9FA9F3A56}"/>
                    </a:ext>
                  </a:extLst>
                </p14:cNvPr>
                <p14:cNvContentPartPr/>
                <p14:nvPr/>
              </p14:nvContentPartPr>
              <p14:xfrm>
                <a:off x="3658824" y="2195136"/>
                <a:ext cx="661680" cy="69840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1DE7B3FB-BD7C-72CF-E3EC-5EF9FA9F3A5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655583" y="2191896"/>
                  <a:ext cx="668161" cy="70488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AED3443A-2669-C500-7FCD-5F6C6F52054E}"/>
              </a:ext>
            </a:extLst>
          </p:cNvPr>
          <p:cNvGrpSpPr/>
          <p:nvPr/>
        </p:nvGrpSpPr>
        <p:grpSpPr>
          <a:xfrm>
            <a:off x="2129454" y="3996493"/>
            <a:ext cx="1182420" cy="1219126"/>
            <a:chOff x="2552184" y="3739536"/>
            <a:chExt cx="707400" cy="72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3AA97E7C-AE2E-EA75-8303-C23EF978DE62}"/>
                    </a:ext>
                  </a:extLst>
                </p14:cNvPr>
                <p14:cNvContentPartPr/>
                <p14:nvPr/>
              </p14:nvContentPartPr>
              <p14:xfrm>
                <a:off x="2552184" y="3785616"/>
                <a:ext cx="684000" cy="683280"/>
              </p14:xfrm>
            </p:contentPart>
          </mc:Choice>
          <mc:Fallback xmlns=""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3AA97E7C-AE2E-EA75-8303-C23EF978DE6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548520" y="3781953"/>
                  <a:ext cx="691327" cy="6906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577E8B29-9852-80DC-6D64-B5814E3D77FF}"/>
                    </a:ext>
                  </a:extLst>
                </p14:cNvPr>
                <p14:cNvContentPartPr/>
                <p14:nvPr/>
              </p14:nvContentPartPr>
              <p14:xfrm>
                <a:off x="2582424" y="3739536"/>
                <a:ext cx="677160" cy="603720"/>
              </p14:xfrm>
            </p:contentPart>
          </mc:Choice>
          <mc:Fallback xmlns=""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577E8B29-9852-80DC-6D64-B5814E3D77F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578763" y="3735873"/>
                  <a:ext cx="684483" cy="61104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Agrupar 83">
            <a:extLst>
              <a:ext uri="{FF2B5EF4-FFF2-40B4-BE49-F238E27FC236}">
                <a16:creationId xmlns:a16="http://schemas.microsoft.com/office/drawing/2014/main" id="{C0ACCBCD-52EB-E7C0-B058-A8BCFD6410DC}"/>
              </a:ext>
            </a:extLst>
          </p:cNvPr>
          <p:cNvGrpSpPr/>
          <p:nvPr/>
        </p:nvGrpSpPr>
        <p:grpSpPr>
          <a:xfrm>
            <a:off x="6140232" y="3560256"/>
            <a:ext cx="438480" cy="474480"/>
            <a:chOff x="4310784" y="4097376"/>
            <a:chExt cx="438480" cy="47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38CCD6FB-16A0-C0DA-449E-E6B41311F2E2}"/>
                    </a:ext>
                  </a:extLst>
                </p14:cNvPr>
                <p14:cNvContentPartPr/>
                <p14:nvPr/>
              </p14:nvContentPartPr>
              <p14:xfrm>
                <a:off x="4310784" y="4097376"/>
                <a:ext cx="438480" cy="47088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38CCD6FB-16A0-C0DA-449E-E6B41311F2E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04664" y="4091251"/>
                  <a:ext cx="450720" cy="4831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6D627ED1-F8F0-DB7B-09C6-A0ABB12A5603}"/>
                    </a:ext>
                  </a:extLst>
                </p14:cNvPr>
                <p14:cNvContentPartPr/>
                <p14:nvPr/>
              </p14:nvContentPartPr>
              <p14:xfrm>
                <a:off x="4365864" y="4108176"/>
                <a:ext cx="320040" cy="46368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6D627ED1-F8F0-DB7B-09C6-A0ABB12A560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359744" y="4102056"/>
                  <a:ext cx="332280" cy="47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88" name="Tinta 87">
                <a:extLst>
                  <a:ext uri="{FF2B5EF4-FFF2-40B4-BE49-F238E27FC236}">
                    <a16:creationId xmlns:a16="http://schemas.microsoft.com/office/drawing/2014/main" id="{A73DC85B-4D06-F176-3D8F-85A9FC5E4DCD}"/>
                  </a:ext>
                </a:extLst>
              </p14:cNvPr>
              <p14:cNvContentPartPr/>
              <p14:nvPr/>
            </p14:nvContentPartPr>
            <p14:xfrm>
              <a:off x="1193810" y="1824848"/>
              <a:ext cx="1118358" cy="950021"/>
            </p14:xfrm>
          </p:contentPart>
        </mc:Choice>
        <mc:Fallback xmlns="">
          <p:pic>
            <p:nvPicPr>
              <p:cNvPr id="88" name="Tinta 87">
                <a:extLst>
                  <a:ext uri="{FF2B5EF4-FFF2-40B4-BE49-F238E27FC236}">
                    <a16:creationId xmlns:a16="http://schemas.microsoft.com/office/drawing/2014/main" id="{A73DC85B-4D06-F176-3D8F-85A9FC5E4DC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187687" y="1818726"/>
                <a:ext cx="1130604" cy="9622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89" name="Tinta 88">
                <a:extLst>
                  <a:ext uri="{FF2B5EF4-FFF2-40B4-BE49-F238E27FC236}">
                    <a16:creationId xmlns:a16="http://schemas.microsoft.com/office/drawing/2014/main" id="{078F77E7-3799-4DBE-0909-7784ADC4BF5A}"/>
                  </a:ext>
                </a:extLst>
              </p14:cNvPr>
              <p14:cNvContentPartPr/>
              <p14:nvPr/>
            </p14:nvContentPartPr>
            <p14:xfrm>
              <a:off x="1255648" y="1831176"/>
              <a:ext cx="1057523" cy="902520"/>
            </p14:xfrm>
          </p:contentPart>
        </mc:Choice>
        <mc:Fallback xmlns="">
          <p:pic>
            <p:nvPicPr>
              <p:cNvPr id="89" name="Tinta 88">
                <a:extLst>
                  <a:ext uri="{FF2B5EF4-FFF2-40B4-BE49-F238E27FC236}">
                    <a16:creationId xmlns:a16="http://schemas.microsoft.com/office/drawing/2014/main" id="{078F77E7-3799-4DBE-0909-7784ADC4BF5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249527" y="1825051"/>
                <a:ext cx="1069765" cy="9147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073924D2-BF1F-0BB9-A47B-8C3B7AD554DE}"/>
                  </a:ext>
                </a:extLst>
              </p14:cNvPr>
              <p14:cNvContentPartPr/>
              <p14:nvPr/>
            </p14:nvContentPartPr>
            <p14:xfrm>
              <a:off x="2157264" y="1267776"/>
              <a:ext cx="141120" cy="6948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073924D2-BF1F-0BB9-A47B-8C3B7AD554D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151144" y="1261656"/>
                <a:ext cx="15336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E85F16B1-FB30-7332-63AC-BA012D43A058}"/>
                  </a:ext>
                </a:extLst>
              </p14:cNvPr>
              <p14:cNvContentPartPr/>
              <p14:nvPr/>
            </p14:nvContentPartPr>
            <p14:xfrm>
              <a:off x="1389024" y="1911096"/>
              <a:ext cx="865800" cy="83520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E85F16B1-FB30-7332-63AC-BA012D43A05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382904" y="1904976"/>
                <a:ext cx="878040" cy="84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2" name="Tinta 51">
                <a:extLst>
                  <a:ext uri="{FF2B5EF4-FFF2-40B4-BE49-F238E27FC236}">
                    <a16:creationId xmlns:a16="http://schemas.microsoft.com/office/drawing/2014/main" id="{EE66272F-9A88-A911-1E18-C310F946B3FE}"/>
                  </a:ext>
                </a:extLst>
              </p14:cNvPr>
              <p14:cNvContentPartPr/>
              <p14:nvPr/>
            </p14:nvContentPartPr>
            <p14:xfrm>
              <a:off x="3891744" y="2395656"/>
              <a:ext cx="1005480" cy="790560"/>
            </p14:xfrm>
          </p:contentPart>
        </mc:Choice>
        <mc:Fallback xmlns="">
          <p:pic>
            <p:nvPicPr>
              <p:cNvPr id="52" name="Tinta 51">
                <a:extLst>
                  <a:ext uri="{FF2B5EF4-FFF2-40B4-BE49-F238E27FC236}">
                    <a16:creationId xmlns:a16="http://schemas.microsoft.com/office/drawing/2014/main" id="{EE66272F-9A88-A911-1E18-C310F946B3F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885624" y="2389536"/>
                <a:ext cx="1017720" cy="80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3" name="Tinta 52">
                <a:extLst>
                  <a:ext uri="{FF2B5EF4-FFF2-40B4-BE49-F238E27FC236}">
                    <a16:creationId xmlns:a16="http://schemas.microsoft.com/office/drawing/2014/main" id="{D7744272-CEB9-517F-7858-F6D8016E194E}"/>
                  </a:ext>
                </a:extLst>
              </p14:cNvPr>
              <p14:cNvContentPartPr/>
              <p14:nvPr/>
            </p14:nvContentPartPr>
            <p14:xfrm>
              <a:off x="3884544" y="2406096"/>
              <a:ext cx="1022400" cy="704520"/>
            </p14:xfrm>
          </p:contentPart>
        </mc:Choice>
        <mc:Fallback xmlns="">
          <p:pic>
            <p:nvPicPr>
              <p:cNvPr id="53" name="Tinta 52">
                <a:extLst>
                  <a:ext uri="{FF2B5EF4-FFF2-40B4-BE49-F238E27FC236}">
                    <a16:creationId xmlns:a16="http://schemas.microsoft.com/office/drawing/2014/main" id="{D7744272-CEB9-517F-7858-F6D8016E194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878424" y="2399976"/>
                <a:ext cx="1034640" cy="71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92" name="Tinta 91">
                <a:extLst>
                  <a:ext uri="{FF2B5EF4-FFF2-40B4-BE49-F238E27FC236}">
                    <a16:creationId xmlns:a16="http://schemas.microsoft.com/office/drawing/2014/main" id="{5DF82173-1ACE-D040-C954-60A844CE2193}"/>
                  </a:ext>
                </a:extLst>
              </p14:cNvPr>
              <p14:cNvContentPartPr/>
              <p14:nvPr/>
            </p14:nvContentPartPr>
            <p14:xfrm>
              <a:off x="701064" y="2962656"/>
              <a:ext cx="372960" cy="362880"/>
            </p14:xfrm>
          </p:contentPart>
        </mc:Choice>
        <mc:Fallback xmlns="">
          <p:pic>
            <p:nvPicPr>
              <p:cNvPr id="92" name="Tinta 91">
                <a:extLst>
                  <a:ext uri="{FF2B5EF4-FFF2-40B4-BE49-F238E27FC236}">
                    <a16:creationId xmlns:a16="http://schemas.microsoft.com/office/drawing/2014/main" id="{5DF82173-1ACE-D040-C954-60A844CE219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94944" y="2956536"/>
                <a:ext cx="38520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2" name="Tinta 101">
                <a:extLst>
                  <a:ext uri="{FF2B5EF4-FFF2-40B4-BE49-F238E27FC236}">
                    <a16:creationId xmlns:a16="http://schemas.microsoft.com/office/drawing/2014/main" id="{E68EF00D-C47E-9A31-7F64-15BD4EFAAAE5}"/>
                  </a:ext>
                </a:extLst>
              </p14:cNvPr>
              <p14:cNvContentPartPr/>
              <p14:nvPr/>
            </p14:nvContentPartPr>
            <p14:xfrm>
              <a:off x="963144" y="3332376"/>
              <a:ext cx="219240" cy="226080"/>
            </p14:xfrm>
          </p:contentPart>
        </mc:Choice>
        <mc:Fallback xmlns="">
          <p:pic>
            <p:nvPicPr>
              <p:cNvPr id="102" name="Tinta 101">
                <a:extLst>
                  <a:ext uri="{FF2B5EF4-FFF2-40B4-BE49-F238E27FC236}">
                    <a16:creationId xmlns:a16="http://schemas.microsoft.com/office/drawing/2014/main" id="{E68EF00D-C47E-9A31-7F64-15BD4EFAAAE5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57024" y="3326256"/>
                <a:ext cx="231480" cy="23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Agrupar 109">
            <a:extLst>
              <a:ext uri="{FF2B5EF4-FFF2-40B4-BE49-F238E27FC236}">
                <a16:creationId xmlns:a16="http://schemas.microsoft.com/office/drawing/2014/main" id="{D4A6033A-B2B2-E9AE-8F6B-84D9BFC37500}"/>
              </a:ext>
            </a:extLst>
          </p:cNvPr>
          <p:cNvGrpSpPr/>
          <p:nvPr/>
        </p:nvGrpSpPr>
        <p:grpSpPr>
          <a:xfrm>
            <a:off x="4046904" y="2427696"/>
            <a:ext cx="1815840" cy="1568160"/>
            <a:chOff x="4046904" y="2427696"/>
            <a:chExt cx="1815840" cy="156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B7A5CCD5-F4D4-09F9-9050-D4941E43D4AE}"/>
                    </a:ext>
                  </a:extLst>
                </p14:cNvPr>
                <p14:cNvContentPartPr/>
                <p14:nvPr/>
              </p14:nvContentPartPr>
              <p14:xfrm>
                <a:off x="4046904" y="2427696"/>
                <a:ext cx="773640" cy="651600"/>
              </p14:xfrm>
            </p:contentPart>
          </mc:Choice>
          <mc:Fallback xmlns=""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B7A5CCD5-F4D4-09F9-9050-D4941E43D4A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040784" y="2421576"/>
                  <a:ext cx="785880" cy="66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7C9A8AA6-2274-AE6E-E385-522C9A8408CA}"/>
                    </a:ext>
                  </a:extLst>
                </p14:cNvPr>
                <p14:cNvContentPartPr/>
                <p14:nvPr/>
              </p14:nvContentPartPr>
              <p14:xfrm>
                <a:off x="4787424" y="3422016"/>
                <a:ext cx="247680" cy="335520"/>
              </p14:xfrm>
            </p:contentPart>
          </mc:Choice>
          <mc:Fallback xmlns=""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7C9A8AA6-2274-AE6E-E385-522C9A8408C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781304" y="3415896"/>
                  <a:ext cx="25992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ED8882E8-0CD6-C23B-716F-B0A238BD6969}"/>
                    </a:ext>
                  </a:extLst>
                </p14:cNvPr>
                <p14:cNvContentPartPr/>
                <p14:nvPr/>
              </p14:nvContentPartPr>
              <p14:xfrm>
                <a:off x="5053824" y="3709656"/>
                <a:ext cx="118080" cy="208080"/>
              </p14:xfrm>
            </p:contentPart>
          </mc:Choice>
          <mc:Fallback xmlns=""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ED8882E8-0CD6-C23B-716F-B0A238BD696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047704" y="3703536"/>
                  <a:ext cx="130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1A03EA99-B88C-73D7-2D15-A55ECAAB9200}"/>
                    </a:ext>
                  </a:extLst>
                </p14:cNvPr>
                <p14:cNvContentPartPr/>
                <p14:nvPr/>
              </p14:nvContentPartPr>
              <p14:xfrm>
                <a:off x="5332464" y="3299976"/>
                <a:ext cx="165240" cy="546120"/>
              </p14:xfrm>
            </p:contentPart>
          </mc:Choice>
          <mc:Fallback xmlns=""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1A03EA99-B88C-73D7-2D15-A55ECAAB920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326344" y="3293856"/>
                  <a:ext cx="17748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BA35282A-5E70-50B0-2169-9CD04865495E}"/>
                    </a:ext>
                  </a:extLst>
                </p14:cNvPr>
                <p14:cNvContentPartPr/>
                <p14:nvPr/>
              </p14:nvContentPartPr>
              <p14:xfrm>
                <a:off x="5478984" y="3423456"/>
                <a:ext cx="219960" cy="250560"/>
              </p14:xfrm>
            </p:contentPart>
          </mc:Choice>
          <mc:Fallback xmlns=""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BA35282A-5E70-50B0-2169-9CD04865495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472864" y="3417336"/>
                  <a:ext cx="2322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B08E5EEE-4840-0BD9-99B7-D18209B56EE0}"/>
                    </a:ext>
                  </a:extLst>
                </p14:cNvPr>
                <p14:cNvContentPartPr/>
                <p14:nvPr/>
              </p14:nvContentPartPr>
              <p14:xfrm>
                <a:off x="5615064" y="3494736"/>
                <a:ext cx="192960" cy="286200"/>
              </p14:xfrm>
            </p:contentPart>
          </mc:Choice>
          <mc:Fallback xmlns=""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B08E5EEE-4840-0BD9-99B7-D18209B56EE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608944" y="3488616"/>
                  <a:ext cx="2052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98CB6E00-8D3E-AB10-3166-DF22E281FAE8}"/>
                    </a:ext>
                  </a:extLst>
                </p14:cNvPr>
                <p14:cNvContentPartPr/>
                <p14:nvPr/>
              </p14:nvContentPartPr>
              <p14:xfrm>
                <a:off x="5693904" y="3257856"/>
                <a:ext cx="168840" cy="738000"/>
              </p14:xfrm>
            </p:contentPart>
          </mc:Choice>
          <mc:Fallback xmlns=""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98CB6E00-8D3E-AB10-3166-DF22E281FAE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687784" y="3251736"/>
                  <a:ext cx="181080" cy="75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7957331A-792D-E7BD-969F-620E2C3B0EBD}"/>
              </a:ext>
            </a:extLst>
          </p:cNvPr>
          <p:cNvGrpSpPr/>
          <p:nvPr/>
        </p:nvGrpSpPr>
        <p:grpSpPr>
          <a:xfrm>
            <a:off x="2416824" y="4311576"/>
            <a:ext cx="2081160" cy="1707480"/>
            <a:chOff x="2416824" y="4311576"/>
            <a:chExt cx="2081160" cy="170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3ACE7125-6198-070C-1C64-AABCC28B4EC5}"/>
                    </a:ext>
                  </a:extLst>
                </p14:cNvPr>
                <p14:cNvContentPartPr/>
                <p14:nvPr/>
              </p14:nvContentPartPr>
              <p14:xfrm>
                <a:off x="2853144" y="5383296"/>
                <a:ext cx="253800" cy="382320"/>
              </p14:xfrm>
            </p:contentPart>
          </mc:Choice>
          <mc:Fallback xmlns=""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3ACE7125-6198-070C-1C64-AABCC28B4EC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847024" y="5377176"/>
                  <a:ext cx="26604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7D05FEBD-F216-9D5B-B918-5F6959BDEDB7}"/>
                    </a:ext>
                  </a:extLst>
                </p14:cNvPr>
                <p14:cNvContentPartPr/>
                <p14:nvPr/>
              </p14:nvContentPartPr>
              <p14:xfrm>
                <a:off x="3192264" y="5638896"/>
                <a:ext cx="106920" cy="255960"/>
              </p14:xfrm>
            </p:contentPart>
          </mc:Choice>
          <mc:Fallback xmlns=""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7D05FEBD-F216-9D5B-B918-5F6959BDEDB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186144" y="5632776"/>
                  <a:ext cx="1191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AB44109C-D9D9-22D9-5416-DB3CBBE61EBF}"/>
                    </a:ext>
                  </a:extLst>
                </p14:cNvPr>
                <p14:cNvContentPartPr/>
                <p14:nvPr/>
              </p14:nvContentPartPr>
              <p14:xfrm>
                <a:off x="3092904" y="5620536"/>
                <a:ext cx="125280" cy="281160"/>
              </p14:xfrm>
            </p:contentPart>
          </mc:Choice>
          <mc:Fallback xmlns=""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AB44109C-D9D9-22D9-5416-DB3CBBE61EB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086784" y="5614416"/>
                  <a:ext cx="1375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55A1AF30-C508-C18D-688B-B7ABE8B75630}"/>
                    </a:ext>
                  </a:extLst>
                </p14:cNvPr>
                <p14:cNvContentPartPr/>
                <p14:nvPr/>
              </p14:nvContentPartPr>
              <p14:xfrm>
                <a:off x="3404664" y="5304816"/>
                <a:ext cx="104400" cy="585360"/>
              </p14:xfrm>
            </p:contentPart>
          </mc:Choice>
          <mc:Fallback xmlns=""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55A1AF30-C508-C18D-688B-B7ABE8B7563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398544" y="5298696"/>
                  <a:ext cx="116640" cy="5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896C6AC3-8744-80FA-FFDA-72468A3B5DEF}"/>
                    </a:ext>
                  </a:extLst>
                </p14:cNvPr>
                <p14:cNvContentPartPr/>
                <p14:nvPr/>
              </p14:nvContentPartPr>
              <p14:xfrm>
                <a:off x="3695544" y="5467176"/>
                <a:ext cx="178200" cy="302760"/>
              </p14:xfrm>
            </p:contentPart>
          </mc:Choice>
          <mc:Fallback xmlns=""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896C6AC3-8744-80FA-FFDA-72468A3B5DE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689424" y="5461056"/>
                  <a:ext cx="1904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B9890F16-8D91-600A-B5DB-0770CD026003}"/>
                    </a:ext>
                  </a:extLst>
                </p14:cNvPr>
                <p14:cNvContentPartPr/>
                <p14:nvPr/>
              </p14:nvContentPartPr>
              <p14:xfrm>
                <a:off x="3986784" y="5632056"/>
                <a:ext cx="147960" cy="368280"/>
              </p14:xfrm>
            </p:contentPart>
          </mc:Choice>
          <mc:Fallback xmlns=""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B9890F16-8D91-600A-B5DB-0770CD02600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980664" y="5625936"/>
                  <a:ext cx="16020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FF28E54E-B004-A1E2-A3B7-98B201A3BB7B}"/>
                    </a:ext>
                  </a:extLst>
                </p14:cNvPr>
                <p14:cNvContentPartPr/>
                <p14:nvPr/>
              </p14:nvContentPartPr>
              <p14:xfrm>
                <a:off x="4183344" y="5240016"/>
                <a:ext cx="314640" cy="779040"/>
              </p14:xfrm>
            </p:contentPart>
          </mc:Choice>
          <mc:Fallback xmlns=""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FF28E54E-B004-A1E2-A3B7-98B201A3BB7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77224" y="5233896"/>
                  <a:ext cx="326880" cy="79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9BF5182B-7A2A-6680-BFAC-FEEE47B8455D}"/>
                    </a:ext>
                  </a:extLst>
                </p14:cNvPr>
                <p14:cNvContentPartPr/>
                <p14:nvPr/>
              </p14:nvContentPartPr>
              <p14:xfrm>
                <a:off x="2590344" y="5298336"/>
                <a:ext cx="82440" cy="395280"/>
              </p14:xfrm>
            </p:contentPart>
          </mc:Choice>
          <mc:Fallback xmlns=""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9BF5182B-7A2A-6680-BFAC-FEEE47B8455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584224" y="5292216"/>
                  <a:ext cx="9468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55162D47-49F6-8867-9045-7E70C7A0B816}"/>
                    </a:ext>
                  </a:extLst>
                </p14:cNvPr>
                <p14:cNvContentPartPr/>
                <p14:nvPr/>
              </p14:nvContentPartPr>
              <p14:xfrm>
                <a:off x="2552184" y="5231376"/>
                <a:ext cx="136800" cy="88920"/>
              </p14:xfrm>
            </p:contentPart>
          </mc:Choice>
          <mc:Fallback xmlns=""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55162D47-49F6-8867-9045-7E70C7A0B81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546064" y="5225256"/>
                  <a:ext cx="1490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CFA27A81-9C1E-2C60-19D6-468612F6DA40}"/>
                    </a:ext>
                  </a:extLst>
                </p14:cNvPr>
                <p14:cNvContentPartPr/>
                <p14:nvPr/>
              </p14:nvContentPartPr>
              <p14:xfrm>
                <a:off x="2416824" y="4311576"/>
                <a:ext cx="798840" cy="673920"/>
              </p14:xfrm>
            </p:contentPart>
          </mc:Choice>
          <mc:Fallback xmlns=""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CFA27A81-9C1E-2C60-19D6-468612F6DA4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410704" y="4305456"/>
                  <a:ext cx="811080" cy="68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17760F27-8F84-AAAE-6716-A84C338F9AD3}"/>
                    </a:ext>
                  </a:extLst>
                </p14:cNvPr>
                <p14:cNvContentPartPr/>
                <p14:nvPr/>
              </p14:nvContentPartPr>
              <p14:xfrm>
                <a:off x="2421144" y="4342536"/>
                <a:ext cx="820080" cy="569160"/>
              </p14:xfrm>
            </p:contentPart>
          </mc:Choice>
          <mc:Fallback xmlns=""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17760F27-8F84-AAAE-6716-A84C338F9AD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415024" y="4336416"/>
                  <a:ext cx="832320" cy="5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8C43E7D0-BE25-77AB-8C63-AED6678CCD4A}"/>
                    </a:ext>
                  </a:extLst>
                </p14:cNvPr>
                <p14:cNvContentPartPr/>
                <p14:nvPr/>
              </p14:nvContentPartPr>
              <p14:xfrm>
                <a:off x="2601504" y="4478256"/>
                <a:ext cx="522720" cy="517320"/>
              </p14:xfrm>
            </p:contentPart>
          </mc:Choice>
          <mc:Fallback xmlns=""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8C43E7D0-BE25-77AB-8C63-AED6678CCD4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595384" y="4472136"/>
                  <a:ext cx="534960" cy="52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Agrupar 122">
            <a:extLst>
              <a:ext uri="{FF2B5EF4-FFF2-40B4-BE49-F238E27FC236}">
                <a16:creationId xmlns:a16="http://schemas.microsoft.com/office/drawing/2014/main" id="{EA389D60-5C09-1406-8ABA-A535DFA6DA14}"/>
              </a:ext>
            </a:extLst>
          </p:cNvPr>
          <p:cNvGrpSpPr/>
          <p:nvPr/>
        </p:nvGrpSpPr>
        <p:grpSpPr>
          <a:xfrm>
            <a:off x="1332144" y="2120976"/>
            <a:ext cx="952920" cy="1441080"/>
            <a:chOff x="1332144" y="2120976"/>
            <a:chExt cx="952920" cy="144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3DC4E6C5-EBAB-AA6B-D8D3-BB6D50590425}"/>
                    </a:ext>
                  </a:extLst>
                </p14:cNvPr>
                <p14:cNvContentPartPr/>
                <p14:nvPr/>
              </p14:nvContentPartPr>
              <p14:xfrm>
                <a:off x="1332144" y="2944296"/>
                <a:ext cx="162720" cy="537120"/>
              </p14:xfrm>
            </p:contentPart>
          </mc:Choice>
          <mc:Fallback xmlns=""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3DC4E6C5-EBAB-AA6B-D8D3-BB6D5059042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326024" y="2938176"/>
                  <a:ext cx="174960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2B95C0CD-0EA5-6F9E-44E9-56F46EF0B7BF}"/>
                    </a:ext>
                  </a:extLst>
                </p14:cNvPr>
                <p14:cNvContentPartPr/>
                <p14:nvPr/>
              </p14:nvContentPartPr>
              <p14:xfrm>
                <a:off x="1600344" y="3071736"/>
                <a:ext cx="262080" cy="351360"/>
              </p14:xfrm>
            </p:contentPart>
          </mc:Choice>
          <mc:Fallback xmlns=""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2B95C0CD-0EA5-6F9E-44E9-56F46EF0B7B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594224" y="3065616"/>
                  <a:ext cx="27432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CF2442DD-84BD-5AD9-E280-129AD93618FC}"/>
                    </a:ext>
                  </a:extLst>
                </p14:cNvPr>
                <p14:cNvContentPartPr/>
                <p14:nvPr/>
              </p14:nvContentPartPr>
              <p14:xfrm>
                <a:off x="1896264" y="3284136"/>
                <a:ext cx="162360" cy="243360"/>
              </p14:xfrm>
            </p:contentPart>
          </mc:Choice>
          <mc:Fallback xmlns=""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CF2442DD-84BD-5AD9-E280-129AD93618F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890144" y="3278016"/>
                  <a:ext cx="1746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9C63E3A0-2947-843C-A261-6E507722CC61}"/>
                    </a:ext>
                  </a:extLst>
                </p14:cNvPr>
                <p14:cNvContentPartPr/>
                <p14:nvPr/>
              </p14:nvContentPartPr>
              <p14:xfrm>
                <a:off x="2109384" y="2860416"/>
                <a:ext cx="175680" cy="701640"/>
              </p14:xfrm>
            </p:contentPart>
          </mc:Choice>
          <mc:Fallback xmlns=""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9C63E3A0-2947-843C-A261-6E507722CC6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103264" y="2854296"/>
                  <a:ext cx="187920" cy="71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62BE0554-FEB7-F716-BD26-38C31806BBF1}"/>
                    </a:ext>
                  </a:extLst>
                </p14:cNvPr>
                <p14:cNvContentPartPr/>
                <p14:nvPr/>
              </p14:nvContentPartPr>
              <p14:xfrm>
                <a:off x="1615824" y="2120976"/>
                <a:ext cx="476280" cy="655200"/>
              </p14:xfrm>
            </p:contentPart>
          </mc:Choice>
          <mc:Fallback xmlns=""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62BE0554-FEB7-F716-BD26-38C31806BBF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609704" y="2114856"/>
                  <a:ext cx="488520" cy="66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Agrupar 140">
            <a:extLst>
              <a:ext uri="{FF2B5EF4-FFF2-40B4-BE49-F238E27FC236}">
                <a16:creationId xmlns:a16="http://schemas.microsoft.com/office/drawing/2014/main" id="{CE981E9C-20A6-FDF3-98B4-B6050A39DFCE}"/>
              </a:ext>
            </a:extLst>
          </p:cNvPr>
          <p:cNvGrpSpPr/>
          <p:nvPr/>
        </p:nvGrpSpPr>
        <p:grpSpPr>
          <a:xfrm>
            <a:off x="6699024" y="4068216"/>
            <a:ext cx="1464480" cy="2102040"/>
            <a:chOff x="6699024" y="4068216"/>
            <a:chExt cx="1464480" cy="210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80593FF2-648F-9993-AA07-E9BEA796B0B2}"/>
                    </a:ext>
                  </a:extLst>
                </p14:cNvPr>
                <p14:cNvContentPartPr/>
                <p14:nvPr/>
              </p14:nvContentPartPr>
              <p14:xfrm>
                <a:off x="6830424" y="4248216"/>
                <a:ext cx="483120" cy="486000"/>
              </p14:xfrm>
            </p:contentPart>
          </mc:Choice>
          <mc:Fallback xmlns=""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80593FF2-648F-9993-AA07-E9BEA796B0B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824304" y="4242096"/>
                  <a:ext cx="49536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60D223BA-616C-C53D-AE54-3D9CF1123110}"/>
                    </a:ext>
                  </a:extLst>
                </p14:cNvPr>
                <p14:cNvContentPartPr/>
                <p14:nvPr/>
              </p14:nvContentPartPr>
              <p14:xfrm>
                <a:off x="6699024" y="4068216"/>
                <a:ext cx="168480" cy="367200"/>
              </p14:xfrm>
            </p:contentPart>
          </mc:Choice>
          <mc:Fallback xmlns=""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60D223BA-616C-C53D-AE54-3D9CF112311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692904" y="4062096"/>
                  <a:ext cx="18072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2B3AB5B9-9F3D-C74E-0EEF-8F9AD22D4746}"/>
                    </a:ext>
                  </a:extLst>
                </p14:cNvPr>
                <p14:cNvContentPartPr/>
                <p14:nvPr/>
              </p14:nvContentPartPr>
              <p14:xfrm>
                <a:off x="7072704" y="4926096"/>
                <a:ext cx="169200" cy="298440"/>
              </p14:xfrm>
            </p:contentPart>
          </mc:Choice>
          <mc:Fallback xmlns=""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2B3AB5B9-9F3D-C74E-0EEF-8F9AD22D474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066584" y="4919976"/>
                  <a:ext cx="1814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2C6BDD4D-C8F6-8106-849B-FBBBCD9173EB}"/>
                    </a:ext>
                  </a:extLst>
                </p14:cNvPr>
                <p14:cNvContentPartPr/>
                <p14:nvPr/>
              </p14:nvContentPartPr>
              <p14:xfrm>
                <a:off x="7102944" y="5093856"/>
                <a:ext cx="205920" cy="16200"/>
              </p14:xfrm>
            </p:contentPart>
          </mc:Choice>
          <mc:Fallback xmlns=""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2C6BDD4D-C8F6-8106-849B-FBBBCD9173E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096824" y="5087736"/>
                  <a:ext cx="218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65BBB2DE-9927-B91D-A38F-7637758B7BBD}"/>
                    </a:ext>
                  </a:extLst>
                </p14:cNvPr>
                <p14:cNvContentPartPr/>
                <p14:nvPr/>
              </p14:nvContentPartPr>
              <p14:xfrm>
                <a:off x="7384464" y="4989816"/>
                <a:ext cx="18720" cy="144000"/>
              </p14:xfrm>
            </p:contentPart>
          </mc:Choice>
          <mc:Fallback xmlns=""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65BBB2DE-9927-B91D-A38F-7637758B7BB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378344" y="4983696"/>
                  <a:ext cx="309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2F7E95C0-4E8F-A694-0B87-AF3E22BB5F87}"/>
                    </a:ext>
                  </a:extLst>
                </p14:cNvPr>
                <p14:cNvContentPartPr/>
                <p14:nvPr/>
              </p14:nvContentPartPr>
              <p14:xfrm>
                <a:off x="7458264" y="4905936"/>
                <a:ext cx="180720" cy="186840"/>
              </p14:xfrm>
            </p:contentPart>
          </mc:Choice>
          <mc:Fallback xmlns=""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2F7E95C0-4E8F-A694-0B87-AF3E22BB5F8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452144" y="4899816"/>
                  <a:ext cx="1929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A742C44C-4906-EB5B-596E-FC4BB90AD3BA}"/>
                    </a:ext>
                  </a:extLst>
                </p14:cNvPr>
                <p14:cNvContentPartPr/>
                <p14:nvPr/>
              </p14:nvContentPartPr>
              <p14:xfrm>
                <a:off x="7633944" y="4757976"/>
                <a:ext cx="290880" cy="265680"/>
              </p14:xfrm>
            </p:contentPart>
          </mc:Choice>
          <mc:Fallback xmlns=""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A742C44C-4906-EB5B-596E-FC4BB90AD3B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627824" y="4751856"/>
                  <a:ext cx="3031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AD78521F-6E73-8237-43DC-AC02E67F175B}"/>
                    </a:ext>
                  </a:extLst>
                </p14:cNvPr>
                <p14:cNvContentPartPr/>
                <p14:nvPr/>
              </p14:nvContentPartPr>
              <p14:xfrm>
                <a:off x="7375464" y="5452416"/>
                <a:ext cx="28080" cy="151920"/>
              </p14:xfrm>
            </p:contentPart>
          </mc:Choice>
          <mc:Fallback xmlns=""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AD78521F-6E73-8237-43DC-AC02E67F175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369344" y="5446296"/>
                  <a:ext cx="403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728903E4-FFC8-F42D-3486-BCE3902321B4}"/>
                    </a:ext>
                  </a:extLst>
                </p14:cNvPr>
                <p14:cNvContentPartPr/>
                <p14:nvPr/>
              </p14:nvContentPartPr>
              <p14:xfrm>
                <a:off x="7368624" y="5385456"/>
                <a:ext cx="86040" cy="246960"/>
              </p14:xfrm>
            </p:contentPart>
          </mc:Choice>
          <mc:Fallback xmlns=""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728903E4-FFC8-F42D-3486-BCE3902321B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362504" y="5379336"/>
                  <a:ext cx="982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1B662449-DE46-1C1A-1488-9B7860938227}"/>
                    </a:ext>
                  </a:extLst>
                </p14:cNvPr>
                <p14:cNvContentPartPr/>
                <p14:nvPr/>
              </p14:nvContentPartPr>
              <p14:xfrm>
                <a:off x="7509384" y="5321376"/>
                <a:ext cx="203760" cy="230400"/>
              </p14:xfrm>
            </p:contentPart>
          </mc:Choice>
          <mc:Fallback xmlns=""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1B662449-DE46-1C1A-1488-9B786093822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503264" y="5315256"/>
                  <a:ext cx="2160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66E4E245-3910-1C5B-D4C9-FFDFCF958413}"/>
                    </a:ext>
                  </a:extLst>
                </p14:cNvPr>
                <p14:cNvContentPartPr/>
                <p14:nvPr/>
              </p14:nvContentPartPr>
              <p14:xfrm>
                <a:off x="7245864" y="6004296"/>
                <a:ext cx="14040" cy="165960"/>
              </p14:xfrm>
            </p:contentPart>
          </mc:Choice>
          <mc:Fallback xmlns=""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66E4E245-3910-1C5B-D4C9-FFDFCF95841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239744" y="5998176"/>
                  <a:ext cx="262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C2FCA076-4C7F-CC90-94D1-C80EF389994F}"/>
                    </a:ext>
                  </a:extLst>
                </p14:cNvPr>
                <p14:cNvContentPartPr/>
                <p14:nvPr/>
              </p14:nvContentPartPr>
              <p14:xfrm>
                <a:off x="7183584" y="5862816"/>
                <a:ext cx="256680" cy="217440"/>
              </p14:xfrm>
            </p:contentPart>
          </mc:Choice>
          <mc:Fallback xmlns=""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C2FCA076-4C7F-CC90-94D1-C80EF389994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77464" y="5856696"/>
                  <a:ext cx="2689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5E88F56B-6A2A-EA1F-DFDF-C08D514CF449}"/>
                    </a:ext>
                  </a:extLst>
                </p14:cNvPr>
                <p14:cNvContentPartPr/>
                <p14:nvPr/>
              </p14:nvContentPartPr>
              <p14:xfrm>
                <a:off x="7416864" y="5908896"/>
                <a:ext cx="155160" cy="151560"/>
              </p14:xfrm>
            </p:contentPart>
          </mc:Choice>
          <mc:Fallback xmlns=""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5E88F56B-6A2A-EA1F-DFDF-C08D514CF44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410744" y="5902776"/>
                  <a:ext cx="1674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E242726A-1641-C06E-84AC-A328EA4270CD}"/>
                    </a:ext>
                  </a:extLst>
                </p14:cNvPr>
                <p14:cNvContentPartPr/>
                <p14:nvPr/>
              </p14:nvContentPartPr>
              <p14:xfrm>
                <a:off x="7641144" y="5665176"/>
                <a:ext cx="457560" cy="316080"/>
              </p14:xfrm>
            </p:contentPart>
          </mc:Choice>
          <mc:Fallback xmlns=""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E242726A-1641-C06E-84AC-A328EA4270C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635024" y="5659056"/>
                  <a:ext cx="4698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AC5FD7E1-A8F5-AFA4-D5D7-E9EED554466E}"/>
                    </a:ext>
                  </a:extLst>
                </p14:cNvPr>
                <p14:cNvContentPartPr/>
                <p14:nvPr/>
              </p14:nvContentPartPr>
              <p14:xfrm>
                <a:off x="7892784" y="5726376"/>
                <a:ext cx="270720" cy="76680"/>
              </p14:xfrm>
            </p:contentPart>
          </mc:Choice>
          <mc:Fallback xmlns=""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AC5FD7E1-A8F5-AFA4-D5D7-E9EED554466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886664" y="5720256"/>
                  <a:ext cx="282960" cy="8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CaixaDeTexto 142">
                <a:extLst>
                  <a:ext uri="{FF2B5EF4-FFF2-40B4-BE49-F238E27FC236}">
                    <a16:creationId xmlns:a16="http://schemas.microsoft.com/office/drawing/2014/main" id="{6837F735-25FB-0196-FE70-7796F838EFB4}"/>
                  </a:ext>
                </a:extLst>
              </p:cNvPr>
              <p:cNvSpPr txBox="1"/>
              <p:nvPr/>
            </p:nvSpPr>
            <p:spPr>
              <a:xfrm>
                <a:off x="4360193" y="474054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r>
                        <a:rPr lang="pt-BR" b="0" i="1" smtClean="0">
                          <a:latin typeface="Cambria Math"/>
                        </a:rPr>
                        <m:t>𝐶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∩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pt-BR" b="0" dirty="0">
                  <a:ea typeface="Cambria Math"/>
                </a:endParaRPr>
              </a:p>
            </p:txBody>
          </p:sp>
        </mc:Choice>
        <mc:Fallback xmlns="">
          <p:sp>
            <p:nvSpPr>
              <p:cNvPr id="143" name="CaixaDeTexto 142">
                <a:extLst>
                  <a:ext uri="{FF2B5EF4-FFF2-40B4-BE49-F238E27FC236}">
                    <a16:creationId xmlns:a16="http://schemas.microsoft.com/office/drawing/2014/main" id="{6837F735-25FB-0196-FE70-7796F838E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193" y="474054"/>
                <a:ext cx="4572000" cy="369332"/>
              </a:xfrm>
              <a:prstGeom prst="rect">
                <a:avLst/>
              </a:prstGeom>
              <a:blipFill>
                <a:blip r:embed="rId180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10250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</a:t>
            </a:r>
            <a:r>
              <a:rPr lang="pt-BR" dirty="0" err="1"/>
              <a:t>Watershed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Seja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0" smtClean="0">
                        <a:latin typeface="Cambria Math"/>
                      </a:rPr>
                      <m:t>C</m:t>
                    </m:r>
                    <m:r>
                      <a:rPr lang="pt-BR" b="0" i="1" smtClean="0">
                        <a:latin typeface="Cambria Math"/>
                      </a:rPr>
                      <m:t>[</m:t>
                    </m:r>
                    <m:r>
                      <a:rPr lang="pt-BR" b="0" i="1" smtClean="0">
                        <a:latin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</a:rPr>
                      <m:t>]</m:t>
                    </m:r>
                  </m:oMath>
                </a14:m>
                <a:r>
                  <a:rPr lang="pt-BR" dirty="0"/>
                  <a:t> a união das </a:t>
                </a:r>
                <a:r>
                  <a:rPr lang="pt-BR" dirty="0" err="1"/>
                  <a:t>watersheds</a:t>
                </a:r>
                <a:r>
                  <a:rPr lang="pt-BR" dirty="0"/>
                  <a:t> inundadas na etapa n:</a:t>
                </a:r>
              </a:p>
              <a:p>
                <a:r>
                  <a:rPr lang="pt-BR" b="0" dirty="0"/>
                  <a:t>C[n]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⋃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t-BR" b="0" i="1" smtClean="0">
                            <a:latin typeface="Cambria Math"/>
                          </a:rPr>
                          <m:t>𝑖</m:t>
                        </m:r>
                        <m:r>
                          <a:rPr lang="pt-BR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pt-BR" b="0" i="1" smtClean="0">
                            <a:latin typeface="Cambria Math"/>
                          </a:rPr>
                          <m:t>𝑅</m:t>
                        </m:r>
                      </m:sup>
                      <m:e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a:rPr lang="pt-BR" b="0" i="1" smtClean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𝑀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pt-BR" b="0" i="1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pt-BR" b="0" dirty="0">
                  <a:ea typeface="Cambria Math"/>
                </a:endParaRPr>
              </a:p>
              <a:p>
                <a:pPr lvl="1"/>
                <a:r>
                  <a:rPr lang="pt-BR" dirty="0"/>
                  <a:t>Isolamos a parte da imagem binária em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𝑇</m:t>
                    </m:r>
                    <m:r>
                      <a:rPr lang="pt-BR" b="0" i="1" smtClean="0">
                        <a:latin typeface="Cambria Math"/>
                      </a:rPr>
                      <m:t>[</m:t>
                    </m:r>
                    <m:r>
                      <a:rPr lang="pt-BR" b="0" i="1" smtClean="0">
                        <a:latin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</a:rPr>
                      <m:t>]</m:t>
                    </m:r>
                  </m:oMath>
                </a14:m>
                <a:r>
                  <a:rPr lang="pt-BR" dirty="0"/>
                  <a:t> que está associada ao mínimo regional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pt-BR" b="0" dirty="0"/>
              </a:p>
              <a:p>
                <a:r>
                  <a:rPr lang="pt-BR" dirty="0"/>
                  <a:t>Então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𝐶</m:t>
                    </m:r>
                    <m:r>
                      <a:rPr lang="pt-BR" b="0" i="1" smtClean="0">
                        <a:latin typeface="Cambria Math"/>
                      </a:rPr>
                      <m:t>[</m:t>
                    </m:r>
                    <m:r>
                      <a:rPr lang="pt-BR" b="0" i="1" smtClean="0">
                        <a:latin typeface="Cambria Math"/>
                      </a:rPr>
                      <m:t>𝑚𝑎𝑥</m:t>
                    </m:r>
                    <m:r>
                      <a:rPr lang="pt-BR" b="0" i="1" smtClean="0">
                        <a:latin typeface="Cambria Math"/>
                      </a:rPr>
                      <m:t>+1]</m:t>
                    </m:r>
                  </m:oMath>
                </a14:m>
                <a:r>
                  <a:rPr lang="pt-BR" dirty="0"/>
                  <a:t> é a união de todas as </a:t>
                </a:r>
                <a:r>
                  <a:rPr lang="pt-BR" dirty="0" err="1"/>
                  <a:t>watersheds</a:t>
                </a:r>
                <a:endParaRPr lang="pt-BR" dirty="0"/>
              </a:p>
              <a:p>
                <a:pPr lvl="1"/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𝐶</m:t>
                    </m:r>
                    <m:r>
                      <a:rPr lang="pt-BR" b="0" i="1" smtClean="0">
                        <a:latin typeface="Cambria Math"/>
                      </a:rPr>
                      <m:t>[</m:t>
                    </m:r>
                    <m:func>
                      <m:func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/>
                          </a:rPr>
                          <m:t>max</m:t>
                        </m:r>
                      </m:fName>
                      <m:e>
                        <m:r>
                          <a:rPr lang="pt-BR" b="0" i="1" smtClean="0">
                            <a:latin typeface="Cambria Math"/>
                          </a:rPr>
                          <m:t>+1</m:t>
                        </m:r>
                        <m:r>
                          <m:rPr>
                            <m:nor/>
                          </m:rPr>
                          <a:rPr lang="pt-BR" dirty="0"/>
                          <m:t>]</m:t>
                        </m:r>
                        <m:r>
                          <a:rPr lang="pt-BR" i="1">
                            <a:latin typeface="Cambria Math"/>
                          </a:rPr>
                          <m:t>=</m:t>
                        </m:r>
                        <m:nary>
                          <m:naryPr>
                            <m:chr m:val="⋃"/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pt-BR" i="1">
                                <a:latin typeface="Cambria Math"/>
                              </a:rPr>
                              <m:t>𝑖</m:t>
                            </m:r>
                            <m:r>
                              <a:rPr lang="pt-BR" i="1">
                                <a:latin typeface="Cambria Math"/>
                              </a:rPr>
                              <m:t>=1</m:t>
                            </m:r>
                          </m:sub>
                          <m:sup>
                            <m:r>
                              <a:rPr lang="pt-BR" i="1">
                                <a:latin typeface="Cambria Math"/>
                              </a:rPr>
                              <m:t>𝑅</m:t>
                            </m:r>
                          </m:sup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𝐶</m:t>
                            </m:r>
                            <m:r>
                              <a:rPr lang="pt-BR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pt-BR" i="1"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i="1">
                                    <a:latin typeface="Cambria Math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pt-BR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pt-BR" i="1">
                                <a:latin typeface="Cambria Math"/>
                              </a:rPr>
                              <m:t>)</m:t>
                            </m:r>
                          </m:e>
                        </m:nary>
                      </m:e>
                    </m:func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5326958" y="5013176"/>
                <a:ext cx="3744416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 - coordenadas dos mínimos</a:t>
                </a:r>
              </a:p>
              <a:p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𝐶</m:t>
                    </m:r>
                    <m:r>
                      <a:rPr lang="pt-BR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pt-BR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pt-BR" dirty="0"/>
                  <a:t> – conjunto de pontos associados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𝑇</m:t>
                    </m:r>
                    <m:r>
                      <a:rPr lang="pt-BR" i="1" dirty="0" smtClean="0">
                        <a:latin typeface="Cambria Math"/>
                      </a:rPr>
                      <m:t>[</m:t>
                    </m:r>
                    <m:r>
                      <a:rPr lang="pt-BR" i="1" dirty="0" smtClean="0">
                        <a:latin typeface="Cambria Math"/>
                      </a:rPr>
                      <m:t>𝑛</m:t>
                    </m:r>
                    <m:r>
                      <a:rPr lang="pt-BR" i="1" dirty="0" smtClean="0">
                        <a:latin typeface="Cambria Math"/>
                      </a:rPr>
                      <m:t>]</m:t>
                    </m:r>
                  </m:oMath>
                </a14:m>
                <a:r>
                  <a:rPr lang="pt-BR" dirty="0"/>
                  <a:t> – </a:t>
                </a:r>
                <a:r>
                  <a:rPr lang="pt-BR" dirty="0" err="1"/>
                  <a:t>Threshold</a:t>
                </a:r>
                <a:r>
                  <a:rPr lang="pt-BR" dirty="0"/>
                  <a:t> de valor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/>
                      </a:rPr>
                      <m:t>𝑛</m:t>
                    </m:r>
                  </m:oMath>
                </a14:m>
                <a:endParaRPr lang="pt-B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𝑀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pt-BR" b="0" i="1" smtClean="0">
                        <a:latin typeface="Cambria Math"/>
                      </a:rPr>
                      <m:t>=</m:t>
                    </m:r>
                    <m:r>
                      <a:rPr lang="pt-BR" b="0" i="1" smtClean="0">
                        <a:latin typeface="Cambria Math"/>
                      </a:rPr>
                      <m:t>𝐶</m:t>
                    </m:r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/>
                              </a:rPr>
                              <m:t>𝑀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pt-BR" b="0" i="1" smtClean="0">
                        <a:latin typeface="Cambria Math"/>
                        <a:ea typeface="Cambria Math"/>
                      </a:rPr>
                      <m:t>∩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pt-BR" dirty="0"/>
                  <a:t> - Parte Binária associada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 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958" y="5013176"/>
                <a:ext cx="3744416" cy="2031325"/>
              </a:xfrm>
              <a:prstGeom prst="rect">
                <a:avLst/>
              </a:prstGeom>
              <a:blipFill rotWithShape="1">
                <a:blip r:embed="rId3"/>
                <a:stretch>
                  <a:fillRect l="-1466" t="-14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1978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F1599D85-E17F-F725-34C8-CA6F0930C8DA}"/>
                  </a:ext>
                </a:extLst>
              </p14:cNvPr>
              <p14:cNvContentPartPr/>
              <p14:nvPr/>
            </p14:nvContentPartPr>
            <p14:xfrm>
              <a:off x="1706904" y="2115216"/>
              <a:ext cx="204480" cy="27504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F1599D85-E17F-F725-34C8-CA6F0930C8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00795" y="2109096"/>
                <a:ext cx="216698" cy="28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Agrupar 4">
            <a:extLst>
              <a:ext uri="{FF2B5EF4-FFF2-40B4-BE49-F238E27FC236}">
                <a16:creationId xmlns:a16="http://schemas.microsoft.com/office/drawing/2014/main" id="{C977946C-BA1D-2526-1E59-1A2EB4DEEBC6}"/>
              </a:ext>
            </a:extLst>
          </p:cNvPr>
          <p:cNvGrpSpPr/>
          <p:nvPr/>
        </p:nvGrpSpPr>
        <p:grpSpPr>
          <a:xfrm>
            <a:off x="1589184" y="1329696"/>
            <a:ext cx="450000" cy="461880"/>
            <a:chOff x="1589184" y="1329696"/>
            <a:chExt cx="450000" cy="46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E361A8AD-72D9-8854-52AC-38B95F375C0A}"/>
                    </a:ext>
                  </a:extLst>
                </p14:cNvPr>
                <p14:cNvContentPartPr/>
                <p14:nvPr/>
              </p14:nvContentPartPr>
              <p14:xfrm>
                <a:off x="1589184" y="1377216"/>
                <a:ext cx="210600" cy="30132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E361A8AD-72D9-8854-52AC-38B95F375C0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83064" y="1371096"/>
                  <a:ext cx="22284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C26BDC6A-248A-7C58-D722-61C0B54F6C88}"/>
                    </a:ext>
                  </a:extLst>
                </p14:cNvPr>
                <p14:cNvContentPartPr/>
                <p14:nvPr/>
              </p14:nvContentPartPr>
              <p14:xfrm>
                <a:off x="1942344" y="1329696"/>
                <a:ext cx="360" cy="360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C26BDC6A-248A-7C58-D722-61C0B54F6C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36224" y="132357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BA7292FF-57CC-9DDF-5A68-8B66ED0349D8}"/>
                    </a:ext>
                  </a:extLst>
                </p14:cNvPr>
                <p14:cNvContentPartPr/>
                <p14:nvPr/>
              </p14:nvContentPartPr>
              <p14:xfrm>
                <a:off x="1896264" y="1481976"/>
                <a:ext cx="142920" cy="30960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BA7292FF-57CC-9DDF-5A68-8B66ED0349D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90144" y="1475856"/>
                  <a:ext cx="155160" cy="32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76235227-D361-5C4B-01BE-0B88D36E4369}"/>
                  </a:ext>
                </a:extLst>
              </p14:cNvPr>
              <p14:cNvContentPartPr/>
              <p14:nvPr/>
            </p14:nvContentPartPr>
            <p14:xfrm>
              <a:off x="4180104" y="2591136"/>
              <a:ext cx="149400" cy="136440"/>
            </p14:xfrm>
          </p:contentPart>
        </mc:Choice>
        <mc:Fallback xmlns=""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76235227-D361-5C4B-01BE-0B88D36E436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73984" y="2585016"/>
                <a:ext cx="161640" cy="14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Agrupar 9">
            <a:extLst>
              <a:ext uri="{FF2B5EF4-FFF2-40B4-BE49-F238E27FC236}">
                <a16:creationId xmlns:a16="http://schemas.microsoft.com/office/drawing/2014/main" id="{97B6DF88-73C4-7E0E-41E2-E5F80CCC9D75}"/>
              </a:ext>
            </a:extLst>
          </p:cNvPr>
          <p:cNvGrpSpPr/>
          <p:nvPr/>
        </p:nvGrpSpPr>
        <p:grpSpPr>
          <a:xfrm>
            <a:off x="4180824" y="1825416"/>
            <a:ext cx="735120" cy="442800"/>
            <a:chOff x="4180824" y="1825416"/>
            <a:chExt cx="735120" cy="44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A35846C6-6120-A369-48C6-C1BA4C37A5C8}"/>
                    </a:ext>
                  </a:extLst>
                </p14:cNvPr>
                <p14:cNvContentPartPr/>
                <p14:nvPr/>
              </p14:nvContentPartPr>
              <p14:xfrm>
                <a:off x="4180824" y="1825416"/>
                <a:ext cx="254520" cy="29988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A35846C6-6120-A369-48C6-C1BA4C37A5C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74704" y="1819296"/>
                  <a:ext cx="2667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6CF74BFE-7C41-F571-3EBB-64722C585EE5}"/>
                    </a:ext>
                  </a:extLst>
                </p14:cNvPr>
                <p14:cNvContentPartPr/>
                <p14:nvPr/>
              </p14:nvContentPartPr>
              <p14:xfrm>
                <a:off x="4612824" y="2007936"/>
                <a:ext cx="303120" cy="260280"/>
              </p14:xfrm>
            </p:contentPart>
          </mc:Choice>
          <mc:Fallback xmlns=""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6CF74BFE-7C41-F571-3EBB-64722C585EE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06704" y="2001816"/>
                  <a:ext cx="315360" cy="27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113EF641-3B46-CED3-EF65-05C4DA241ADD}"/>
              </a:ext>
            </a:extLst>
          </p:cNvPr>
          <p:cNvGrpSpPr/>
          <p:nvPr/>
        </p:nvGrpSpPr>
        <p:grpSpPr>
          <a:xfrm>
            <a:off x="2522304" y="3897576"/>
            <a:ext cx="653400" cy="790200"/>
            <a:chOff x="2522304" y="3897576"/>
            <a:chExt cx="653400" cy="79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A79DF46C-3256-AD46-2DAC-B4648542143E}"/>
                    </a:ext>
                  </a:extLst>
                </p14:cNvPr>
                <p14:cNvContentPartPr/>
                <p14:nvPr/>
              </p14:nvContentPartPr>
              <p14:xfrm>
                <a:off x="2723184" y="4498056"/>
                <a:ext cx="168120" cy="18972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A79DF46C-3256-AD46-2DAC-B4648542143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17051" y="4491936"/>
                  <a:ext cx="180386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9247E25C-6CCD-ED0E-7E7A-9F38005137F8}"/>
                    </a:ext>
                  </a:extLst>
                </p14:cNvPr>
                <p14:cNvContentPartPr/>
                <p14:nvPr/>
              </p14:nvContentPartPr>
              <p14:xfrm>
                <a:off x="2522304" y="3897576"/>
                <a:ext cx="309960" cy="27432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9247E25C-6CCD-ED0E-7E7A-9F38005137F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16184" y="3891456"/>
                  <a:ext cx="3222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EC34403D-1CF2-267D-CDE4-DDB60AE2A564}"/>
                    </a:ext>
                  </a:extLst>
                </p14:cNvPr>
                <p14:cNvContentPartPr/>
                <p14:nvPr/>
              </p14:nvContentPartPr>
              <p14:xfrm>
                <a:off x="2928744" y="4071816"/>
                <a:ext cx="246960" cy="315720"/>
              </p14:xfrm>
            </p:contentPart>
          </mc:Choice>
          <mc:Fallback xmlns=""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EC34403D-1CF2-267D-CDE4-DDB60AE2A56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22624" y="4065696"/>
                  <a:ext cx="259200" cy="32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C69588D3-0BE7-B366-57AC-F1D27C3F060D}"/>
                  </a:ext>
                </a:extLst>
              </p14:cNvPr>
              <p14:cNvContentPartPr/>
              <p14:nvPr/>
            </p14:nvContentPartPr>
            <p14:xfrm>
              <a:off x="1459584" y="1883376"/>
              <a:ext cx="663840" cy="815760"/>
            </p14:xfrm>
          </p:contentPart>
        </mc:Choice>
        <mc:Fallback xmlns=""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C69588D3-0BE7-B366-57AC-F1D27C3F060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453464" y="1877253"/>
                <a:ext cx="676080" cy="8280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" name="Tinta 17">
                <a:extLst>
                  <a:ext uri="{FF2B5EF4-FFF2-40B4-BE49-F238E27FC236}">
                    <a16:creationId xmlns:a16="http://schemas.microsoft.com/office/drawing/2014/main" id="{F9BA0428-A1B6-6C75-020D-541B95F1588C}"/>
                  </a:ext>
                </a:extLst>
              </p14:cNvPr>
              <p14:cNvContentPartPr/>
              <p14:nvPr/>
            </p14:nvContentPartPr>
            <p14:xfrm>
              <a:off x="3868344" y="2387016"/>
              <a:ext cx="686880" cy="689760"/>
            </p14:xfrm>
          </p:contentPart>
        </mc:Choice>
        <mc:Fallback xmlns="">
          <p:pic>
            <p:nvPicPr>
              <p:cNvPr id="18" name="Tinta 17">
                <a:extLst>
                  <a:ext uri="{FF2B5EF4-FFF2-40B4-BE49-F238E27FC236}">
                    <a16:creationId xmlns:a16="http://schemas.microsoft.com/office/drawing/2014/main" id="{F9BA0428-A1B6-6C75-020D-541B95F1588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862224" y="2380896"/>
                <a:ext cx="699120" cy="70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Agrupar 18">
            <a:extLst>
              <a:ext uri="{FF2B5EF4-FFF2-40B4-BE49-F238E27FC236}">
                <a16:creationId xmlns:a16="http://schemas.microsoft.com/office/drawing/2014/main" id="{336303DA-D40A-DF95-DF89-15EB289F57FA}"/>
              </a:ext>
            </a:extLst>
          </p:cNvPr>
          <p:cNvGrpSpPr/>
          <p:nvPr/>
        </p:nvGrpSpPr>
        <p:grpSpPr>
          <a:xfrm>
            <a:off x="2002464" y="555696"/>
            <a:ext cx="1512360" cy="2099160"/>
            <a:chOff x="2002464" y="555696"/>
            <a:chExt cx="1512360" cy="209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28A166ED-C97F-9AFB-DD22-4CF889AE1E88}"/>
                    </a:ext>
                  </a:extLst>
                </p14:cNvPr>
                <p14:cNvContentPartPr/>
                <p14:nvPr/>
              </p14:nvContentPartPr>
              <p14:xfrm>
                <a:off x="2002464" y="831456"/>
                <a:ext cx="280080" cy="37188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28A166ED-C97F-9AFB-DD22-4CF889AE1E8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96336" y="825336"/>
                  <a:ext cx="292336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AEBD80B7-9A26-18A1-9CD1-53DC3473D92C}"/>
                    </a:ext>
                  </a:extLst>
                </p14:cNvPr>
                <p14:cNvContentPartPr/>
                <p14:nvPr/>
              </p14:nvContentPartPr>
              <p14:xfrm>
                <a:off x="2422944" y="584856"/>
                <a:ext cx="171360" cy="76032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AEBD80B7-9A26-18A1-9CD1-53DC3473D92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16824" y="578736"/>
                  <a:ext cx="183600" cy="77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91049B60-6A9B-EDF4-F450-E4766A692723}"/>
                    </a:ext>
                  </a:extLst>
                </p14:cNvPr>
                <p14:cNvContentPartPr/>
                <p14:nvPr/>
              </p14:nvContentPartPr>
              <p14:xfrm>
                <a:off x="2621664" y="907416"/>
                <a:ext cx="291960" cy="37152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91049B60-6A9B-EDF4-F450-E4766A69272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15544" y="901296"/>
                  <a:ext cx="30420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398DB4D5-FDBD-6D10-F104-E09EBB4BCC96}"/>
                    </a:ext>
                  </a:extLst>
                </p14:cNvPr>
                <p14:cNvContentPartPr/>
                <p14:nvPr/>
              </p14:nvContentPartPr>
              <p14:xfrm>
                <a:off x="3009744" y="1085976"/>
                <a:ext cx="261720" cy="30924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398DB4D5-FDBD-6D10-F104-E09EBB4BCC9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03624" y="1079856"/>
                  <a:ext cx="2739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F7491BAC-701C-AD73-4107-B085F18027B5}"/>
                    </a:ext>
                  </a:extLst>
                </p14:cNvPr>
                <p14:cNvContentPartPr/>
                <p14:nvPr/>
              </p14:nvContentPartPr>
              <p14:xfrm>
                <a:off x="3289104" y="555696"/>
                <a:ext cx="225720" cy="965520"/>
              </p14:xfrm>
            </p:contentPart>
          </mc:Choice>
          <mc:Fallback xmlns=""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F7491BAC-701C-AD73-4107-B085F18027B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82974" y="549578"/>
                  <a:ext cx="237980" cy="9777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E1E62A02-0526-FFB7-56E5-E3F508E083C7}"/>
                    </a:ext>
                  </a:extLst>
                </p14:cNvPr>
                <p14:cNvContentPartPr/>
                <p14:nvPr/>
              </p14:nvContentPartPr>
              <p14:xfrm>
                <a:off x="2332944" y="1537416"/>
                <a:ext cx="513000" cy="101052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E1E62A02-0526-FFB7-56E5-E3F508E083C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326828" y="1531296"/>
                  <a:ext cx="525231" cy="10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ABDE0E8C-E864-B327-46E2-AEA6A9867E45}"/>
                    </a:ext>
                  </a:extLst>
                </p14:cNvPr>
                <p14:cNvContentPartPr/>
                <p14:nvPr/>
              </p14:nvContentPartPr>
              <p14:xfrm>
                <a:off x="2144304" y="2388816"/>
                <a:ext cx="262440" cy="26604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ABDE0E8C-E864-B327-46E2-AEA6A9867E4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38184" y="2382696"/>
                  <a:ext cx="274680" cy="27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65458807-C8B5-FC6F-CEB0-4D8559453E6C}"/>
              </a:ext>
            </a:extLst>
          </p:cNvPr>
          <p:cNvGrpSpPr/>
          <p:nvPr/>
        </p:nvGrpSpPr>
        <p:grpSpPr>
          <a:xfrm>
            <a:off x="4677264" y="1789056"/>
            <a:ext cx="2005560" cy="1359000"/>
            <a:chOff x="4677264" y="1789056"/>
            <a:chExt cx="2005560" cy="135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D8EFA263-1454-78EC-9D8C-F16910B32283}"/>
                    </a:ext>
                  </a:extLst>
                </p14:cNvPr>
                <p14:cNvContentPartPr/>
                <p14:nvPr/>
              </p14:nvContentPartPr>
              <p14:xfrm>
                <a:off x="5101704" y="2035296"/>
                <a:ext cx="372960" cy="45504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D8EFA263-1454-78EC-9D8C-F16910B3228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95584" y="2029176"/>
                  <a:ext cx="38520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ED2EE1DD-CE8A-7B1A-2F7F-9CCE599265DC}"/>
                    </a:ext>
                  </a:extLst>
                </p14:cNvPr>
                <p14:cNvContentPartPr/>
                <p14:nvPr/>
              </p14:nvContentPartPr>
              <p14:xfrm>
                <a:off x="5602464" y="1789056"/>
                <a:ext cx="223200" cy="807120"/>
              </p14:xfrm>
            </p:contentPart>
          </mc:Choice>
          <mc:Fallback xmlns=""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ED2EE1DD-CE8A-7B1A-2F7F-9CCE599265D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96344" y="1782936"/>
                  <a:ext cx="235440" cy="8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35F85873-99FF-526B-866F-F7A98A047903}"/>
                    </a:ext>
                  </a:extLst>
                </p14:cNvPr>
                <p14:cNvContentPartPr/>
                <p14:nvPr/>
              </p14:nvContentPartPr>
              <p14:xfrm>
                <a:off x="5906304" y="2073816"/>
                <a:ext cx="208080" cy="36648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35F85873-99FF-526B-866F-F7A98A04790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00195" y="2067696"/>
                  <a:ext cx="220299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CDD07B5F-7A9A-8844-7220-E9A704C3CC80}"/>
                    </a:ext>
                  </a:extLst>
                </p14:cNvPr>
                <p14:cNvContentPartPr/>
                <p14:nvPr/>
              </p14:nvContentPartPr>
              <p14:xfrm>
                <a:off x="6174144" y="2251656"/>
                <a:ext cx="381600" cy="32796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CDD07B5F-7A9A-8844-7220-E9A704C3CC8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68018" y="2245536"/>
                  <a:ext cx="393852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9D8DCA81-4DE7-6CCE-D749-75416374C865}"/>
                    </a:ext>
                  </a:extLst>
                </p14:cNvPr>
                <p14:cNvContentPartPr/>
                <p14:nvPr/>
              </p14:nvContentPartPr>
              <p14:xfrm>
                <a:off x="6502824" y="1852056"/>
                <a:ext cx="180000" cy="90144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9D8DCA81-4DE7-6CCE-D749-75416374C86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496692" y="1845936"/>
                  <a:ext cx="192265" cy="9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35A3AE11-6273-A80F-F95D-B58824D5F84C}"/>
                    </a:ext>
                  </a:extLst>
                </p14:cNvPr>
                <p14:cNvContentPartPr/>
                <p14:nvPr/>
              </p14:nvContentPartPr>
              <p14:xfrm>
                <a:off x="4839624" y="2906496"/>
                <a:ext cx="1119960" cy="24156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35A3AE11-6273-A80F-F95D-B58824D5F84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33504" y="2900367"/>
                  <a:ext cx="1132200" cy="2538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092E45C1-7ACD-24CC-F0EE-051111B51B9A}"/>
                    </a:ext>
                  </a:extLst>
                </p14:cNvPr>
                <p14:cNvContentPartPr/>
                <p14:nvPr/>
              </p14:nvContentPartPr>
              <p14:xfrm>
                <a:off x="4677264" y="2778696"/>
                <a:ext cx="217440" cy="25092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092E45C1-7ACD-24CC-F0EE-051111B51B9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671144" y="2772585"/>
                  <a:ext cx="229680" cy="26314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375FCA9F-B2B6-0A6F-53DC-DD2C272876E4}"/>
              </a:ext>
            </a:extLst>
          </p:cNvPr>
          <p:cNvGrpSpPr/>
          <p:nvPr/>
        </p:nvGrpSpPr>
        <p:grpSpPr>
          <a:xfrm>
            <a:off x="2420784" y="4332816"/>
            <a:ext cx="3245760" cy="1021320"/>
            <a:chOff x="2420784" y="4332816"/>
            <a:chExt cx="3245760" cy="102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3BD9750E-218E-8BA2-0364-1B841028A47F}"/>
                    </a:ext>
                  </a:extLst>
                </p14:cNvPr>
                <p14:cNvContentPartPr/>
                <p14:nvPr/>
              </p14:nvContentPartPr>
              <p14:xfrm>
                <a:off x="2420784" y="4332816"/>
                <a:ext cx="712800" cy="692640"/>
              </p14:xfrm>
            </p:contentPart>
          </mc:Choice>
          <mc:Fallback xmlns=""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3BD9750E-218E-8BA2-0364-1B841028A47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14664" y="4326696"/>
                  <a:ext cx="72504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8A13BD4E-3B4C-EDE8-A4C5-6CFFDF0958B3}"/>
                    </a:ext>
                  </a:extLst>
                </p14:cNvPr>
                <p14:cNvContentPartPr/>
                <p14:nvPr/>
              </p14:nvContentPartPr>
              <p14:xfrm>
                <a:off x="2587104" y="4606056"/>
                <a:ext cx="491400" cy="23364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8A13BD4E-3B4C-EDE8-A4C5-6CFFDF0958B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80984" y="4599936"/>
                  <a:ext cx="5036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7BFCCBEC-A570-F305-7BB0-10CC2197338F}"/>
                    </a:ext>
                  </a:extLst>
                </p14:cNvPr>
                <p14:cNvContentPartPr/>
                <p14:nvPr/>
              </p14:nvContentPartPr>
              <p14:xfrm>
                <a:off x="3365424" y="4796856"/>
                <a:ext cx="397800" cy="4140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7BFCCBEC-A570-F305-7BB0-10CC2197338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359304" y="4790682"/>
                  <a:ext cx="410040" cy="537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205409E8-509B-6387-BDB0-6AFFB1A5DA57}"/>
                    </a:ext>
                  </a:extLst>
                </p14:cNvPr>
                <p14:cNvContentPartPr/>
                <p14:nvPr/>
              </p14:nvContentPartPr>
              <p14:xfrm>
                <a:off x="4109184" y="4596696"/>
                <a:ext cx="307440" cy="392760"/>
              </p14:xfrm>
            </p:contentPart>
          </mc:Choice>
          <mc:Fallback xmlns=""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205409E8-509B-6387-BDB0-6AFFB1A5DA5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103071" y="4590570"/>
                  <a:ext cx="319666" cy="405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B4A0EDBA-B092-1DFD-5030-48226EC2B8F7}"/>
                    </a:ext>
                  </a:extLst>
                </p14:cNvPr>
                <p14:cNvContentPartPr/>
                <p14:nvPr/>
              </p14:nvContentPartPr>
              <p14:xfrm>
                <a:off x="4476744" y="4502016"/>
                <a:ext cx="249480" cy="67104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B4A0EDBA-B092-1DFD-5030-48226EC2B8F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470633" y="4495896"/>
                  <a:ext cx="261702" cy="68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4562F445-0A61-E2D9-C291-C4B981F4FFC6}"/>
                    </a:ext>
                  </a:extLst>
                </p14:cNvPr>
                <p14:cNvContentPartPr/>
                <p14:nvPr/>
              </p14:nvContentPartPr>
              <p14:xfrm>
                <a:off x="4746744" y="4701816"/>
                <a:ext cx="257040" cy="37260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4562F445-0A61-E2D9-C291-C4B981F4FFC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40624" y="4695696"/>
                  <a:ext cx="26928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F2FFE267-E333-0FF6-EFF5-E88EA6B4B600}"/>
                    </a:ext>
                  </a:extLst>
                </p14:cNvPr>
                <p14:cNvContentPartPr/>
                <p14:nvPr/>
              </p14:nvContentPartPr>
              <p14:xfrm>
                <a:off x="5104584" y="4912056"/>
                <a:ext cx="185760" cy="44208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F2FFE267-E333-0FF6-EFF5-E88EA6B4B60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98464" y="4905936"/>
                  <a:ext cx="19800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A7E40CB1-8874-8ABB-E630-C0012E4AE163}"/>
                    </a:ext>
                  </a:extLst>
                </p14:cNvPr>
                <p14:cNvContentPartPr/>
                <p14:nvPr/>
              </p14:nvContentPartPr>
              <p14:xfrm>
                <a:off x="5365944" y="4415976"/>
                <a:ext cx="300600" cy="87228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A7E40CB1-8874-8ABB-E630-C0012E4AE16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359824" y="4409853"/>
                  <a:ext cx="312840" cy="8845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C5D325F1-C958-8798-9433-0682995E83F1}"/>
                    </a:ext>
                  </a:extLst>
                </p14:cNvPr>
                <p14:cNvContentPartPr/>
                <p14:nvPr/>
              </p14:nvContentPartPr>
              <p14:xfrm>
                <a:off x="3351384" y="4811616"/>
                <a:ext cx="499320" cy="3096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C5D325F1-C958-8798-9433-0682995E83F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345264" y="4805496"/>
                  <a:ext cx="5115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E755F63B-E40C-41B9-DECD-CBA3D0661640}"/>
                    </a:ext>
                  </a:extLst>
                </p14:cNvPr>
                <p14:cNvContentPartPr/>
                <p14:nvPr/>
              </p14:nvContentPartPr>
              <p14:xfrm>
                <a:off x="3264624" y="4666896"/>
                <a:ext cx="218880" cy="234360"/>
              </p14:xfrm>
            </p:contentPart>
          </mc:Choice>
          <mc:Fallback xmlns=""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E755F63B-E40C-41B9-DECD-CBA3D066164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258504" y="4660776"/>
                  <a:ext cx="231120" cy="24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FF45207C-1FFD-90CD-D0B9-29D9AFD4BD83}"/>
              </a:ext>
            </a:extLst>
          </p:cNvPr>
          <p:cNvGrpSpPr/>
          <p:nvPr/>
        </p:nvGrpSpPr>
        <p:grpSpPr>
          <a:xfrm>
            <a:off x="3642984" y="1875641"/>
            <a:ext cx="1346760" cy="1457630"/>
            <a:chOff x="3607704" y="2195136"/>
            <a:chExt cx="712800" cy="77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371E4EE8-05F3-5A8B-CB0D-AE7E1FA0988B}"/>
                    </a:ext>
                  </a:extLst>
                </p14:cNvPr>
                <p14:cNvContentPartPr/>
                <p14:nvPr/>
              </p14:nvContentPartPr>
              <p14:xfrm>
                <a:off x="3607704" y="2207736"/>
                <a:ext cx="691560" cy="758880"/>
              </p14:xfrm>
            </p:contentPart>
          </mc:Choice>
          <mc:Fallback xmlns=""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371E4EE8-05F3-5A8B-CB0D-AE7E1FA0988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04464" y="2204496"/>
                  <a:ext cx="698041" cy="76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1DE7B3FB-BD7C-72CF-E3EC-5EF9FA9F3A56}"/>
                    </a:ext>
                  </a:extLst>
                </p14:cNvPr>
                <p14:cNvContentPartPr/>
                <p14:nvPr/>
              </p14:nvContentPartPr>
              <p14:xfrm>
                <a:off x="3658824" y="2195136"/>
                <a:ext cx="661680" cy="69840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1DE7B3FB-BD7C-72CF-E3EC-5EF9FA9F3A5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655583" y="2191896"/>
                  <a:ext cx="668161" cy="70488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AED3443A-2669-C500-7FCD-5F6C6F52054E}"/>
              </a:ext>
            </a:extLst>
          </p:cNvPr>
          <p:cNvGrpSpPr/>
          <p:nvPr/>
        </p:nvGrpSpPr>
        <p:grpSpPr>
          <a:xfrm>
            <a:off x="2129454" y="3996493"/>
            <a:ext cx="1182420" cy="1219126"/>
            <a:chOff x="2552184" y="3739536"/>
            <a:chExt cx="707400" cy="72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3AA97E7C-AE2E-EA75-8303-C23EF978DE62}"/>
                    </a:ext>
                  </a:extLst>
                </p14:cNvPr>
                <p14:cNvContentPartPr/>
                <p14:nvPr/>
              </p14:nvContentPartPr>
              <p14:xfrm>
                <a:off x="2552184" y="3785616"/>
                <a:ext cx="684000" cy="683280"/>
              </p14:xfrm>
            </p:contentPart>
          </mc:Choice>
          <mc:Fallback xmlns=""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3AA97E7C-AE2E-EA75-8303-C23EF978DE6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548520" y="3781953"/>
                  <a:ext cx="691327" cy="6906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577E8B29-9852-80DC-6D64-B5814E3D77FF}"/>
                    </a:ext>
                  </a:extLst>
                </p14:cNvPr>
                <p14:cNvContentPartPr/>
                <p14:nvPr/>
              </p14:nvContentPartPr>
              <p14:xfrm>
                <a:off x="2582424" y="3739536"/>
                <a:ext cx="677160" cy="603720"/>
              </p14:xfrm>
            </p:contentPart>
          </mc:Choice>
          <mc:Fallback xmlns=""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577E8B29-9852-80DC-6D64-B5814E3D77F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578763" y="3735873"/>
                  <a:ext cx="684483" cy="61104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Agrupar 83">
            <a:extLst>
              <a:ext uri="{FF2B5EF4-FFF2-40B4-BE49-F238E27FC236}">
                <a16:creationId xmlns:a16="http://schemas.microsoft.com/office/drawing/2014/main" id="{C0ACCBCD-52EB-E7C0-B058-A8BCFD6410DC}"/>
              </a:ext>
            </a:extLst>
          </p:cNvPr>
          <p:cNvGrpSpPr/>
          <p:nvPr/>
        </p:nvGrpSpPr>
        <p:grpSpPr>
          <a:xfrm>
            <a:off x="6140232" y="3560256"/>
            <a:ext cx="438480" cy="474480"/>
            <a:chOff x="4310784" y="4097376"/>
            <a:chExt cx="438480" cy="47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38CCD6FB-16A0-C0DA-449E-E6B41311F2E2}"/>
                    </a:ext>
                  </a:extLst>
                </p14:cNvPr>
                <p14:cNvContentPartPr/>
                <p14:nvPr/>
              </p14:nvContentPartPr>
              <p14:xfrm>
                <a:off x="4310784" y="4097376"/>
                <a:ext cx="438480" cy="47088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38CCD6FB-16A0-C0DA-449E-E6B41311F2E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04664" y="4091251"/>
                  <a:ext cx="450720" cy="4831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6D627ED1-F8F0-DB7B-09C6-A0ABB12A5603}"/>
                    </a:ext>
                  </a:extLst>
                </p14:cNvPr>
                <p14:cNvContentPartPr/>
                <p14:nvPr/>
              </p14:nvContentPartPr>
              <p14:xfrm>
                <a:off x="4365864" y="4108176"/>
                <a:ext cx="320040" cy="46368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6D627ED1-F8F0-DB7B-09C6-A0ABB12A560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359744" y="4102056"/>
                  <a:ext cx="332280" cy="47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88" name="Tinta 87">
                <a:extLst>
                  <a:ext uri="{FF2B5EF4-FFF2-40B4-BE49-F238E27FC236}">
                    <a16:creationId xmlns:a16="http://schemas.microsoft.com/office/drawing/2014/main" id="{A73DC85B-4D06-F176-3D8F-85A9FC5E4DCD}"/>
                  </a:ext>
                </a:extLst>
              </p14:cNvPr>
              <p14:cNvContentPartPr/>
              <p14:nvPr/>
            </p14:nvContentPartPr>
            <p14:xfrm>
              <a:off x="1193810" y="1824848"/>
              <a:ext cx="1118358" cy="950021"/>
            </p14:xfrm>
          </p:contentPart>
        </mc:Choice>
        <mc:Fallback xmlns="">
          <p:pic>
            <p:nvPicPr>
              <p:cNvPr id="88" name="Tinta 87">
                <a:extLst>
                  <a:ext uri="{FF2B5EF4-FFF2-40B4-BE49-F238E27FC236}">
                    <a16:creationId xmlns:a16="http://schemas.microsoft.com/office/drawing/2014/main" id="{A73DC85B-4D06-F176-3D8F-85A9FC5E4DC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187687" y="1818726"/>
                <a:ext cx="1130604" cy="9622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89" name="Tinta 88">
                <a:extLst>
                  <a:ext uri="{FF2B5EF4-FFF2-40B4-BE49-F238E27FC236}">
                    <a16:creationId xmlns:a16="http://schemas.microsoft.com/office/drawing/2014/main" id="{078F77E7-3799-4DBE-0909-7784ADC4BF5A}"/>
                  </a:ext>
                </a:extLst>
              </p14:cNvPr>
              <p14:cNvContentPartPr/>
              <p14:nvPr/>
            </p14:nvContentPartPr>
            <p14:xfrm>
              <a:off x="1255648" y="1831176"/>
              <a:ext cx="1057523" cy="902520"/>
            </p14:xfrm>
          </p:contentPart>
        </mc:Choice>
        <mc:Fallback xmlns="">
          <p:pic>
            <p:nvPicPr>
              <p:cNvPr id="89" name="Tinta 88">
                <a:extLst>
                  <a:ext uri="{FF2B5EF4-FFF2-40B4-BE49-F238E27FC236}">
                    <a16:creationId xmlns:a16="http://schemas.microsoft.com/office/drawing/2014/main" id="{078F77E7-3799-4DBE-0909-7784ADC4BF5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249527" y="1825051"/>
                <a:ext cx="1069765" cy="9147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073924D2-BF1F-0BB9-A47B-8C3B7AD554DE}"/>
                  </a:ext>
                </a:extLst>
              </p14:cNvPr>
              <p14:cNvContentPartPr/>
              <p14:nvPr/>
            </p14:nvContentPartPr>
            <p14:xfrm>
              <a:off x="2157264" y="1267776"/>
              <a:ext cx="141120" cy="6948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073924D2-BF1F-0BB9-A47B-8C3B7AD554D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151144" y="1261656"/>
                <a:ext cx="15336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E85F16B1-FB30-7332-63AC-BA012D43A058}"/>
                  </a:ext>
                </a:extLst>
              </p14:cNvPr>
              <p14:cNvContentPartPr/>
              <p14:nvPr/>
            </p14:nvContentPartPr>
            <p14:xfrm>
              <a:off x="1389024" y="1911096"/>
              <a:ext cx="865800" cy="83520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E85F16B1-FB30-7332-63AC-BA012D43A05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382904" y="1904976"/>
                <a:ext cx="878040" cy="84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2" name="Tinta 51">
                <a:extLst>
                  <a:ext uri="{FF2B5EF4-FFF2-40B4-BE49-F238E27FC236}">
                    <a16:creationId xmlns:a16="http://schemas.microsoft.com/office/drawing/2014/main" id="{EE66272F-9A88-A911-1E18-C310F946B3FE}"/>
                  </a:ext>
                </a:extLst>
              </p14:cNvPr>
              <p14:cNvContentPartPr/>
              <p14:nvPr/>
            </p14:nvContentPartPr>
            <p14:xfrm>
              <a:off x="3891744" y="2395656"/>
              <a:ext cx="1005480" cy="790560"/>
            </p14:xfrm>
          </p:contentPart>
        </mc:Choice>
        <mc:Fallback xmlns="">
          <p:pic>
            <p:nvPicPr>
              <p:cNvPr id="52" name="Tinta 51">
                <a:extLst>
                  <a:ext uri="{FF2B5EF4-FFF2-40B4-BE49-F238E27FC236}">
                    <a16:creationId xmlns:a16="http://schemas.microsoft.com/office/drawing/2014/main" id="{EE66272F-9A88-A911-1E18-C310F946B3F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885624" y="2389536"/>
                <a:ext cx="1017720" cy="80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3" name="Tinta 52">
                <a:extLst>
                  <a:ext uri="{FF2B5EF4-FFF2-40B4-BE49-F238E27FC236}">
                    <a16:creationId xmlns:a16="http://schemas.microsoft.com/office/drawing/2014/main" id="{D7744272-CEB9-517F-7858-F6D8016E194E}"/>
                  </a:ext>
                </a:extLst>
              </p14:cNvPr>
              <p14:cNvContentPartPr/>
              <p14:nvPr/>
            </p14:nvContentPartPr>
            <p14:xfrm>
              <a:off x="3884544" y="2406096"/>
              <a:ext cx="1022400" cy="704520"/>
            </p14:xfrm>
          </p:contentPart>
        </mc:Choice>
        <mc:Fallback xmlns="">
          <p:pic>
            <p:nvPicPr>
              <p:cNvPr id="53" name="Tinta 52">
                <a:extLst>
                  <a:ext uri="{FF2B5EF4-FFF2-40B4-BE49-F238E27FC236}">
                    <a16:creationId xmlns:a16="http://schemas.microsoft.com/office/drawing/2014/main" id="{D7744272-CEB9-517F-7858-F6D8016E194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878424" y="2399976"/>
                <a:ext cx="1034640" cy="71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92" name="Tinta 91">
                <a:extLst>
                  <a:ext uri="{FF2B5EF4-FFF2-40B4-BE49-F238E27FC236}">
                    <a16:creationId xmlns:a16="http://schemas.microsoft.com/office/drawing/2014/main" id="{5DF82173-1ACE-D040-C954-60A844CE2193}"/>
                  </a:ext>
                </a:extLst>
              </p14:cNvPr>
              <p14:cNvContentPartPr/>
              <p14:nvPr/>
            </p14:nvContentPartPr>
            <p14:xfrm>
              <a:off x="701064" y="2962656"/>
              <a:ext cx="372960" cy="362880"/>
            </p14:xfrm>
          </p:contentPart>
        </mc:Choice>
        <mc:Fallback xmlns="">
          <p:pic>
            <p:nvPicPr>
              <p:cNvPr id="92" name="Tinta 91">
                <a:extLst>
                  <a:ext uri="{FF2B5EF4-FFF2-40B4-BE49-F238E27FC236}">
                    <a16:creationId xmlns:a16="http://schemas.microsoft.com/office/drawing/2014/main" id="{5DF82173-1ACE-D040-C954-60A844CE219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94944" y="2956536"/>
                <a:ext cx="38520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2" name="Tinta 101">
                <a:extLst>
                  <a:ext uri="{FF2B5EF4-FFF2-40B4-BE49-F238E27FC236}">
                    <a16:creationId xmlns:a16="http://schemas.microsoft.com/office/drawing/2014/main" id="{E68EF00D-C47E-9A31-7F64-15BD4EFAAAE5}"/>
                  </a:ext>
                </a:extLst>
              </p14:cNvPr>
              <p14:cNvContentPartPr/>
              <p14:nvPr/>
            </p14:nvContentPartPr>
            <p14:xfrm>
              <a:off x="963144" y="3332376"/>
              <a:ext cx="219240" cy="226080"/>
            </p14:xfrm>
          </p:contentPart>
        </mc:Choice>
        <mc:Fallback xmlns="">
          <p:pic>
            <p:nvPicPr>
              <p:cNvPr id="102" name="Tinta 101">
                <a:extLst>
                  <a:ext uri="{FF2B5EF4-FFF2-40B4-BE49-F238E27FC236}">
                    <a16:creationId xmlns:a16="http://schemas.microsoft.com/office/drawing/2014/main" id="{E68EF00D-C47E-9A31-7F64-15BD4EFAAAE5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57024" y="3326256"/>
                <a:ext cx="231480" cy="23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Agrupar 109">
            <a:extLst>
              <a:ext uri="{FF2B5EF4-FFF2-40B4-BE49-F238E27FC236}">
                <a16:creationId xmlns:a16="http://schemas.microsoft.com/office/drawing/2014/main" id="{D4A6033A-B2B2-E9AE-8F6B-84D9BFC37500}"/>
              </a:ext>
            </a:extLst>
          </p:cNvPr>
          <p:cNvGrpSpPr/>
          <p:nvPr/>
        </p:nvGrpSpPr>
        <p:grpSpPr>
          <a:xfrm>
            <a:off x="4046904" y="2427696"/>
            <a:ext cx="1815840" cy="1568160"/>
            <a:chOff x="4046904" y="2427696"/>
            <a:chExt cx="1815840" cy="156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B7A5CCD5-F4D4-09F9-9050-D4941E43D4AE}"/>
                    </a:ext>
                  </a:extLst>
                </p14:cNvPr>
                <p14:cNvContentPartPr/>
                <p14:nvPr/>
              </p14:nvContentPartPr>
              <p14:xfrm>
                <a:off x="4046904" y="2427696"/>
                <a:ext cx="773640" cy="651600"/>
              </p14:xfrm>
            </p:contentPart>
          </mc:Choice>
          <mc:Fallback xmlns=""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B7A5CCD5-F4D4-09F9-9050-D4941E43D4A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040784" y="2421576"/>
                  <a:ext cx="785880" cy="66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7C9A8AA6-2274-AE6E-E385-522C9A8408CA}"/>
                    </a:ext>
                  </a:extLst>
                </p14:cNvPr>
                <p14:cNvContentPartPr/>
                <p14:nvPr/>
              </p14:nvContentPartPr>
              <p14:xfrm>
                <a:off x="4787424" y="3422016"/>
                <a:ext cx="247680" cy="335520"/>
              </p14:xfrm>
            </p:contentPart>
          </mc:Choice>
          <mc:Fallback xmlns=""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7C9A8AA6-2274-AE6E-E385-522C9A8408C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781304" y="3415896"/>
                  <a:ext cx="25992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ED8882E8-0CD6-C23B-716F-B0A238BD6969}"/>
                    </a:ext>
                  </a:extLst>
                </p14:cNvPr>
                <p14:cNvContentPartPr/>
                <p14:nvPr/>
              </p14:nvContentPartPr>
              <p14:xfrm>
                <a:off x="5053824" y="3709656"/>
                <a:ext cx="118080" cy="208080"/>
              </p14:xfrm>
            </p:contentPart>
          </mc:Choice>
          <mc:Fallback xmlns=""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ED8882E8-0CD6-C23B-716F-B0A238BD696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047704" y="3703536"/>
                  <a:ext cx="1303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1A03EA99-B88C-73D7-2D15-A55ECAAB9200}"/>
                    </a:ext>
                  </a:extLst>
                </p14:cNvPr>
                <p14:cNvContentPartPr/>
                <p14:nvPr/>
              </p14:nvContentPartPr>
              <p14:xfrm>
                <a:off x="5332464" y="3299976"/>
                <a:ext cx="165240" cy="546120"/>
              </p14:xfrm>
            </p:contentPart>
          </mc:Choice>
          <mc:Fallback xmlns=""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1A03EA99-B88C-73D7-2D15-A55ECAAB920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326344" y="3293856"/>
                  <a:ext cx="17748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BA35282A-5E70-50B0-2169-9CD04865495E}"/>
                    </a:ext>
                  </a:extLst>
                </p14:cNvPr>
                <p14:cNvContentPartPr/>
                <p14:nvPr/>
              </p14:nvContentPartPr>
              <p14:xfrm>
                <a:off x="5478984" y="3423456"/>
                <a:ext cx="219960" cy="250560"/>
              </p14:xfrm>
            </p:contentPart>
          </mc:Choice>
          <mc:Fallback xmlns=""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BA35282A-5E70-50B0-2169-9CD04865495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472864" y="3417336"/>
                  <a:ext cx="23220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B08E5EEE-4840-0BD9-99B7-D18209B56EE0}"/>
                    </a:ext>
                  </a:extLst>
                </p14:cNvPr>
                <p14:cNvContentPartPr/>
                <p14:nvPr/>
              </p14:nvContentPartPr>
              <p14:xfrm>
                <a:off x="5615064" y="3494736"/>
                <a:ext cx="192960" cy="286200"/>
              </p14:xfrm>
            </p:contentPart>
          </mc:Choice>
          <mc:Fallback xmlns=""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B08E5EEE-4840-0BD9-99B7-D18209B56EE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608944" y="3488616"/>
                  <a:ext cx="20520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98CB6E00-8D3E-AB10-3166-DF22E281FAE8}"/>
                    </a:ext>
                  </a:extLst>
                </p14:cNvPr>
                <p14:cNvContentPartPr/>
                <p14:nvPr/>
              </p14:nvContentPartPr>
              <p14:xfrm>
                <a:off x="5693904" y="3257856"/>
                <a:ext cx="168840" cy="738000"/>
              </p14:xfrm>
            </p:contentPart>
          </mc:Choice>
          <mc:Fallback xmlns=""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98CB6E00-8D3E-AB10-3166-DF22E281FAE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687784" y="3251736"/>
                  <a:ext cx="181080" cy="75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7957331A-792D-E7BD-969F-620E2C3B0EBD}"/>
              </a:ext>
            </a:extLst>
          </p:cNvPr>
          <p:cNvGrpSpPr/>
          <p:nvPr/>
        </p:nvGrpSpPr>
        <p:grpSpPr>
          <a:xfrm>
            <a:off x="2416824" y="4311576"/>
            <a:ext cx="2081160" cy="1707480"/>
            <a:chOff x="2416824" y="4311576"/>
            <a:chExt cx="2081160" cy="170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3ACE7125-6198-070C-1C64-AABCC28B4EC5}"/>
                    </a:ext>
                  </a:extLst>
                </p14:cNvPr>
                <p14:cNvContentPartPr/>
                <p14:nvPr/>
              </p14:nvContentPartPr>
              <p14:xfrm>
                <a:off x="2853144" y="5383296"/>
                <a:ext cx="253800" cy="382320"/>
              </p14:xfrm>
            </p:contentPart>
          </mc:Choice>
          <mc:Fallback xmlns=""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3ACE7125-6198-070C-1C64-AABCC28B4EC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847024" y="5377176"/>
                  <a:ext cx="26604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7D05FEBD-F216-9D5B-B918-5F6959BDEDB7}"/>
                    </a:ext>
                  </a:extLst>
                </p14:cNvPr>
                <p14:cNvContentPartPr/>
                <p14:nvPr/>
              </p14:nvContentPartPr>
              <p14:xfrm>
                <a:off x="3192264" y="5638896"/>
                <a:ext cx="106920" cy="255960"/>
              </p14:xfrm>
            </p:contentPart>
          </mc:Choice>
          <mc:Fallback xmlns=""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7D05FEBD-F216-9D5B-B918-5F6959BDEDB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186144" y="5632776"/>
                  <a:ext cx="1191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AB44109C-D9D9-22D9-5416-DB3CBBE61EBF}"/>
                    </a:ext>
                  </a:extLst>
                </p14:cNvPr>
                <p14:cNvContentPartPr/>
                <p14:nvPr/>
              </p14:nvContentPartPr>
              <p14:xfrm>
                <a:off x="3092904" y="5620536"/>
                <a:ext cx="125280" cy="281160"/>
              </p14:xfrm>
            </p:contentPart>
          </mc:Choice>
          <mc:Fallback xmlns=""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AB44109C-D9D9-22D9-5416-DB3CBBE61EB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086784" y="5614416"/>
                  <a:ext cx="1375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55A1AF30-C508-C18D-688B-B7ABE8B75630}"/>
                    </a:ext>
                  </a:extLst>
                </p14:cNvPr>
                <p14:cNvContentPartPr/>
                <p14:nvPr/>
              </p14:nvContentPartPr>
              <p14:xfrm>
                <a:off x="3404664" y="5304816"/>
                <a:ext cx="104400" cy="585360"/>
              </p14:xfrm>
            </p:contentPart>
          </mc:Choice>
          <mc:Fallback xmlns=""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55A1AF30-C508-C18D-688B-B7ABE8B7563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398544" y="5298696"/>
                  <a:ext cx="116640" cy="5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896C6AC3-8744-80FA-FFDA-72468A3B5DEF}"/>
                    </a:ext>
                  </a:extLst>
                </p14:cNvPr>
                <p14:cNvContentPartPr/>
                <p14:nvPr/>
              </p14:nvContentPartPr>
              <p14:xfrm>
                <a:off x="3695544" y="5467176"/>
                <a:ext cx="178200" cy="302760"/>
              </p14:xfrm>
            </p:contentPart>
          </mc:Choice>
          <mc:Fallback xmlns=""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896C6AC3-8744-80FA-FFDA-72468A3B5DE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689424" y="5461056"/>
                  <a:ext cx="1904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B9890F16-8D91-600A-B5DB-0770CD026003}"/>
                    </a:ext>
                  </a:extLst>
                </p14:cNvPr>
                <p14:cNvContentPartPr/>
                <p14:nvPr/>
              </p14:nvContentPartPr>
              <p14:xfrm>
                <a:off x="3986784" y="5632056"/>
                <a:ext cx="147960" cy="368280"/>
              </p14:xfrm>
            </p:contentPart>
          </mc:Choice>
          <mc:Fallback xmlns=""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B9890F16-8D91-600A-B5DB-0770CD02600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980664" y="5625936"/>
                  <a:ext cx="16020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FF28E54E-B004-A1E2-A3B7-98B201A3BB7B}"/>
                    </a:ext>
                  </a:extLst>
                </p14:cNvPr>
                <p14:cNvContentPartPr/>
                <p14:nvPr/>
              </p14:nvContentPartPr>
              <p14:xfrm>
                <a:off x="4183344" y="5240016"/>
                <a:ext cx="314640" cy="779040"/>
              </p14:xfrm>
            </p:contentPart>
          </mc:Choice>
          <mc:Fallback xmlns=""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FF28E54E-B004-A1E2-A3B7-98B201A3BB7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177224" y="5233896"/>
                  <a:ext cx="326880" cy="79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9BF5182B-7A2A-6680-BFAC-FEEE47B8455D}"/>
                    </a:ext>
                  </a:extLst>
                </p14:cNvPr>
                <p14:cNvContentPartPr/>
                <p14:nvPr/>
              </p14:nvContentPartPr>
              <p14:xfrm>
                <a:off x="2590344" y="5298336"/>
                <a:ext cx="82440" cy="395280"/>
              </p14:xfrm>
            </p:contentPart>
          </mc:Choice>
          <mc:Fallback xmlns=""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9BF5182B-7A2A-6680-BFAC-FEEE47B8455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584224" y="5292216"/>
                  <a:ext cx="9468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55162D47-49F6-8867-9045-7E70C7A0B816}"/>
                    </a:ext>
                  </a:extLst>
                </p14:cNvPr>
                <p14:cNvContentPartPr/>
                <p14:nvPr/>
              </p14:nvContentPartPr>
              <p14:xfrm>
                <a:off x="2552184" y="5231376"/>
                <a:ext cx="136800" cy="88920"/>
              </p14:xfrm>
            </p:contentPart>
          </mc:Choice>
          <mc:Fallback xmlns=""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55162D47-49F6-8867-9045-7E70C7A0B81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546064" y="5225256"/>
                  <a:ext cx="1490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CFA27A81-9C1E-2C60-19D6-468612F6DA40}"/>
                    </a:ext>
                  </a:extLst>
                </p14:cNvPr>
                <p14:cNvContentPartPr/>
                <p14:nvPr/>
              </p14:nvContentPartPr>
              <p14:xfrm>
                <a:off x="2416824" y="4311576"/>
                <a:ext cx="798840" cy="673920"/>
              </p14:xfrm>
            </p:contentPart>
          </mc:Choice>
          <mc:Fallback xmlns=""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CFA27A81-9C1E-2C60-19D6-468612F6DA4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410704" y="4305456"/>
                  <a:ext cx="811080" cy="68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17760F27-8F84-AAAE-6716-A84C338F9AD3}"/>
                    </a:ext>
                  </a:extLst>
                </p14:cNvPr>
                <p14:cNvContentPartPr/>
                <p14:nvPr/>
              </p14:nvContentPartPr>
              <p14:xfrm>
                <a:off x="2421144" y="4342536"/>
                <a:ext cx="820080" cy="569160"/>
              </p14:xfrm>
            </p:contentPart>
          </mc:Choice>
          <mc:Fallback xmlns=""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17760F27-8F84-AAAE-6716-A84C338F9AD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415024" y="4336416"/>
                  <a:ext cx="832320" cy="5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8C43E7D0-BE25-77AB-8C63-AED6678CCD4A}"/>
                    </a:ext>
                  </a:extLst>
                </p14:cNvPr>
                <p14:cNvContentPartPr/>
                <p14:nvPr/>
              </p14:nvContentPartPr>
              <p14:xfrm>
                <a:off x="2601504" y="4478256"/>
                <a:ext cx="522720" cy="517320"/>
              </p14:xfrm>
            </p:contentPart>
          </mc:Choice>
          <mc:Fallback xmlns=""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8C43E7D0-BE25-77AB-8C63-AED6678CCD4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595384" y="4472136"/>
                  <a:ext cx="534960" cy="52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Agrupar 122">
            <a:extLst>
              <a:ext uri="{FF2B5EF4-FFF2-40B4-BE49-F238E27FC236}">
                <a16:creationId xmlns:a16="http://schemas.microsoft.com/office/drawing/2014/main" id="{EA389D60-5C09-1406-8ABA-A535DFA6DA14}"/>
              </a:ext>
            </a:extLst>
          </p:cNvPr>
          <p:cNvGrpSpPr/>
          <p:nvPr/>
        </p:nvGrpSpPr>
        <p:grpSpPr>
          <a:xfrm>
            <a:off x="1332144" y="2120976"/>
            <a:ext cx="952920" cy="1441080"/>
            <a:chOff x="1332144" y="2120976"/>
            <a:chExt cx="952920" cy="144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3DC4E6C5-EBAB-AA6B-D8D3-BB6D50590425}"/>
                    </a:ext>
                  </a:extLst>
                </p14:cNvPr>
                <p14:cNvContentPartPr/>
                <p14:nvPr/>
              </p14:nvContentPartPr>
              <p14:xfrm>
                <a:off x="1332144" y="2944296"/>
                <a:ext cx="162720" cy="537120"/>
              </p14:xfrm>
            </p:contentPart>
          </mc:Choice>
          <mc:Fallback xmlns=""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3DC4E6C5-EBAB-AA6B-D8D3-BB6D5059042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326024" y="2938176"/>
                  <a:ext cx="174960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2B95C0CD-0EA5-6F9E-44E9-56F46EF0B7BF}"/>
                    </a:ext>
                  </a:extLst>
                </p14:cNvPr>
                <p14:cNvContentPartPr/>
                <p14:nvPr/>
              </p14:nvContentPartPr>
              <p14:xfrm>
                <a:off x="1600344" y="3071736"/>
                <a:ext cx="262080" cy="351360"/>
              </p14:xfrm>
            </p:contentPart>
          </mc:Choice>
          <mc:Fallback xmlns=""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2B95C0CD-0EA5-6F9E-44E9-56F46EF0B7B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594224" y="3065616"/>
                  <a:ext cx="27432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CF2442DD-84BD-5AD9-E280-129AD93618FC}"/>
                    </a:ext>
                  </a:extLst>
                </p14:cNvPr>
                <p14:cNvContentPartPr/>
                <p14:nvPr/>
              </p14:nvContentPartPr>
              <p14:xfrm>
                <a:off x="1896264" y="3284136"/>
                <a:ext cx="162360" cy="243360"/>
              </p14:xfrm>
            </p:contentPart>
          </mc:Choice>
          <mc:Fallback xmlns=""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CF2442DD-84BD-5AD9-E280-129AD93618F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890144" y="3278016"/>
                  <a:ext cx="1746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9C63E3A0-2947-843C-A261-6E507722CC61}"/>
                    </a:ext>
                  </a:extLst>
                </p14:cNvPr>
                <p14:cNvContentPartPr/>
                <p14:nvPr/>
              </p14:nvContentPartPr>
              <p14:xfrm>
                <a:off x="2109384" y="2860416"/>
                <a:ext cx="175680" cy="701640"/>
              </p14:xfrm>
            </p:contentPart>
          </mc:Choice>
          <mc:Fallback xmlns=""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9C63E3A0-2947-843C-A261-6E507722CC6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103264" y="2854296"/>
                  <a:ext cx="187920" cy="71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62BE0554-FEB7-F716-BD26-38C31806BBF1}"/>
                    </a:ext>
                  </a:extLst>
                </p14:cNvPr>
                <p14:cNvContentPartPr/>
                <p14:nvPr/>
              </p14:nvContentPartPr>
              <p14:xfrm>
                <a:off x="1615824" y="2120976"/>
                <a:ext cx="476280" cy="655200"/>
              </p14:xfrm>
            </p:contentPart>
          </mc:Choice>
          <mc:Fallback xmlns=""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62BE0554-FEB7-F716-BD26-38C31806BBF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609704" y="2114856"/>
                  <a:ext cx="488520" cy="66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Agrupar 140">
            <a:extLst>
              <a:ext uri="{FF2B5EF4-FFF2-40B4-BE49-F238E27FC236}">
                <a16:creationId xmlns:a16="http://schemas.microsoft.com/office/drawing/2014/main" id="{CE981E9C-20A6-FDF3-98B4-B6050A39DFCE}"/>
              </a:ext>
            </a:extLst>
          </p:cNvPr>
          <p:cNvGrpSpPr/>
          <p:nvPr/>
        </p:nvGrpSpPr>
        <p:grpSpPr>
          <a:xfrm>
            <a:off x="6699024" y="4068216"/>
            <a:ext cx="1464480" cy="2102040"/>
            <a:chOff x="6699024" y="4068216"/>
            <a:chExt cx="1464480" cy="210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80593FF2-648F-9993-AA07-E9BEA796B0B2}"/>
                    </a:ext>
                  </a:extLst>
                </p14:cNvPr>
                <p14:cNvContentPartPr/>
                <p14:nvPr/>
              </p14:nvContentPartPr>
              <p14:xfrm>
                <a:off x="6830424" y="4248216"/>
                <a:ext cx="483120" cy="486000"/>
              </p14:xfrm>
            </p:contentPart>
          </mc:Choice>
          <mc:Fallback xmlns=""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80593FF2-648F-9993-AA07-E9BEA796B0B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824304" y="4242096"/>
                  <a:ext cx="49536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60D223BA-616C-C53D-AE54-3D9CF1123110}"/>
                    </a:ext>
                  </a:extLst>
                </p14:cNvPr>
                <p14:cNvContentPartPr/>
                <p14:nvPr/>
              </p14:nvContentPartPr>
              <p14:xfrm>
                <a:off x="6699024" y="4068216"/>
                <a:ext cx="168480" cy="367200"/>
              </p14:xfrm>
            </p:contentPart>
          </mc:Choice>
          <mc:Fallback xmlns=""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60D223BA-616C-C53D-AE54-3D9CF112311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692904" y="4062096"/>
                  <a:ext cx="18072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2B3AB5B9-9F3D-C74E-0EEF-8F9AD22D4746}"/>
                    </a:ext>
                  </a:extLst>
                </p14:cNvPr>
                <p14:cNvContentPartPr/>
                <p14:nvPr/>
              </p14:nvContentPartPr>
              <p14:xfrm>
                <a:off x="7072704" y="4926096"/>
                <a:ext cx="169200" cy="298440"/>
              </p14:xfrm>
            </p:contentPart>
          </mc:Choice>
          <mc:Fallback xmlns=""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2B3AB5B9-9F3D-C74E-0EEF-8F9AD22D474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066584" y="4919976"/>
                  <a:ext cx="18144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2C6BDD4D-C8F6-8106-849B-FBBBCD9173EB}"/>
                    </a:ext>
                  </a:extLst>
                </p14:cNvPr>
                <p14:cNvContentPartPr/>
                <p14:nvPr/>
              </p14:nvContentPartPr>
              <p14:xfrm>
                <a:off x="7102944" y="5093856"/>
                <a:ext cx="205920" cy="16200"/>
              </p14:xfrm>
            </p:contentPart>
          </mc:Choice>
          <mc:Fallback xmlns=""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2C6BDD4D-C8F6-8106-849B-FBBBCD9173E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096824" y="5087736"/>
                  <a:ext cx="218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65BBB2DE-9927-B91D-A38F-7637758B7BBD}"/>
                    </a:ext>
                  </a:extLst>
                </p14:cNvPr>
                <p14:cNvContentPartPr/>
                <p14:nvPr/>
              </p14:nvContentPartPr>
              <p14:xfrm>
                <a:off x="7384464" y="4989816"/>
                <a:ext cx="18720" cy="144000"/>
              </p14:xfrm>
            </p:contentPart>
          </mc:Choice>
          <mc:Fallback xmlns=""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65BBB2DE-9927-B91D-A38F-7637758B7BB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378344" y="4983696"/>
                  <a:ext cx="309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2F7E95C0-4E8F-A694-0B87-AF3E22BB5F87}"/>
                    </a:ext>
                  </a:extLst>
                </p14:cNvPr>
                <p14:cNvContentPartPr/>
                <p14:nvPr/>
              </p14:nvContentPartPr>
              <p14:xfrm>
                <a:off x="7458264" y="4905936"/>
                <a:ext cx="180720" cy="186840"/>
              </p14:xfrm>
            </p:contentPart>
          </mc:Choice>
          <mc:Fallback xmlns=""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2F7E95C0-4E8F-A694-0B87-AF3E22BB5F8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452144" y="4899816"/>
                  <a:ext cx="1929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A742C44C-4906-EB5B-596E-FC4BB90AD3BA}"/>
                    </a:ext>
                  </a:extLst>
                </p14:cNvPr>
                <p14:cNvContentPartPr/>
                <p14:nvPr/>
              </p14:nvContentPartPr>
              <p14:xfrm>
                <a:off x="7633944" y="4757976"/>
                <a:ext cx="290880" cy="265680"/>
              </p14:xfrm>
            </p:contentPart>
          </mc:Choice>
          <mc:Fallback xmlns=""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A742C44C-4906-EB5B-596E-FC4BB90AD3B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627824" y="4751856"/>
                  <a:ext cx="3031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AD78521F-6E73-8237-43DC-AC02E67F175B}"/>
                    </a:ext>
                  </a:extLst>
                </p14:cNvPr>
                <p14:cNvContentPartPr/>
                <p14:nvPr/>
              </p14:nvContentPartPr>
              <p14:xfrm>
                <a:off x="7375464" y="5452416"/>
                <a:ext cx="28080" cy="151920"/>
              </p14:xfrm>
            </p:contentPart>
          </mc:Choice>
          <mc:Fallback xmlns=""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AD78521F-6E73-8237-43DC-AC02E67F175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369344" y="5446296"/>
                  <a:ext cx="403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728903E4-FFC8-F42D-3486-BCE3902321B4}"/>
                    </a:ext>
                  </a:extLst>
                </p14:cNvPr>
                <p14:cNvContentPartPr/>
                <p14:nvPr/>
              </p14:nvContentPartPr>
              <p14:xfrm>
                <a:off x="7368624" y="5385456"/>
                <a:ext cx="86040" cy="246960"/>
              </p14:xfrm>
            </p:contentPart>
          </mc:Choice>
          <mc:Fallback xmlns=""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728903E4-FFC8-F42D-3486-BCE3902321B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362504" y="5379336"/>
                  <a:ext cx="982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1B662449-DE46-1C1A-1488-9B7860938227}"/>
                    </a:ext>
                  </a:extLst>
                </p14:cNvPr>
                <p14:cNvContentPartPr/>
                <p14:nvPr/>
              </p14:nvContentPartPr>
              <p14:xfrm>
                <a:off x="7509384" y="5321376"/>
                <a:ext cx="203760" cy="230400"/>
              </p14:xfrm>
            </p:contentPart>
          </mc:Choice>
          <mc:Fallback xmlns=""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1B662449-DE46-1C1A-1488-9B786093822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503264" y="5315256"/>
                  <a:ext cx="2160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66E4E245-3910-1C5B-D4C9-FFDFCF958413}"/>
                    </a:ext>
                  </a:extLst>
                </p14:cNvPr>
                <p14:cNvContentPartPr/>
                <p14:nvPr/>
              </p14:nvContentPartPr>
              <p14:xfrm>
                <a:off x="7245864" y="6004296"/>
                <a:ext cx="14040" cy="165960"/>
              </p14:xfrm>
            </p:contentPart>
          </mc:Choice>
          <mc:Fallback xmlns=""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66E4E245-3910-1C5B-D4C9-FFDFCF95841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239744" y="5998176"/>
                  <a:ext cx="262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C2FCA076-4C7F-CC90-94D1-C80EF389994F}"/>
                    </a:ext>
                  </a:extLst>
                </p14:cNvPr>
                <p14:cNvContentPartPr/>
                <p14:nvPr/>
              </p14:nvContentPartPr>
              <p14:xfrm>
                <a:off x="7183584" y="5862816"/>
                <a:ext cx="256680" cy="217440"/>
              </p14:xfrm>
            </p:contentPart>
          </mc:Choice>
          <mc:Fallback xmlns=""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C2FCA076-4C7F-CC90-94D1-C80EF389994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177464" y="5856696"/>
                  <a:ext cx="2689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5E88F56B-6A2A-EA1F-DFDF-C08D514CF449}"/>
                    </a:ext>
                  </a:extLst>
                </p14:cNvPr>
                <p14:cNvContentPartPr/>
                <p14:nvPr/>
              </p14:nvContentPartPr>
              <p14:xfrm>
                <a:off x="7416864" y="5908896"/>
                <a:ext cx="155160" cy="151560"/>
              </p14:xfrm>
            </p:contentPart>
          </mc:Choice>
          <mc:Fallback xmlns=""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5E88F56B-6A2A-EA1F-DFDF-C08D514CF44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410744" y="5902776"/>
                  <a:ext cx="1674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E242726A-1641-C06E-84AC-A328EA4270CD}"/>
                    </a:ext>
                  </a:extLst>
                </p14:cNvPr>
                <p14:cNvContentPartPr/>
                <p14:nvPr/>
              </p14:nvContentPartPr>
              <p14:xfrm>
                <a:off x="7641144" y="5665176"/>
                <a:ext cx="457560" cy="316080"/>
              </p14:xfrm>
            </p:contentPart>
          </mc:Choice>
          <mc:Fallback xmlns=""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E242726A-1641-C06E-84AC-A328EA4270C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635024" y="5659056"/>
                  <a:ext cx="4698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AC5FD7E1-A8F5-AFA4-D5D7-E9EED554466E}"/>
                    </a:ext>
                  </a:extLst>
                </p14:cNvPr>
                <p14:cNvContentPartPr/>
                <p14:nvPr/>
              </p14:nvContentPartPr>
              <p14:xfrm>
                <a:off x="7892784" y="5726376"/>
                <a:ext cx="270720" cy="76680"/>
              </p14:xfrm>
            </p:contentPart>
          </mc:Choice>
          <mc:Fallback xmlns=""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AC5FD7E1-A8F5-AFA4-D5D7-E9EED554466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886664" y="5720256"/>
                  <a:ext cx="282960" cy="8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CaixaDeTexto 142">
                <a:extLst>
                  <a:ext uri="{FF2B5EF4-FFF2-40B4-BE49-F238E27FC236}">
                    <a16:creationId xmlns:a16="http://schemas.microsoft.com/office/drawing/2014/main" id="{6837F735-25FB-0196-FE70-7796F838EFB4}"/>
                  </a:ext>
                </a:extLst>
              </p:cNvPr>
              <p:cNvSpPr txBox="1"/>
              <p:nvPr/>
            </p:nvSpPr>
            <p:spPr>
              <a:xfrm>
                <a:off x="4360193" y="474054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r>
                        <a:rPr lang="pt-BR" b="0" i="1" smtClean="0">
                          <a:latin typeface="Cambria Math"/>
                        </a:rPr>
                        <m:t>𝐶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∩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pt-BR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pt-BR" b="0" dirty="0">
                  <a:ea typeface="Cambria Math"/>
                </a:endParaRPr>
              </a:p>
            </p:txBody>
          </p:sp>
        </mc:Choice>
        <mc:Fallback xmlns="">
          <p:sp>
            <p:nvSpPr>
              <p:cNvPr id="143" name="CaixaDeTexto 142">
                <a:extLst>
                  <a:ext uri="{FF2B5EF4-FFF2-40B4-BE49-F238E27FC236}">
                    <a16:creationId xmlns:a16="http://schemas.microsoft.com/office/drawing/2014/main" id="{6837F735-25FB-0196-FE70-7796F838E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193" y="474054"/>
                <a:ext cx="4572000" cy="369332"/>
              </a:xfrm>
              <a:prstGeom prst="rect">
                <a:avLst/>
              </a:prstGeom>
              <a:blipFill>
                <a:blip r:embed="rId180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46" name="Tinta 45">
                <a:extLst>
                  <a:ext uri="{FF2B5EF4-FFF2-40B4-BE49-F238E27FC236}">
                    <a16:creationId xmlns:a16="http://schemas.microsoft.com/office/drawing/2014/main" id="{CDCDB0B7-4C40-82DD-C5DA-612E676400F7}"/>
                  </a:ext>
                </a:extLst>
              </p14:cNvPr>
              <p14:cNvContentPartPr/>
              <p14:nvPr/>
            </p14:nvContentPartPr>
            <p14:xfrm>
              <a:off x="483264" y="6053976"/>
              <a:ext cx="394560" cy="397440"/>
            </p14:xfrm>
          </p:contentPart>
        </mc:Choice>
        <mc:Fallback xmlns="">
          <p:pic>
            <p:nvPicPr>
              <p:cNvPr id="46" name="Tinta 45">
                <a:extLst>
                  <a:ext uri="{FF2B5EF4-FFF2-40B4-BE49-F238E27FC236}">
                    <a16:creationId xmlns:a16="http://schemas.microsoft.com/office/drawing/2014/main" id="{CDCDB0B7-4C40-82DD-C5DA-612E676400F7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477144" y="6047856"/>
                <a:ext cx="406800" cy="40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Agrupar 64">
            <a:extLst>
              <a:ext uri="{FF2B5EF4-FFF2-40B4-BE49-F238E27FC236}">
                <a16:creationId xmlns:a16="http://schemas.microsoft.com/office/drawing/2014/main" id="{4492FAAD-1B55-31CD-0C06-E62E77B5EA08}"/>
              </a:ext>
            </a:extLst>
          </p:cNvPr>
          <p:cNvGrpSpPr/>
          <p:nvPr/>
        </p:nvGrpSpPr>
        <p:grpSpPr>
          <a:xfrm>
            <a:off x="987984" y="5934096"/>
            <a:ext cx="1116720" cy="567000"/>
            <a:chOff x="987984" y="5934096"/>
            <a:chExt cx="1116720" cy="56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CD7B21ED-DF54-8EDB-1592-D285D95BA761}"/>
                    </a:ext>
                  </a:extLst>
                </p14:cNvPr>
                <p14:cNvContentPartPr/>
                <p14:nvPr/>
              </p14:nvContentPartPr>
              <p14:xfrm>
                <a:off x="987984" y="6016896"/>
                <a:ext cx="217080" cy="483120"/>
              </p14:xfrm>
            </p:contentPart>
          </mc:Choice>
          <mc:Fallback xmlns=""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CD7B21ED-DF54-8EDB-1592-D285D95BA761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981864" y="6010776"/>
                  <a:ext cx="22932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1C8C43D7-5188-4064-1BFA-BAC33B1F054C}"/>
                    </a:ext>
                  </a:extLst>
                </p14:cNvPr>
                <p14:cNvContentPartPr/>
                <p14:nvPr/>
              </p14:nvContentPartPr>
              <p14:xfrm>
                <a:off x="1226304" y="6179256"/>
                <a:ext cx="213480" cy="18252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1C8C43D7-5188-4064-1BFA-BAC33B1F054C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220184" y="6173136"/>
                  <a:ext cx="2257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7010CC61-20EB-5C76-A5C8-FEDA79F7FB34}"/>
                    </a:ext>
                  </a:extLst>
                </p14:cNvPr>
                <p14:cNvContentPartPr/>
                <p14:nvPr/>
              </p14:nvContentPartPr>
              <p14:xfrm>
                <a:off x="1434024" y="5934096"/>
                <a:ext cx="270720" cy="56700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7010CC61-20EB-5C76-A5C8-FEDA79F7FB3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427904" y="5927976"/>
                  <a:ext cx="28296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D7DE79BD-0313-B946-113E-A3BAEEC935E5}"/>
                    </a:ext>
                  </a:extLst>
                </p14:cNvPr>
                <p14:cNvContentPartPr/>
                <p14:nvPr/>
              </p14:nvContentPartPr>
              <p14:xfrm>
                <a:off x="1875384" y="6276816"/>
                <a:ext cx="178200" cy="1548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D7DE79BD-0313-B946-113E-A3BAEEC935E5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869264" y="6270696"/>
                  <a:ext cx="1904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A2EE5C37-F016-4FC4-1D02-E4E87938C922}"/>
                    </a:ext>
                  </a:extLst>
                </p14:cNvPr>
                <p14:cNvContentPartPr/>
                <p14:nvPr/>
              </p14:nvContentPartPr>
              <p14:xfrm>
                <a:off x="1917144" y="6399216"/>
                <a:ext cx="187560" cy="20880"/>
              </p14:xfrm>
            </p:contentPart>
          </mc:Choice>
          <mc:Fallback xmlns=""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A2EE5C37-F016-4FC4-1D02-E4E87938C92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911024" y="6393096"/>
                  <a:ext cx="19980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Agrupar 68">
            <a:extLst>
              <a:ext uri="{FF2B5EF4-FFF2-40B4-BE49-F238E27FC236}">
                <a16:creationId xmlns:a16="http://schemas.microsoft.com/office/drawing/2014/main" id="{281C7DE6-A3D1-41BB-BD55-3316796B83D4}"/>
              </a:ext>
            </a:extLst>
          </p:cNvPr>
          <p:cNvGrpSpPr/>
          <p:nvPr/>
        </p:nvGrpSpPr>
        <p:grpSpPr>
          <a:xfrm>
            <a:off x="2491704" y="5955696"/>
            <a:ext cx="1698840" cy="635760"/>
            <a:chOff x="2491704" y="5955696"/>
            <a:chExt cx="1698840" cy="63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A52F27F3-011B-E30A-EFBB-37978E8A373A}"/>
                    </a:ext>
                  </a:extLst>
                </p14:cNvPr>
                <p14:cNvContentPartPr/>
                <p14:nvPr/>
              </p14:nvContentPartPr>
              <p14:xfrm>
                <a:off x="2491704" y="5955696"/>
                <a:ext cx="296640" cy="48132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A52F27F3-011B-E30A-EFBB-37978E8A373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485584" y="5949576"/>
                  <a:ext cx="30888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014AB6D1-02FE-5EBA-EE87-5DD91E21240E}"/>
                    </a:ext>
                  </a:extLst>
                </p14:cNvPr>
                <p14:cNvContentPartPr/>
                <p14:nvPr/>
              </p14:nvContentPartPr>
              <p14:xfrm>
                <a:off x="2804184" y="6276096"/>
                <a:ext cx="196560" cy="191880"/>
              </p14:xfrm>
            </p:contentPart>
          </mc:Choice>
          <mc:Fallback xmlns=""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014AB6D1-02FE-5EBA-EE87-5DD91E21240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798064" y="6269976"/>
                  <a:ext cx="2088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40A29BEF-CEC4-26AC-89B2-25927FC7CFC3}"/>
                    </a:ext>
                  </a:extLst>
                </p14:cNvPr>
                <p14:cNvContentPartPr/>
                <p14:nvPr/>
              </p14:nvContentPartPr>
              <p14:xfrm>
                <a:off x="3219264" y="6009696"/>
                <a:ext cx="114120" cy="53028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40A29BEF-CEC4-26AC-89B2-25927FC7CFC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213144" y="6003576"/>
                  <a:ext cx="12636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49F392EC-E04F-AA25-1ABA-792AF7CFFEF6}"/>
                    </a:ext>
                  </a:extLst>
                </p14:cNvPr>
                <p14:cNvContentPartPr/>
                <p14:nvPr/>
              </p14:nvContentPartPr>
              <p14:xfrm>
                <a:off x="3531744" y="6185016"/>
                <a:ext cx="243000" cy="207000"/>
              </p14:xfrm>
            </p:contentPart>
          </mc:Choice>
          <mc:Fallback xmlns=""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49F392EC-E04F-AA25-1ABA-792AF7CFFEF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525624" y="6178896"/>
                  <a:ext cx="2552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8B17BCA0-20B2-8403-B63B-E87C9E24479C}"/>
                    </a:ext>
                  </a:extLst>
                </p14:cNvPr>
                <p14:cNvContentPartPr/>
                <p14:nvPr/>
              </p14:nvContentPartPr>
              <p14:xfrm>
                <a:off x="3892104" y="6331896"/>
                <a:ext cx="132120" cy="224640"/>
              </p14:xfrm>
            </p:contentPart>
          </mc:Choice>
          <mc:Fallback xmlns=""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8B17BCA0-20B2-8403-B63B-E87C9E24479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885984" y="6325776"/>
                  <a:ext cx="1443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DA893AC2-33ED-B888-64EF-112725F250A4}"/>
                    </a:ext>
                  </a:extLst>
                </p14:cNvPr>
                <p14:cNvContentPartPr/>
                <p14:nvPr/>
              </p14:nvContentPartPr>
              <p14:xfrm>
                <a:off x="4046904" y="6061176"/>
                <a:ext cx="143640" cy="530280"/>
              </p14:xfrm>
            </p:contentPart>
          </mc:Choice>
          <mc:Fallback xmlns=""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DA893AC2-33ED-B888-64EF-112725F250A4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040784" y="6055056"/>
                  <a:ext cx="155880" cy="542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70" name="Tinta 69">
                <a:extLst>
                  <a:ext uri="{FF2B5EF4-FFF2-40B4-BE49-F238E27FC236}">
                    <a16:creationId xmlns:a16="http://schemas.microsoft.com/office/drawing/2014/main" id="{C214343F-1F87-780A-8AD9-163AA468C447}"/>
                  </a:ext>
                </a:extLst>
              </p14:cNvPr>
              <p14:cNvContentPartPr/>
              <p14:nvPr/>
            </p14:nvContentPartPr>
            <p14:xfrm>
              <a:off x="4559544" y="6038496"/>
              <a:ext cx="164520" cy="345240"/>
            </p14:xfrm>
          </p:contentPart>
        </mc:Choice>
        <mc:Fallback xmlns="">
          <p:pic>
            <p:nvPicPr>
              <p:cNvPr id="70" name="Tinta 69">
                <a:extLst>
                  <a:ext uri="{FF2B5EF4-FFF2-40B4-BE49-F238E27FC236}">
                    <a16:creationId xmlns:a16="http://schemas.microsoft.com/office/drawing/2014/main" id="{C214343F-1F87-780A-8AD9-163AA468C447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4553424" y="6032376"/>
                <a:ext cx="176760" cy="35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Agrupar 90">
            <a:extLst>
              <a:ext uri="{FF2B5EF4-FFF2-40B4-BE49-F238E27FC236}">
                <a16:creationId xmlns:a16="http://schemas.microsoft.com/office/drawing/2014/main" id="{4B38FE32-4F12-8FB6-B3A5-675F84585C67}"/>
              </a:ext>
            </a:extLst>
          </p:cNvPr>
          <p:cNvGrpSpPr/>
          <p:nvPr/>
        </p:nvGrpSpPr>
        <p:grpSpPr>
          <a:xfrm>
            <a:off x="5217984" y="6140016"/>
            <a:ext cx="483120" cy="403920"/>
            <a:chOff x="5217984" y="6140016"/>
            <a:chExt cx="483120" cy="40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741B03BA-4167-40A9-0CA1-59DD664E23C3}"/>
                    </a:ext>
                  </a:extLst>
                </p14:cNvPr>
                <p14:cNvContentPartPr/>
                <p14:nvPr/>
              </p14:nvContentPartPr>
              <p14:xfrm>
                <a:off x="5217984" y="6140016"/>
                <a:ext cx="279720" cy="29268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741B03BA-4167-40A9-0CA1-59DD664E23C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211864" y="6133896"/>
                  <a:ext cx="2919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ABD5A519-CB4E-A5B2-A4A4-ECCC98271D2D}"/>
                    </a:ext>
                  </a:extLst>
                </p14:cNvPr>
                <p14:cNvContentPartPr/>
                <p14:nvPr/>
              </p14:nvContentPartPr>
              <p14:xfrm>
                <a:off x="5566824" y="6387696"/>
                <a:ext cx="134280" cy="156240"/>
              </p14:xfrm>
            </p:contentPart>
          </mc:Choice>
          <mc:Fallback xmlns=""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ABD5A519-CB4E-A5B2-A4A4-ECCC98271D2D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560704" y="6381576"/>
                  <a:ext cx="14652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Agrupar 82">
            <a:extLst>
              <a:ext uri="{FF2B5EF4-FFF2-40B4-BE49-F238E27FC236}">
                <a16:creationId xmlns:a16="http://schemas.microsoft.com/office/drawing/2014/main" id="{DBFCA83E-9F5C-BFF6-1060-6C1313FB4DB5}"/>
              </a:ext>
            </a:extLst>
          </p:cNvPr>
          <p:cNvGrpSpPr/>
          <p:nvPr/>
        </p:nvGrpSpPr>
        <p:grpSpPr>
          <a:xfrm>
            <a:off x="5887944" y="5988456"/>
            <a:ext cx="619200" cy="545400"/>
            <a:chOff x="5887944" y="5988456"/>
            <a:chExt cx="619200" cy="54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7909734B-0867-FA27-DDDE-B9C2B3921F3C}"/>
                    </a:ext>
                  </a:extLst>
                </p14:cNvPr>
                <p14:cNvContentPartPr/>
                <p14:nvPr/>
              </p14:nvContentPartPr>
              <p14:xfrm>
                <a:off x="5887944" y="5988456"/>
                <a:ext cx="99720" cy="545400"/>
              </p14:xfrm>
            </p:contentPart>
          </mc:Choice>
          <mc:Fallback xmlns=""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7909734B-0867-FA27-DDDE-B9C2B3921F3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881824" y="5982336"/>
                  <a:ext cx="111960" cy="55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783DC740-BB32-1128-B42C-5F71318D013D}"/>
                    </a:ext>
                  </a:extLst>
                </p14:cNvPr>
                <p14:cNvContentPartPr/>
                <p14:nvPr/>
              </p14:nvContentPartPr>
              <p14:xfrm>
                <a:off x="6053904" y="6187176"/>
                <a:ext cx="137160" cy="219240"/>
              </p14:xfrm>
            </p:contentPart>
          </mc:Choice>
          <mc:Fallback xmlns=""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783DC740-BB32-1128-B42C-5F71318D013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047784" y="6181056"/>
                  <a:ext cx="1494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CF7E24EE-939B-878E-233D-5348FB4DCBDB}"/>
                    </a:ext>
                  </a:extLst>
                </p14:cNvPr>
                <p14:cNvContentPartPr/>
                <p14:nvPr/>
              </p14:nvContentPartPr>
              <p14:xfrm>
                <a:off x="6259104" y="6401736"/>
                <a:ext cx="112320" cy="111600"/>
              </p14:xfrm>
            </p:contentPart>
          </mc:Choice>
          <mc:Fallback xmlns=""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CF7E24EE-939B-878E-233D-5348FB4DCBDB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252984" y="6395616"/>
                  <a:ext cx="1245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742898B8-6C17-7C97-A500-DC666370D712}"/>
                    </a:ext>
                  </a:extLst>
                </p14:cNvPr>
                <p14:cNvContentPartPr/>
                <p14:nvPr/>
              </p14:nvContentPartPr>
              <p14:xfrm>
                <a:off x="6375024" y="6032736"/>
                <a:ext cx="132120" cy="478800"/>
              </p14:xfrm>
            </p:contentPart>
          </mc:Choice>
          <mc:Fallback xmlns=""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742898B8-6C17-7C97-A500-DC666370D712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368904" y="6026616"/>
                  <a:ext cx="144360" cy="49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Agrupar 81">
            <a:extLst>
              <a:ext uri="{FF2B5EF4-FFF2-40B4-BE49-F238E27FC236}">
                <a16:creationId xmlns:a16="http://schemas.microsoft.com/office/drawing/2014/main" id="{546C06FA-A4EE-03F8-F982-FC05A0C6D824}"/>
              </a:ext>
            </a:extLst>
          </p:cNvPr>
          <p:cNvGrpSpPr/>
          <p:nvPr/>
        </p:nvGrpSpPr>
        <p:grpSpPr>
          <a:xfrm>
            <a:off x="6673104" y="6317136"/>
            <a:ext cx="88200" cy="237600"/>
            <a:chOff x="6673104" y="6317136"/>
            <a:chExt cx="8820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8E8189BE-BB6F-D5EC-8EB0-DB14AFB79BBE}"/>
                    </a:ext>
                  </a:extLst>
                </p14:cNvPr>
                <p14:cNvContentPartPr/>
                <p14:nvPr/>
              </p14:nvContentPartPr>
              <p14:xfrm>
                <a:off x="6673104" y="6410376"/>
                <a:ext cx="88200" cy="26640"/>
              </p14:xfrm>
            </p:contentPart>
          </mc:Choice>
          <mc:Fallback xmlns=""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8E8189BE-BB6F-D5EC-8EB0-DB14AFB79BB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666984" y="6404256"/>
                  <a:ext cx="1004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94F15A03-DCAB-C3CB-63F6-A8E31E8909C1}"/>
                    </a:ext>
                  </a:extLst>
                </p14:cNvPr>
                <p14:cNvContentPartPr/>
                <p14:nvPr/>
              </p14:nvContentPartPr>
              <p14:xfrm>
                <a:off x="6696144" y="6317136"/>
                <a:ext cx="9720" cy="237600"/>
              </p14:xfrm>
            </p:contentPart>
          </mc:Choice>
          <mc:Fallback xmlns=""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94F15A03-DCAB-C3CB-63F6-A8E31E8909C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690024" y="6311016"/>
                  <a:ext cx="21960" cy="24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Agrupar 80">
            <a:extLst>
              <a:ext uri="{FF2B5EF4-FFF2-40B4-BE49-F238E27FC236}">
                <a16:creationId xmlns:a16="http://schemas.microsoft.com/office/drawing/2014/main" id="{BCE10018-5FB1-7BBD-7427-9E8602B8F525}"/>
              </a:ext>
            </a:extLst>
          </p:cNvPr>
          <p:cNvGrpSpPr/>
          <p:nvPr/>
        </p:nvGrpSpPr>
        <p:grpSpPr>
          <a:xfrm>
            <a:off x="6961824" y="6402096"/>
            <a:ext cx="208080" cy="44280"/>
            <a:chOff x="6961824" y="6402096"/>
            <a:chExt cx="208080" cy="4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DFA6A2B3-8F89-BD2F-E5C1-5A719F326DB0}"/>
                    </a:ext>
                  </a:extLst>
                </p14:cNvPr>
                <p14:cNvContentPartPr/>
                <p14:nvPr/>
              </p14:nvContentPartPr>
              <p14:xfrm>
                <a:off x="6961824" y="6402096"/>
                <a:ext cx="113400" cy="29880"/>
              </p14:xfrm>
            </p:contentPart>
          </mc:Choice>
          <mc:Fallback xmlns=""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DFA6A2B3-8F89-BD2F-E5C1-5A719F326DB0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955704" y="6395976"/>
                  <a:ext cx="1256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D455CB64-7F07-6014-0347-0D52BE85B8F7}"/>
                    </a:ext>
                  </a:extLst>
                </p14:cNvPr>
                <p14:cNvContentPartPr/>
                <p14:nvPr/>
              </p14:nvContentPartPr>
              <p14:xfrm>
                <a:off x="7167384" y="6441696"/>
                <a:ext cx="2520" cy="4680"/>
              </p14:xfrm>
            </p:contentPart>
          </mc:Choice>
          <mc:Fallback xmlns=""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D455CB64-7F07-6014-0347-0D52BE85B8F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7161264" y="6435576"/>
                  <a:ext cx="14760" cy="16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121702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</a:t>
            </a:r>
            <a:r>
              <a:rPr lang="pt-BR" dirty="0" err="1"/>
              <a:t>Watershed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pt-BR" dirty="0"/>
                  <a:t>Os elementos tanto 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)</m:t>
                    </m:r>
                  </m:oMath>
                </a14:m>
                <a:r>
                  <a:rPr lang="pt-BR" dirty="0"/>
                  <a:t> quanto 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0" smtClean="0">
                        <a:latin typeface="Cambria Math"/>
                      </a:rPr>
                      <m:t>T</m:t>
                    </m:r>
                    <m:r>
                      <a:rPr lang="pt-BR" b="0" i="1" smtClean="0">
                        <a:latin typeface="Cambria Math"/>
                      </a:rPr>
                      <m:t>[</m:t>
                    </m:r>
                    <m:r>
                      <a:rPr lang="pt-BR" b="0" i="1" smtClean="0">
                        <a:latin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</a:rPr>
                      <m:t>]</m:t>
                    </m:r>
                  </m:oMath>
                </a14:m>
                <a:r>
                  <a:rPr lang="pt-BR" dirty="0"/>
                  <a:t> nunca são substituídos durante a execução do algoritmo.</a:t>
                </a:r>
              </a:p>
              <a:p>
                <a:r>
                  <a:rPr lang="pt-BR" dirty="0"/>
                  <a:t>O número de elementos desses conjuntos aumenta ou permanece igual enquanto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𝑛</m:t>
                    </m:r>
                  </m:oMath>
                </a14:m>
                <a:r>
                  <a:rPr lang="pt-BR" dirty="0"/>
                  <a:t> aumenta</a:t>
                </a:r>
              </a:p>
              <a:p>
                <a:pPr marL="40005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𝐶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pt-BR" b="0" i="1" smtClean="0">
                        <a:latin typeface="Cambria Math"/>
                        <a:ea typeface="Cambria Math"/>
                      </a:rPr>
                      <m:t>⊂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𝑇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[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]</m:t>
                    </m:r>
                  </m:oMath>
                </a14:m>
                <a:r>
                  <a:rPr lang="pt-BR" dirty="0"/>
                  <a:t> 	</a:t>
                </a:r>
                <a:r>
                  <a:rPr lang="pt-BR" sz="2600" i="1" dirty="0"/>
                  <a:t>(</a:t>
                </a:r>
                <a14:m>
                  <m:oMath xmlns:m="http://schemas.openxmlformats.org/officeDocument/2006/math">
                    <m:r>
                      <a:rPr lang="pt-BR" sz="2600" i="1">
                        <a:latin typeface="Cambria Math"/>
                        <a:ea typeface="Cambria Math"/>
                      </a:rPr>
                      <m:t>⊂</m:t>
                    </m:r>
                    <m:r>
                      <a:rPr lang="pt-BR" sz="2600" b="0" i="1" smtClean="0"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pt-BR" sz="2600" i="1" dirty="0"/>
                  <a:t>subconjunto)</a:t>
                </a:r>
                <a:endParaRPr lang="pt-BR" i="1" dirty="0"/>
              </a:p>
              <a:p>
                <a:pPr marL="400050" lvl="1" indent="0">
                  <a:buNone/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  <a:ea typeface="Cambria Math"/>
                      </a:rPr>
                      <m:t>𝐶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[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−1]⊂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𝐶</m:t>
                    </m:r>
                    <m:r>
                      <a:rPr lang="pt-BR" i="1">
                        <a:latin typeface="Cambria Math"/>
                        <a:ea typeface="Cambria Math"/>
                      </a:rPr>
                      <m:t>[</m:t>
                    </m:r>
                    <m:r>
                      <a:rPr lang="pt-BR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pt-BR" i="1">
                        <a:latin typeface="Cambria Math"/>
                        <a:ea typeface="Cambria Math"/>
                      </a:rPr>
                      <m:t>]→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  <m:r>
                          <a:rPr lang="pt-BR" b="0" i="1" smtClean="0">
                            <a:latin typeface="Cambria Math"/>
                            <a:ea typeface="Cambria Math"/>
                          </a:rPr>
                          <m:t>−1</m:t>
                        </m:r>
                      </m:e>
                    </m:d>
                    <m:r>
                      <a:rPr lang="pt-BR" b="0" i="1" smtClean="0">
                        <a:latin typeface="Cambria Math"/>
                        <a:ea typeface="Cambria Math"/>
                      </a:rPr>
                      <m:t>⊂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𝑇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[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]</m:t>
                    </m:r>
                  </m:oMath>
                </a14:m>
                <a:r>
                  <a:rPr lang="pt-BR" dirty="0"/>
                  <a:t> </a:t>
                </a:r>
              </a:p>
              <a:p>
                <a:pPr marL="400050" lvl="1" indent="0">
                  <a:buNone/>
                </a:pPr>
                <a:r>
                  <a:rPr lang="pt-BR" dirty="0"/>
                  <a:t>-&gt; cada componente conectado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  <a:ea typeface="Cambria Math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  <a:ea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  <a:ea typeface="Cambria Math"/>
                          </a:rPr>
                          <m:t>−1</m:t>
                        </m:r>
                      </m:e>
                    </m:d>
                  </m:oMath>
                </a14:m>
                <a:r>
                  <a:rPr lang="pt-BR" dirty="0"/>
                  <a:t> está contido em exatamente um componente conectado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  <a:ea typeface="Cambria Math"/>
                      </a:rPr>
                      <m:t>𝑇</m:t>
                    </m:r>
                    <m:r>
                      <a:rPr lang="pt-BR" i="1">
                        <a:latin typeface="Cambria Math"/>
                        <a:ea typeface="Cambria Math"/>
                      </a:rPr>
                      <m:t>[</m:t>
                    </m:r>
                    <m:r>
                      <a:rPr lang="pt-BR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pt-BR" i="1">
                        <a:latin typeface="Cambria Math"/>
                        <a:ea typeface="Cambria Math"/>
                      </a:rPr>
                      <m:t>]</m:t>
                    </m:r>
                  </m:oMath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2695" r="-21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45808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</a:t>
            </a:r>
            <a:r>
              <a:rPr lang="pt-BR" dirty="0" err="1"/>
              <a:t>Watershed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Inicialização do algoritmo</a:t>
                </a:r>
              </a:p>
              <a:p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𝑚𝑖𝑛</m:t>
                        </m:r>
                        <m:r>
                          <a:rPr lang="pt-BR" b="0" i="1" smtClean="0">
                            <a:latin typeface="Cambria Math"/>
                          </a:rPr>
                          <m:t>+1</m:t>
                        </m:r>
                      </m:e>
                    </m:d>
                    <m:r>
                      <a:rPr lang="pt-BR" b="0" i="1" smtClean="0">
                        <a:latin typeface="Cambria Math"/>
                      </a:rPr>
                      <m:t>=</m:t>
                    </m:r>
                    <m:r>
                      <a:rPr lang="pt-BR" b="0" i="1" smtClean="0">
                        <a:latin typeface="Cambria Math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𝑚𝑖𝑛</m:t>
                        </m:r>
                        <m:r>
                          <a:rPr lang="pt-BR" b="0" i="1" smtClean="0">
                            <a:latin typeface="Cambria Math"/>
                          </a:rPr>
                          <m:t>+1</m:t>
                        </m:r>
                      </m:e>
                    </m:d>
                  </m:oMath>
                </a14:m>
                <a:endParaRPr lang="pt-BR" b="0" dirty="0"/>
              </a:p>
              <a:p>
                <a:r>
                  <a:rPr lang="pt-BR" dirty="0"/>
                  <a:t>Obtendo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pt-BR" dirty="0"/>
                  <a:t> a partir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b="0" i="1" smtClean="0"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endParaRPr lang="pt-BR" dirty="0"/>
              </a:p>
              <a:p>
                <a:r>
                  <a:rPr lang="pt-BR" dirty="0"/>
                  <a:t>Seja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𝑄</m:t>
                    </m:r>
                  </m:oMath>
                </a14:m>
                <a:r>
                  <a:rPr lang="pt-BR" dirty="0"/>
                  <a:t> o conjunto de componentes conexos em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𝑇</m:t>
                    </m:r>
                    <m:r>
                      <a:rPr lang="pt-BR" b="0" i="1" smtClean="0">
                        <a:latin typeface="Cambria Math"/>
                      </a:rPr>
                      <m:t>[</m:t>
                    </m:r>
                    <m:r>
                      <a:rPr lang="pt-BR" b="0" i="1" smtClean="0">
                        <a:latin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</a:rPr>
                      <m:t>]</m:t>
                    </m:r>
                  </m:oMath>
                </a14:m>
                <a:r>
                  <a:rPr lang="pt-BR" dirty="0"/>
                  <a:t>. Então, para cada componente conectado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𝑞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𝑄</m:t>
                    </m:r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pt-BR" dirty="0"/>
                  <a:t> existem três possibilidades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28508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Agrupar 45">
            <a:extLst>
              <a:ext uri="{FF2B5EF4-FFF2-40B4-BE49-F238E27FC236}">
                <a16:creationId xmlns:a16="http://schemas.microsoft.com/office/drawing/2014/main" id="{E8EB1760-2279-2EBE-9ED1-C783815EDA0D}"/>
              </a:ext>
            </a:extLst>
          </p:cNvPr>
          <p:cNvGrpSpPr/>
          <p:nvPr/>
        </p:nvGrpSpPr>
        <p:grpSpPr>
          <a:xfrm>
            <a:off x="705384" y="754056"/>
            <a:ext cx="1304640" cy="690480"/>
            <a:chOff x="705384" y="754056"/>
            <a:chExt cx="1304640" cy="69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49D25E59-D211-08FC-AB24-43AB7CE17C9C}"/>
                    </a:ext>
                  </a:extLst>
                </p14:cNvPr>
                <p14:cNvContentPartPr/>
                <p14:nvPr/>
              </p14:nvContentPartPr>
              <p14:xfrm>
                <a:off x="900864" y="789696"/>
                <a:ext cx="92880" cy="423000"/>
              </p14:xfrm>
            </p:contentPart>
          </mc:Choice>
          <mc:Fallback xmlns=""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49D25E59-D211-08FC-AB24-43AB7CE17C9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4744" y="783581"/>
                  <a:ext cx="105120" cy="4352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86EB5EB2-2439-435A-A227-4BBC0F515EFC}"/>
                    </a:ext>
                  </a:extLst>
                </p14:cNvPr>
                <p14:cNvContentPartPr/>
                <p14:nvPr/>
              </p14:nvContentPartPr>
              <p14:xfrm>
                <a:off x="705384" y="760176"/>
                <a:ext cx="470520" cy="7164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86EB5EB2-2439-435A-A227-4BBC0F515EF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99269" y="754056"/>
                  <a:ext cx="482751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8C4B197F-3838-D7A2-6FAB-870A3F277C3F}"/>
                    </a:ext>
                  </a:extLst>
                </p14:cNvPr>
                <p14:cNvContentPartPr/>
                <p14:nvPr/>
              </p14:nvContentPartPr>
              <p14:xfrm>
                <a:off x="1203264" y="768456"/>
                <a:ext cx="286920" cy="48708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8C4B197F-3838-D7A2-6FAB-870A3F277C3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97136" y="762331"/>
                  <a:ext cx="299175" cy="4993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45CE6922-4545-5283-ACC3-4D15A5C58A59}"/>
                    </a:ext>
                  </a:extLst>
                </p14:cNvPr>
                <p14:cNvContentPartPr/>
                <p14:nvPr/>
              </p14:nvContentPartPr>
              <p14:xfrm>
                <a:off x="1478304" y="957456"/>
                <a:ext cx="221400" cy="23544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45CE6922-4545-5283-ACC3-4D15A5C58A5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72184" y="951345"/>
                  <a:ext cx="233640" cy="2476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273B332E-7815-5EF9-2408-52B0EFD371A9}"/>
                    </a:ext>
                  </a:extLst>
                </p14:cNvPr>
                <p14:cNvContentPartPr/>
                <p14:nvPr/>
              </p14:nvContentPartPr>
              <p14:xfrm>
                <a:off x="1716264" y="754056"/>
                <a:ext cx="293760" cy="69048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273B332E-7815-5EF9-2408-52B0EFD371A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10144" y="747936"/>
                  <a:ext cx="306000" cy="70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FF45207C-1FFD-90CD-D0B9-29D9AFD4BD83}"/>
              </a:ext>
            </a:extLst>
          </p:cNvPr>
          <p:cNvGrpSpPr/>
          <p:nvPr/>
        </p:nvGrpSpPr>
        <p:grpSpPr>
          <a:xfrm>
            <a:off x="3642984" y="2187394"/>
            <a:ext cx="1346760" cy="1457630"/>
            <a:chOff x="3607704" y="2195136"/>
            <a:chExt cx="712800" cy="77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371E4EE8-05F3-5A8B-CB0D-AE7E1FA0988B}"/>
                    </a:ext>
                  </a:extLst>
                </p14:cNvPr>
                <p14:cNvContentPartPr/>
                <p14:nvPr/>
              </p14:nvContentPartPr>
              <p14:xfrm>
                <a:off x="3607704" y="2207736"/>
                <a:ext cx="691560" cy="758880"/>
              </p14:xfrm>
            </p:contentPart>
          </mc:Choice>
          <mc:Fallback xmlns=""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371E4EE8-05F3-5A8B-CB0D-AE7E1FA0988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604464" y="2204496"/>
                  <a:ext cx="698041" cy="76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1DE7B3FB-BD7C-72CF-E3EC-5EF9FA9F3A56}"/>
                    </a:ext>
                  </a:extLst>
                </p14:cNvPr>
                <p14:cNvContentPartPr/>
                <p14:nvPr/>
              </p14:nvContentPartPr>
              <p14:xfrm>
                <a:off x="3658824" y="2195136"/>
                <a:ext cx="661680" cy="69840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1DE7B3FB-BD7C-72CF-E3EC-5EF9FA9F3A5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55583" y="2191896"/>
                  <a:ext cx="668161" cy="70488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AED3443A-2669-C500-7FCD-5F6C6F52054E}"/>
              </a:ext>
            </a:extLst>
          </p:cNvPr>
          <p:cNvGrpSpPr/>
          <p:nvPr/>
        </p:nvGrpSpPr>
        <p:grpSpPr>
          <a:xfrm>
            <a:off x="2093436" y="3996493"/>
            <a:ext cx="1182420" cy="1219126"/>
            <a:chOff x="2552184" y="3739536"/>
            <a:chExt cx="707400" cy="72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3AA97E7C-AE2E-EA75-8303-C23EF978DE62}"/>
                    </a:ext>
                  </a:extLst>
                </p14:cNvPr>
                <p14:cNvContentPartPr/>
                <p14:nvPr/>
              </p14:nvContentPartPr>
              <p14:xfrm>
                <a:off x="2552184" y="3785616"/>
                <a:ext cx="684000" cy="683280"/>
              </p14:xfrm>
            </p:contentPart>
          </mc:Choice>
          <mc:Fallback xmlns=""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3AA97E7C-AE2E-EA75-8303-C23EF978DE6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548520" y="3781953"/>
                  <a:ext cx="691327" cy="6906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577E8B29-9852-80DC-6D64-B5814E3D77FF}"/>
                    </a:ext>
                  </a:extLst>
                </p14:cNvPr>
                <p14:cNvContentPartPr/>
                <p14:nvPr/>
              </p14:nvContentPartPr>
              <p14:xfrm>
                <a:off x="2582424" y="3739536"/>
                <a:ext cx="677160" cy="603720"/>
              </p14:xfrm>
            </p:contentPart>
          </mc:Choice>
          <mc:Fallback xmlns=""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577E8B29-9852-80DC-6D64-B5814E3D77F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78763" y="3735873"/>
                  <a:ext cx="684483" cy="61104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87432C1D-85D5-E44A-53C9-3ED10617693B}"/>
              </a:ext>
            </a:extLst>
          </p:cNvPr>
          <p:cNvGrpSpPr/>
          <p:nvPr/>
        </p:nvGrpSpPr>
        <p:grpSpPr>
          <a:xfrm>
            <a:off x="3654144" y="568296"/>
            <a:ext cx="1132200" cy="308880"/>
            <a:chOff x="3654144" y="568296"/>
            <a:chExt cx="1132200" cy="3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05C3EF2A-8690-8BC6-2E22-1E3379BC182A}"/>
                    </a:ext>
                  </a:extLst>
                </p14:cNvPr>
                <p14:cNvContentPartPr/>
                <p14:nvPr/>
              </p14:nvContentPartPr>
              <p14:xfrm>
                <a:off x="3654144" y="568296"/>
                <a:ext cx="247680" cy="25884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05C3EF2A-8690-8BC6-2E22-1E3379BC182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648024" y="562176"/>
                  <a:ext cx="2599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A5E8AD29-E30F-FB22-2970-1F3C270808F7}"/>
                    </a:ext>
                  </a:extLst>
                </p14:cNvPr>
                <p14:cNvContentPartPr/>
                <p14:nvPr/>
              </p14:nvContentPartPr>
              <p14:xfrm>
                <a:off x="3923424" y="629136"/>
                <a:ext cx="107640" cy="163800"/>
              </p14:xfrm>
            </p:contentPart>
          </mc:Choice>
          <mc:Fallback xmlns=""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A5E8AD29-E30F-FB22-2970-1F3C270808F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17304" y="623029"/>
                  <a:ext cx="119880" cy="1760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FE9F284A-270A-2746-3DC6-EA350CCC47EF}"/>
                    </a:ext>
                  </a:extLst>
                </p14:cNvPr>
                <p14:cNvContentPartPr/>
                <p14:nvPr/>
              </p14:nvContentPartPr>
              <p14:xfrm>
                <a:off x="4088304" y="651096"/>
                <a:ext cx="122760" cy="15876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FE9F284A-270A-2746-3DC6-EA350CCC47E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82184" y="644962"/>
                  <a:ext cx="135000" cy="1710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7BBC806E-CD7B-555F-1407-DC1E27687B3F}"/>
                    </a:ext>
                  </a:extLst>
                </p14:cNvPr>
                <p14:cNvContentPartPr/>
                <p14:nvPr/>
              </p14:nvContentPartPr>
              <p14:xfrm>
                <a:off x="4282704" y="590256"/>
                <a:ext cx="189360" cy="216000"/>
              </p14:xfrm>
            </p:contentPart>
          </mc:Choice>
          <mc:Fallback xmlns=""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7BBC806E-CD7B-555F-1407-DC1E27687B3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276584" y="584136"/>
                  <a:ext cx="2016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0A21C7C6-E9C7-2AC0-BE14-F08FE48C83A1}"/>
                    </a:ext>
                  </a:extLst>
                </p14:cNvPr>
                <p14:cNvContentPartPr/>
                <p14:nvPr/>
              </p14:nvContentPartPr>
              <p14:xfrm>
                <a:off x="4533624" y="593496"/>
                <a:ext cx="28440" cy="246600"/>
              </p14:xfrm>
            </p:contentPart>
          </mc:Choice>
          <mc:Fallback xmlns=""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0A21C7C6-E9C7-2AC0-BE14-F08FE48C83A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27504" y="587376"/>
                  <a:ext cx="406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F486B99E-A664-37C7-0C12-B3CF3CAB01D7}"/>
                    </a:ext>
                  </a:extLst>
                </p14:cNvPr>
                <p14:cNvContentPartPr/>
                <p14:nvPr/>
              </p14:nvContentPartPr>
              <p14:xfrm>
                <a:off x="4529664" y="593496"/>
                <a:ext cx="168840" cy="243000"/>
              </p14:xfrm>
            </p:contentPart>
          </mc:Choice>
          <mc:Fallback xmlns=""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F486B99E-A664-37C7-0C12-B3CF3CAB01D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23557" y="587376"/>
                  <a:ext cx="181054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74B0E7E9-524E-9CCB-FFB7-E2E126FA57C1}"/>
                    </a:ext>
                  </a:extLst>
                </p14:cNvPr>
                <p14:cNvContentPartPr/>
                <p14:nvPr/>
              </p14:nvContentPartPr>
              <p14:xfrm>
                <a:off x="4776624" y="851616"/>
                <a:ext cx="9720" cy="25560"/>
              </p14:xfrm>
            </p:contentPart>
          </mc:Choice>
          <mc:Fallback xmlns=""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74B0E7E9-524E-9CCB-FFB7-E2E126FA57C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770269" y="845496"/>
                  <a:ext cx="22431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Agrupar 67">
            <a:extLst>
              <a:ext uri="{FF2B5EF4-FFF2-40B4-BE49-F238E27FC236}">
                <a16:creationId xmlns:a16="http://schemas.microsoft.com/office/drawing/2014/main" id="{4CA9E578-927D-5163-F93E-A7CF8E7BB808}"/>
              </a:ext>
            </a:extLst>
          </p:cNvPr>
          <p:cNvGrpSpPr/>
          <p:nvPr/>
        </p:nvGrpSpPr>
        <p:grpSpPr>
          <a:xfrm>
            <a:off x="5282784" y="637416"/>
            <a:ext cx="1248120" cy="343440"/>
            <a:chOff x="5282784" y="637416"/>
            <a:chExt cx="1248120" cy="34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78473215-2CC2-34B4-0339-AA04D49DC68E}"/>
                    </a:ext>
                  </a:extLst>
                </p14:cNvPr>
                <p14:cNvContentPartPr/>
                <p14:nvPr/>
              </p14:nvContentPartPr>
              <p14:xfrm>
                <a:off x="5282784" y="640296"/>
                <a:ext cx="173520" cy="273240"/>
              </p14:xfrm>
            </p:contentPart>
          </mc:Choice>
          <mc:Fallback xmlns=""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78473215-2CC2-34B4-0339-AA04D49DC68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76664" y="634176"/>
                  <a:ext cx="1857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DD648CC1-2A89-8086-40EC-297C78D9B937}"/>
                    </a:ext>
                  </a:extLst>
                </p14:cNvPr>
                <p14:cNvContentPartPr/>
                <p14:nvPr/>
              </p14:nvContentPartPr>
              <p14:xfrm>
                <a:off x="5340384" y="760176"/>
                <a:ext cx="187560" cy="18360"/>
              </p14:xfrm>
            </p:contentPart>
          </mc:Choice>
          <mc:Fallback xmlns=""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DD648CC1-2A89-8086-40EC-297C78D9B93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34264" y="753934"/>
                  <a:ext cx="199800" cy="308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2A8C4FFC-DB99-DBDE-8714-A69F8F55032F}"/>
                    </a:ext>
                  </a:extLst>
                </p14:cNvPr>
                <p14:cNvContentPartPr/>
                <p14:nvPr/>
              </p14:nvContentPartPr>
              <p14:xfrm>
                <a:off x="5592024" y="637416"/>
                <a:ext cx="34920" cy="20268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2A8C4FFC-DB99-DBDE-8714-A69F8F55032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85904" y="631296"/>
                  <a:ext cx="471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0359CD22-7FC3-E61C-9DFD-4868ADBB6D74}"/>
                    </a:ext>
                  </a:extLst>
                </p14:cNvPr>
                <p14:cNvContentPartPr/>
                <p14:nvPr/>
              </p14:nvContentPartPr>
              <p14:xfrm>
                <a:off x="5590584" y="657216"/>
                <a:ext cx="135000" cy="248040"/>
              </p14:xfrm>
            </p:contentPart>
          </mc:Choice>
          <mc:Fallback xmlns=""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0359CD22-7FC3-E61C-9DFD-4868ADBB6D7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584464" y="651096"/>
                  <a:ext cx="1472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3112EDA4-94DF-33FC-E666-6E30EA8E9708}"/>
                    </a:ext>
                  </a:extLst>
                </p14:cNvPr>
                <p14:cNvContentPartPr/>
                <p14:nvPr/>
              </p14:nvContentPartPr>
              <p14:xfrm>
                <a:off x="5790744" y="685656"/>
                <a:ext cx="152640" cy="214200"/>
              </p14:xfrm>
            </p:contentPart>
          </mc:Choice>
          <mc:Fallback xmlns=""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3112EDA4-94DF-33FC-E666-6E30EA8E970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84624" y="679536"/>
                  <a:ext cx="1648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99034276-6094-F45F-1F49-8A7CFFA625D8}"/>
                    </a:ext>
                  </a:extLst>
                </p14:cNvPr>
                <p14:cNvContentPartPr/>
                <p14:nvPr/>
              </p14:nvContentPartPr>
              <p14:xfrm>
                <a:off x="6028704" y="750816"/>
                <a:ext cx="360" cy="360"/>
              </p14:xfrm>
            </p:contentPart>
          </mc:Choice>
          <mc:Fallback xmlns=""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99034276-6094-F45F-1F49-8A7CFFA625D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022584" y="74469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00EB0D9B-1344-55F5-968A-6B33A9E3D83B}"/>
                    </a:ext>
                  </a:extLst>
                </p14:cNvPr>
                <p14:cNvContentPartPr/>
                <p14:nvPr/>
              </p14:nvContentPartPr>
              <p14:xfrm>
                <a:off x="5998824" y="691056"/>
                <a:ext cx="53640" cy="289800"/>
              </p14:xfrm>
            </p:contentPart>
          </mc:Choice>
          <mc:Fallback xmlns=""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00EB0D9B-1344-55F5-968A-6B33A9E3D83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92704" y="684944"/>
                  <a:ext cx="65880" cy="3020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6AE05D62-A23D-D071-E387-450E96596F8D}"/>
                    </a:ext>
                  </a:extLst>
                </p14:cNvPr>
                <p14:cNvContentPartPr/>
                <p14:nvPr/>
              </p14:nvContentPartPr>
              <p14:xfrm>
                <a:off x="6175944" y="684936"/>
                <a:ext cx="197640" cy="271080"/>
              </p14:xfrm>
            </p:contentPart>
          </mc:Choice>
          <mc:Fallback xmlns=""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6AE05D62-A23D-D071-E387-450E96596F8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69824" y="678816"/>
                  <a:ext cx="2098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B33A46DF-C921-83D9-449C-F06BC9A6ABE5}"/>
                    </a:ext>
                  </a:extLst>
                </p14:cNvPr>
                <p14:cNvContentPartPr/>
                <p14:nvPr/>
              </p14:nvContentPartPr>
              <p14:xfrm>
                <a:off x="6363864" y="673056"/>
                <a:ext cx="167040" cy="200880"/>
              </p14:xfrm>
            </p:contentPart>
          </mc:Choice>
          <mc:Fallback xmlns=""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B33A46DF-C921-83D9-449C-F06BC9A6ABE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357744" y="666925"/>
                  <a:ext cx="179280" cy="21314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Agrupar 77">
            <a:extLst>
              <a:ext uri="{FF2B5EF4-FFF2-40B4-BE49-F238E27FC236}">
                <a16:creationId xmlns:a16="http://schemas.microsoft.com/office/drawing/2014/main" id="{4F40182F-6369-B97D-DBCC-419A889AC76D}"/>
              </a:ext>
            </a:extLst>
          </p:cNvPr>
          <p:cNvGrpSpPr/>
          <p:nvPr/>
        </p:nvGrpSpPr>
        <p:grpSpPr>
          <a:xfrm>
            <a:off x="6922584" y="623016"/>
            <a:ext cx="608040" cy="372600"/>
            <a:chOff x="6922584" y="623016"/>
            <a:chExt cx="608040" cy="37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68538B2F-F198-33B5-0A41-57136A6DDB9C}"/>
                    </a:ext>
                  </a:extLst>
                </p14:cNvPr>
                <p14:cNvContentPartPr/>
                <p14:nvPr/>
              </p14:nvContentPartPr>
              <p14:xfrm>
                <a:off x="6922584" y="623016"/>
                <a:ext cx="221760" cy="372600"/>
              </p14:xfrm>
            </p:contentPart>
          </mc:Choice>
          <mc:Fallback xmlns=""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68538B2F-F198-33B5-0A41-57136A6DDB9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16464" y="616890"/>
                  <a:ext cx="234000" cy="3848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E1286A2C-0A1D-DCE8-50DB-52083F122F8C}"/>
                    </a:ext>
                  </a:extLst>
                </p14:cNvPr>
                <p14:cNvContentPartPr/>
                <p14:nvPr/>
              </p14:nvContentPartPr>
              <p14:xfrm>
                <a:off x="7215984" y="702936"/>
                <a:ext cx="169200" cy="214920"/>
              </p14:xfrm>
            </p:contentPart>
          </mc:Choice>
          <mc:Fallback xmlns=""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E1286A2C-0A1D-DCE8-50DB-52083F122F8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09864" y="696816"/>
                  <a:ext cx="1814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88EFA387-6390-1CD1-0FD6-893918B6290C}"/>
                    </a:ext>
                  </a:extLst>
                </p14:cNvPr>
                <p14:cNvContentPartPr/>
                <p14:nvPr/>
              </p14:nvContentPartPr>
              <p14:xfrm>
                <a:off x="7232184" y="790776"/>
                <a:ext cx="298440" cy="5580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88EFA387-6390-1CD1-0FD6-893918B6290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226064" y="784695"/>
                  <a:ext cx="310680" cy="67962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82" name="Tinta 81">
                <a:extLst>
                  <a:ext uri="{FF2B5EF4-FFF2-40B4-BE49-F238E27FC236}">
                    <a16:creationId xmlns:a16="http://schemas.microsoft.com/office/drawing/2014/main" id="{5F59898D-E45E-0BD1-66D0-484C5FD7FF95}"/>
                  </a:ext>
                </a:extLst>
              </p14:cNvPr>
              <p14:cNvContentPartPr/>
              <p14:nvPr/>
            </p14:nvContentPartPr>
            <p14:xfrm>
              <a:off x="7705584" y="721656"/>
              <a:ext cx="210600" cy="273960"/>
            </p14:xfrm>
          </p:contentPart>
        </mc:Choice>
        <mc:Fallback xmlns="">
          <p:pic>
            <p:nvPicPr>
              <p:cNvPr id="82" name="Tinta 81">
                <a:extLst>
                  <a:ext uri="{FF2B5EF4-FFF2-40B4-BE49-F238E27FC236}">
                    <a16:creationId xmlns:a16="http://schemas.microsoft.com/office/drawing/2014/main" id="{5F59898D-E45E-0BD1-66D0-484C5FD7FF9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699464" y="715528"/>
                <a:ext cx="222840" cy="2862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83" name="Tinta 82">
                <a:extLst>
                  <a:ext uri="{FF2B5EF4-FFF2-40B4-BE49-F238E27FC236}">
                    <a16:creationId xmlns:a16="http://schemas.microsoft.com/office/drawing/2014/main" id="{32A5E49E-F6C7-44D1-9FA4-E2F8C5208BEB}"/>
                  </a:ext>
                </a:extLst>
              </p14:cNvPr>
              <p14:cNvContentPartPr/>
              <p14:nvPr/>
            </p14:nvContentPartPr>
            <p14:xfrm>
              <a:off x="7618104" y="1235016"/>
              <a:ext cx="257760" cy="9720"/>
            </p14:xfrm>
          </p:contentPart>
        </mc:Choice>
        <mc:Fallback xmlns="">
          <p:pic>
            <p:nvPicPr>
              <p:cNvPr id="83" name="Tinta 82">
                <a:extLst>
                  <a:ext uri="{FF2B5EF4-FFF2-40B4-BE49-F238E27FC236}">
                    <a16:creationId xmlns:a16="http://schemas.microsoft.com/office/drawing/2014/main" id="{32A5E49E-F6C7-44D1-9FA4-E2F8C5208BE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611984" y="1228896"/>
                <a:ext cx="270000" cy="2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Agrupar 83">
            <a:extLst>
              <a:ext uri="{FF2B5EF4-FFF2-40B4-BE49-F238E27FC236}">
                <a16:creationId xmlns:a16="http://schemas.microsoft.com/office/drawing/2014/main" id="{C0ACCBCD-52EB-E7C0-B058-A8BCFD6410DC}"/>
              </a:ext>
            </a:extLst>
          </p:cNvPr>
          <p:cNvGrpSpPr/>
          <p:nvPr/>
        </p:nvGrpSpPr>
        <p:grpSpPr>
          <a:xfrm>
            <a:off x="6140232" y="3560256"/>
            <a:ext cx="438480" cy="474480"/>
            <a:chOff x="4310784" y="4097376"/>
            <a:chExt cx="438480" cy="47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38CCD6FB-16A0-C0DA-449E-E6B41311F2E2}"/>
                    </a:ext>
                  </a:extLst>
                </p14:cNvPr>
                <p14:cNvContentPartPr/>
                <p14:nvPr/>
              </p14:nvContentPartPr>
              <p14:xfrm>
                <a:off x="4310784" y="4097376"/>
                <a:ext cx="438480" cy="47088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38CCD6FB-16A0-C0DA-449E-E6B41311F2E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304664" y="4091251"/>
                  <a:ext cx="450720" cy="4831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6D627ED1-F8F0-DB7B-09C6-A0ABB12A5603}"/>
                    </a:ext>
                  </a:extLst>
                </p14:cNvPr>
                <p14:cNvContentPartPr/>
                <p14:nvPr/>
              </p14:nvContentPartPr>
              <p14:xfrm>
                <a:off x="4365864" y="4108176"/>
                <a:ext cx="320040" cy="463680"/>
              </p14:xfrm>
            </p:contentPart>
          </mc:Choice>
          <mc:Fallback xmlns=""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6D627ED1-F8F0-DB7B-09C6-A0ABB12A560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359744" y="4102056"/>
                  <a:ext cx="332280" cy="47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88" name="Tinta 87">
                <a:extLst>
                  <a:ext uri="{FF2B5EF4-FFF2-40B4-BE49-F238E27FC236}">
                    <a16:creationId xmlns:a16="http://schemas.microsoft.com/office/drawing/2014/main" id="{A73DC85B-4D06-F176-3D8F-85A9FC5E4DCD}"/>
                  </a:ext>
                </a:extLst>
              </p14:cNvPr>
              <p14:cNvContentPartPr/>
              <p14:nvPr/>
            </p14:nvContentPartPr>
            <p14:xfrm>
              <a:off x="1149386" y="1824848"/>
              <a:ext cx="1118358" cy="950021"/>
            </p14:xfrm>
          </p:contentPart>
        </mc:Choice>
        <mc:Fallback xmlns="">
          <p:pic>
            <p:nvPicPr>
              <p:cNvPr id="88" name="Tinta 87">
                <a:extLst>
                  <a:ext uri="{FF2B5EF4-FFF2-40B4-BE49-F238E27FC236}">
                    <a16:creationId xmlns:a16="http://schemas.microsoft.com/office/drawing/2014/main" id="{A73DC85B-4D06-F176-3D8F-85A9FC5E4DC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43263" y="1818726"/>
                <a:ext cx="1130604" cy="9622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89" name="Tinta 88">
                <a:extLst>
                  <a:ext uri="{FF2B5EF4-FFF2-40B4-BE49-F238E27FC236}">
                    <a16:creationId xmlns:a16="http://schemas.microsoft.com/office/drawing/2014/main" id="{078F77E7-3799-4DBE-0909-7784ADC4BF5A}"/>
                  </a:ext>
                </a:extLst>
              </p14:cNvPr>
              <p14:cNvContentPartPr/>
              <p14:nvPr/>
            </p14:nvContentPartPr>
            <p14:xfrm>
              <a:off x="1171983" y="1831176"/>
              <a:ext cx="1057523" cy="902520"/>
            </p14:xfrm>
          </p:contentPart>
        </mc:Choice>
        <mc:Fallback xmlns="">
          <p:pic>
            <p:nvPicPr>
              <p:cNvPr id="89" name="Tinta 88">
                <a:extLst>
                  <a:ext uri="{FF2B5EF4-FFF2-40B4-BE49-F238E27FC236}">
                    <a16:creationId xmlns:a16="http://schemas.microsoft.com/office/drawing/2014/main" id="{078F77E7-3799-4DBE-0909-7784ADC4BF5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165862" y="1825051"/>
                <a:ext cx="1069765" cy="91477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Agrupar 6">
            <a:extLst>
              <a:ext uri="{FF2B5EF4-FFF2-40B4-BE49-F238E27FC236}">
                <a16:creationId xmlns:a16="http://schemas.microsoft.com/office/drawing/2014/main" id="{889C99D4-6536-30ED-68D5-4C03F6BFAC14}"/>
              </a:ext>
            </a:extLst>
          </p:cNvPr>
          <p:cNvGrpSpPr/>
          <p:nvPr/>
        </p:nvGrpSpPr>
        <p:grpSpPr>
          <a:xfrm>
            <a:off x="6563304" y="1683936"/>
            <a:ext cx="514440" cy="755640"/>
            <a:chOff x="6563304" y="1683936"/>
            <a:chExt cx="514440" cy="75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" name="Tinta 1">
                  <a:extLst>
                    <a:ext uri="{FF2B5EF4-FFF2-40B4-BE49-F238E27FC236}">
                      <a16:creationId xmlns:a16="http://schemas.microsoft.com/office/drawing/2014/main" id="{9AA88CED-E2DB-8A66-6EC5-EA455D028D42}"/>
                    </a:ext>
                  </a:extLst>
                </p14:cNvPr>
                <p14:cNvContentPartPr/>
                <p14:nvPr/>
              </p14:nvContentPartPr>
              <p14:xfrm>
                <a:off x="6563304" y="1683936"/>
                <a:ext cx="257760" cy="537480"/>
              </p14:xfrm>
            </p:contentPart>
          </mc:Choice>
          <mc:Fallback xmlns="">
            <p:pic>
              <p:nvPicPr>
                <p:cNvPr id="2" name="Tinta 1">
                  <a:extLst>
                    <a:ext uri="{FF2B5EF4-FFF2-40B4-BE49-F238E27FC236}">
                      <a16:creationId xmlns:a16="http://schemas.microsoft.com/office/drawing/2014/main" id="{9AA88CED-E2DB-8A66-6EC5-EA455D028D4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557184" y="1677816"/>
                  <a:ext cx="27000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" name="Tinta 2">
                  <a:extLst>
                    <a:ext uri="{FF2B5EF4-FFF2-40B4-BE49-F238E27FC236}">
                      <a16:creationId xmlns:a16="http://schemas.microsoft.com/office/drawing/2014/main" id="{D8F87930-E2E3-6824-2346-E0BDF3055B06}"/>
                    </a:ext>
                  </a:extLst>
                </p14:cNvPr>
                <p14:cNvContentPartPr/>
                <p14:nvPr/>
              </p14:nvContentPartPr>
              <p14:xfrm>
                <a:off x="6656544" y="2094336"/>
                <a:ext cx="208800" cy="345240"/>
              </p14:xfrm>
            </p:contentPart>
          </mc:Choice>
          <mc:Fallback xmlns="">
            <p:pic>
              <p:nvPicPr>
                <p:cNvPr id="3" name="Tinta 2">
                  <a:extLst>
                    <a:ext uri="{FF2B5EF4-FFF2-40B4-BE49-F238E27FC236}">
                      <a16:creationId xmlns:a16="http://schemas.microsoft.com/office/drawing/2014/main" id="{D8F87930-E2E3-6824-2346-E0BDF3055B0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650424" y="2088216"/>
                  <a:ext cx="22104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58383E09-D4C7-850B-E6A4-2D4DC880E903}"/>
                    </a:ext>
                  </a:extLst>
                </p14:cNvPr>
                <p14:cNvContentPartPr/>
                <p14:nvPr/>
              </p14:nvContentPartPr>
              <p14:xfrm>
                <a:off x="6943464" y="1961496"/>
                <a:ext cx="109080" cy="10800"/>
              </p14:xfrm>
            </p:contentPart>
          </mc:Choice>
          <mc:Fallback xmlns=""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58383E09-D4C7-850B-E6A4-2D4DC880E90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937344" y="1955376"/>
                  <a:ext cx="1213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EAE2D55E-820C-9C00-4763-FE24DDA56479}"/>
                    </a:ext>
                  </a:extLst>
                </p14:cNvPr>
                <p14:cNvContentPartPr/>
                <p14:nvPr/>
              </p14:nvContentPartPr>
              <p14:xfrm>
                <a:off x="6961824" y="2067336"/>
                <a:ext cx="115920" cy="14040"/>
              </p14:xfrm>
            </p:contentPart>
          </mc:Choice>
          <mc:Fallback xmlns=""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EAE2D55E-820C-9C00-4763-FE24DDA5647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955704" y="2061216"/>
                  <a:ext cx="12816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D1023C6A-01F1-E814-96A2-55D14717391E}"/>
              </a:ext>
            </a:extLst>
          </p:cNvPr>
          <p:cNvGrpSpPr/>
          <p:nvPr/>
        </p:nvGrpSpPr>
        <p:grpSpPr>
          <a:xfrm>
            <a:off x="7265664" y="1618416"/>
            <a:ext cx="512280" cy="626040"/>
            <a:chOff x="7265664" y="1618416"/>
            <a:chExt cx="512280" cy="62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3B0362E6-2507-ACC1-F1BD-9ACCC39036C2}"/>
                    </a:ext>
                  </a:extLst>
                </p14:cNvPr>
                <p14:cNvContentPartPr/>
                <p14:nvPr/>
              </p14:nvContentPartPr>
              <p14:xfrm>
                <a:off x="7343064" y="1618416"/>
                <a:ext cx="18720" cy="648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3B0362E6-2507-ACC1-F1BD-9ACCC39036C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336944" y="1612296"/>
                  <a:ext cx="309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99237B2E-256B-0E0D-6CE1-5EECC298B7F2}"/>
                    </a:ext>
                  </a:extLst>
                </p14:cNvPr>
                <p14:cNvContentPartPr/>
                <p14:nvPr/>
              </p14:nvContentPartPr>
              <p14:xfrm>
                <a:off x="7265664" y="1656216"/>
                <a:ext cx="48960" cy="511200"/>
              </p14:xfrm>
            </p:contentPart>
          </mc:Choice>
          <mc:Fallback xmlns=""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99237B2E-256B-0E0D-6CE1-5EECC298B7F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259544" y="1650096"/>
                  <a:ext cx="6120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1E0A2F37-9161-4613-9FFA-9A982DA89F34}"/>
                    </a:ext>
                  </a:extLst>
                </p14:cNvPr>
                <p14:cNvContentPartPr/>
                <p14:nvPr/>
              </p14:nvContentPartPr>
              <p14:xfrm>
                <a:off x="7474464" y="1880856"/>
                <a:ext cx="100080" cy="24480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1E0A2F37-9161-4613-9FFA-9A982DA89F3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468344" y="1874736"/>
                  <a:ext cx="1123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619722C7-3253-82DF-E778-EAD8F822A208}"/>
                    </a:ext>
                  </a:extLst>
                </p14:cNvPr>
                <p14:cNvContentPartPr/>
                <p14:nvPr/>
              </p14:nvContentPartPr>
              <p14:xfrm>
                <a:off x="7668864" y="2040696"/>
                <a:ext cx="109080" cy="20376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619722C7-3253-82DF-E778-EAD8F822A20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662744" y="2034576"/>
                  <a:ext cx="1213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E5B3A4F2-0B81-C730-A6B3-F9DB29F20002}"/>
                    </a:ext>
                  </a:extLst>
                </p14:cNvPr>
                <p14:cNvContentPartPr/>
                <p14:nvPr/>
              </p14:nvContentPartPr>
              <p14:xfrm>
                <a:off x="7574184" y="1861776"/>
                <a:ext cx="30240" cy="64440"/>
              </p14:xfrm>
            </p:contentPart>
          </mc:Choice>
          <mc:Fallback xmlns=""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E5B3A4F2-0B81-C730-A6B3-F9DB29F2000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568064" y="1855656"/>
                  <a:ext cx="424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E304D6B1-B5C7-4F54-FA42-1A58C603E505}"/>
                    </a:ext>
                  </a:extLst>
                </p14:cNvPr>
                <p14:cNvContentPartPr/>
                <p14:nvPr/>
              </p14:nvContentPartPr>
              <p14:xfrm>
                <a:off x="7525584" y="1948896"/>
                <a:ext cx="16560" cy="248040"/>
              </p14:xfrm>
            </p:contentPart>
          </mc:Choice>
          <mc:Fallback xmlns=""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E304D6B1-B5C7-4F54-FA42-1A58C603E50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519464" y="1942776"/>
                  <a:ext cx="28800" cy="26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0DE605E9-5560-50FC-3B16-3EA5E49CC7EE}"/>
              </a:ext>
            </a:extLst>
          </p:cNvPr>
          <p:cNvGrpSpPr/>
          <p:nvPr/>
        </p:nvGrpSpPr>
        <p:grpSpPr>
          <a:xfrm>
            <a:off x="7936704" y="1862136"/>
            <a:ext cx="506160" cy="410040"/>
            <a:chOff x="7936704" y="1862136"/>
            <a:chExt cx="506160" cy="41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98CF7F21-DC90-9972-CF30-3EAD80D83A27}"/>
                    </a:ext>
                  </a:extLst>
                </p14:cNvPr>
                <p14:cNvContentPartPr/>
                <p14:nvPr/>
              </p14:nvContentPartPr>
              <p14:xfrm>
                <a:off x="7936704" y="2032776"/>
                <a:ext cx="39600" cy="197640"/>
              </p14:xfrm>
            </p:contentPart>
          </mc:Choice>
          <mc:Fallback xmlns=""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98CF7F21-DC90-9972-CF30-3EAD80D83A2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30584" y="2026656"/>
                  <a:ext cx="518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F3CF1440-DD80-4FB3-894A-E071541DEED9}"/>
                    </a:ext>
                  </a:extLst>
                </p14:cNvPr>
                <p14:cNvContentPartPr/>
                <p14:nvPr/>
              </p14:nvContentPartPr>
              <p14:xfrm>
                <a:off x="8107704" y="1862136"/>
                <a:ext cx="102240" cy="21096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F3CF1440-DD80-4FB3-894A-E071541DEED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101584" y="1856016"/>
                  <a:ext cx="1144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6A0109AB-E4D6-3C4A-99EB-B16B6F25FB10}"/>
                    </a:ext>
                  </a:extLst>
                </p14:cNvPr>
                <p14:cNvContentPartPr/>
                <p14:nvPr/>
              </p14:nvContentPartPr>
              <p14:xfrm>
                <a:off x="8257824" y="1955016"/>
                <a:ext cx="132840" cy="14220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6A0109AB-E4D6-3C4A-99EB-B16B6F25FB1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251704" y="1948896"/>
                  <a:ext cx="1450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34D4F046-EE14-864B-6771-FDAF10F0517C}"/>
                    </a:ext>
                  </a:extLst>
                </p14:cNvPr>
                <p14:cNvContentPartPr/>
                <p14:nvPr/>
              </p14:nvContentPartPr>
              <p14:xfrm>
                <a:off x="8426304" y="2007576"/>
                <a:ext cx="16560" cy="264600"/>
              </p14:xfrm>
            </p:contentPart>
          </mc:Choice>
          <mc:Fallback xmlns=""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34D4F046-EE14-864B-6771-FDAF10F0517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420184" y="2001456"/>
                  <a:ext cx="28800" cy="27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0FB1EBCF-1A24-59B3-F65D-1BCA49467FCB}"/>
              </a:ext>
            </a:extLst>
          </p:cNvPr>
          <p:cNvGrpSpPr/>
          <p:nvPr/>
        </p:nvGrpSpPr>
        <p:grpSpPr>
          <a:xfrm>
            <a:off x="8595144" y="1751976"/>
            <a:ext cx="545400" cy="388080"/>
            <a:chOff x="8595144" y="1751976"/>
            <a:chExt cx="545400" cy="38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2C19DF8E-88C8-B453-1053-3BA04F68D21E}"/>
                    </a:ext>
                  </a:extLst>
                </p14:cNvPr>
                <p14:cNvContentPartPr/>
                <p14:nvPr/>
              </p14:nvContentPartPr>
              <p14:xfrm>
                <a:off x="8595144" y="1751976"/>
                <a:ext cx="95040" cy="388080"/>
              </p14:xfrm>
            </p:contentPart>
          </mc:Choice>
          <mc:Fallback xmlns=""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2C19DF8E-88C8-B453-1053-3BA04F68D21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89024" y="1745856"/>
                  <a:ext cx="10728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25857DE1-1FCD-D4D6-95EC-F27DD2FD6BA6}"/>
                    </a:ext>
                  </a:extLst>
                </p14:cNvPr>
                <p14:cNvContentPartPr/>
                <p14:nvPr/>
              </p14:nvContentPartPr>
              <p14:xfrm>
                <a:off x="8729064" y="1925136"/>
                <a:ext cx="149040" cy="20268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25857DE1-1FCD-D4D6-95EC-F27DD2FD6BA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722944" y="1919016"/>
                  <a:ext cx="1612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1B03FD33-2EBC-1B09-CCDF-9A48376D09A2}"/>
                    </a:ext>
                  </a:extLst>
                </p14:cNvPr>
                <p14:cNvContentPartPr/>
                <p14:nvPr/>
              </p14:nvContentPartPr>
              <p14:xfrm>
                <a:off x="8973864" y="1958256"/>
                <a:ext cx="360" cy="36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1B03FD33-2EBC-1B09-CCDF-9A48376D09A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967744" y="195213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7F2340FD-334E-1636-BB95-2D2DAA3A0E37}"/>
                    </a:ext>
                  </a:extLst>
                </p14:cNvPr>
                <p14:cNvContentPartPr/>
                <p14:nvPr/>
              </p14:nvContentPartPr>
              <p14:xfrm>
                <a:off x="8973864" y="1907856"/>
                <a:ext cx="166680" cy="5076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7F2340FD-334E-1636-BB95-2D2DAA3A0E3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967744" y="1901736"/>
                  <a:ext cx="17892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B620A361-51E9-F34E-8288-4416045F46FB}"/>
              </a:ext>
            </a:extLst>
          </p:cNvPr>
          <p:cNvGrpSpPr/>
          <p:nvPr/>
        </p:nvGrpSpPr>
        <p:grpSpPr>
          <a:xfrm>
            <a:off x="2145744" y="1718136"/>
            <a:ext cx="767160" cy="506880"/>
            <a:chOff x="2145744" y="1718136"/>
            <a:chExt cx="767160" cy="50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B593FD6F-9BBB-3F0B-26DE-149147189394}"/>
                    </a:ext>
                  </a:extLst>
                </p14:cNvPr>
                <p14:cNvContentPartPr/>
                <p14:nvPr/>
              </p14:nvContentPartPr>
              <p14:xfrm>
                <a:off x="2598624" y="1762776"/>
                <a:ext cx="215280" cy="462240"/>
              </p14:xfrm>
            </p:contentPart>
          </mc:Choice>
          <mc:Fallback xmlns=""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B593FD6F-9BBB-3F0B-26DE-14914718939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592504" y="1756656"/>
                  <a:ext cx="22752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41D045F2-6FFB-09C3-D906-F6DEA635AEFC}"/>
                    </a:ext>
                  </a:extLst>
                </p14:cNvPr>
                <p14:cNvContentPartPr/>
                <p14:nvPr/>
              </p14:nvContentPartPr>
              <p14:xfrm>
                <a:off x="2822544" y="1871496"/>
                <a:ext cx="90360" cy="200520"/>
              </p14:xfrm>
            </p:contentPart>
          </mc:Choice>
          <mc:Fallback xmlns=""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41D045F2-6FFB-09C3-D906-F6DEA635AEF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816424" y="1865376"/>
                  <a:ext cx="1026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90ABE85F-207D-6C55-240B-C72EC4EA4F87}"/>
                    </a:ext>
                  </a:extLst>
                </p14:cNvPr>
                <p14:cNvContentPartPr/>
                <p14:nvPr/>
              </p14:nvContentPartPr>
              <p14:xfrm>
                <a:off x="2219544" y="1718136"/>
                <a:ext cx="309960" cy="12060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90ABE85F-207D-6C55-240B-C72EC4EA4F8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213424" y="1712016"/>
                  <a:ext cx="3222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88E14563-8EEE-2FD0-43A0-8DDF92C255A1}"/>
                    </a:ext>
                  </a:extLst>
                </p14:cNvPr>
                <p14:cNvContentPartPr/>
                <p14:nvPr/>
              </p14:nvContentPartPr>
              <p14:xfrm>
                <a:off x="2145744" y="1720296"/>
                <a:ext cx="162000" cy="18864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88E14563-8EEE-2FD0-43A0-8DDF92C255A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139624" y="1714176"/>
                  <a:ext cx="174240" cy="20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31" name="Tinta 30">
                <a:extLst>
                  <a:ext uri="{FF2B5EF4-FFF2-40B4-BE49-F238E27FC236}">
                    <a16:creationId xmlns:a16="http://schemas.microsoft.com/office/drawing/2014/main" id="{6C8A9D11-1299-9443-C996-41A79A8EF1C0}"/>
                  </a:ext>
                </a:extLst>
              </p14:cNvPr>
              <p14:cNvContentPartPr/>
              <p14:nvPr/>
            </p14:nvContentPartPr>
            <p14:xfrm>
              <a:off x="5571504" y="2381976"/>
              <a:ext cx="111240" cy="212400"/>
            </p14:xfrm>
          </p:contentPart>
        </mc:Choice>
        <mc:Fallback xmlns="">
          <p:pic>
            <p:nvPicPr>
              <p:cNvPr id="31" name="Tinta 30">
                <a:extLst>
                  <a:ext uri="{FF2B5EF4-FFF2-40B4-BE49-F238E27FC236}">
                    <a16:creationId xmlns:a16="http://schemas.microsoft.com/office/drawing/2014/main" id="{6C8A9D11-1299-9443-C996-41A79A8EF1C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565384" y="2375856"/>
                <a:ext cx="123480" cy="22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Agrupar 33">
            <a:extLst>
              <a:ext uri="{FF2B5EF4-FFF2-40B4-BE49-F238E27FC236}">
                <a16:creationId xmlns:a16="http://schemas.microsoft.com/office/drawing/2014/main" id="{6AC0D71E-06F8-A3E3-51BD-01B3FD152465}"/>
              </a:ext>
            </a:extLst>
          </p:cNvPr>
          <p:cNvGrpSpPr/>
          <p:nvPr/>
        </p:nvGrpSpPr>
        <p:grpSpPr>
          <a:xfrm>
            <a:off x="4704624" y="2089296"/>
            <a:ext cx="639360" cy="594360"/>
            <a:chOff x="4704624" y="2089296"/>
            <a:chExt cx="639360" cy="59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D04B26E4-46FC-D468-5211-B782B2B1DD77}"/>
                    </a:ext>
                  </a:extLst>
                </p14:cNvPr>
                <p14:cNvContentPartPr/>
                <p14:nvPr/>
              </p14:nvContentPartPr>
              <p14:xfrm>
                <a:off x="5134104" y="2330856"/>
                <a:ext cx="209880" cy="35280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D04B26E4-46FC-D468-5211-B782B2B1DD7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127984" y="2324736"/>
                  <a:ext cx="22212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F04A5049-69E2-F00F-613B-84BC1CE75353}"/>
                    </a:ext>
                  </a:extLst>
                </p14:cNvPr>
                <p14:cNvContentPartPr/>
                <p14:nvPr/>
              </p14:nvContentPartPr>
              <p14:xfrm>
                <a:off x="4806864" y="2136456"/>
                <a:ext cx="326160" cy="165240"/>
              </p14:xfrm>
            </p:contentPart>
          </mc:Choice>
          <mc:Fallback xmlns=""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F04A5049-69E2-F00F-613B-84BC1CE7535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800744" y="2130336"/>
                  <a:ext cx="3384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46586667-8945-EAA3-C751-A1BC73BCB65A}"/>
                    </a:ext>
                  </a:extLst>
                </p14:cNvPr>
                <p14:cNvContentPartPr/>
                <p14:nvPr/>
              </p14:nvContentPartPr>
              <p14:xfrm>
                <a:off x="4704624" y="2089296"/>
                <a:ext cx="211320" cy="38052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46586667-8945-EAA3-C751-A1BC73BCB65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698504" y="2083176"/>
                  <a:ext cx="223560" cy="39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D4AABB06-34FC-E2B4-878D-B57644561613}"/>
              </a:ext>
            </a:extLst>
          </p:cNvPr>
          <p:cNvGrpSpPr/>
          <p:nvPr/>
        </p:nvGrpSpPr>
        <p:grpSpPr>
          <a:xfrm>
            <a:off x="3420504" y="4495896"/>
            <a:ext cx="298440" cy="499320"/>
            <a:chOff x="3420504" y="4495896"/>
            <a:chExt cx="298440" cy="49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D4F2E832-A13D-8614-A7BF-67C5537B4F06}"/>
                    </a:ext>
                  </a:extLst>
                </p14:cNvPr>
                <p14:cNvContentPartPr/>
                <p14:nvPr/>
              </p14:nvContentPartPr>
              <p14:xfrm>
                <a:off x="3420504" y="4495896"/>
                <a:ext cx="148680" cy="413640"/>
              </p14:xfrm>
            </p:contentPart>
          </mc:Choice>
          <mc:Fallback xmlns=""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D4F2E832-A13D-8614-A7BF-67C5537B4F0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414384" y="4489776"/>
                  <a:ext cx="16092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F4A9E4C3-33A7-4C52-93ED-B7C5B65A1391}"/>
                    </a:ext>
                  </a:extLst>
                </p14:cNvPr>
                <p14:cNvContentPartPr/>
                <p14:nvPr/>
              </p14:nvContentPartPr>
              <p14:xfrm>
                <a:off x="3612384" y="4730976"/>
                <a:ext cx="95760" cy="264240"/>
              </p14:xfrm>
            </p:contentPart>
          </mc:Choice>
          <mc:Fallback xmlns=""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F4A9E4C3-33A7-4C52-93ED-B7C5B65A139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606264" y="4724856"/>
                  <a:ext cx="1080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4500B009-59D4-54DA-DE2F-59A86D7286B9}"/>
                    </a:ext>
                  </a:extLst>
                </p14:cNvPr>
                <p14:cNvContentPartPr/>
                <p14:nvPr/>
              </p14:nvContentPartPr>
              <p14:xfrm>
                <a:off x="3644784" y="4746096"/>
                <a:ext cx="74160" cy="11196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4500B009-59D4-54DA-DE2F-59A86D7286B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638664" y="4739976"/>
                  <a:ext cx="8640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1BF4BBDA-AE49-1AEF-C159-5E47F0F6C3A0}"/>
              </a:ext>
            </a:extLst>
          </p:cNvPr>
          <p:cNvGrpSpPr/>
          <p:nvPr/>
        </p:nvGrpSpPr>
        <p:grpSpPr>
          <a:xfrm>
            <a:off x="2983464" y="3957696"/>
            <a:ext cx="560160" cy="238320"/>
            <a:chOff x="2983464" y="3957696"/>
            <a:chExt cx="560160" cy="23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38154C02-BB6D-F002-EC1B-BDCC585114E3}"/>
                    </a:ext>
                  </a:extLst>
                </p14:cNvPr>
                <p14:cNvContentPartPr/>
                <p14:nvPr/>
              </p14:nvContentPartPr>
              <p14:xfrm>
                <a:off x="3067344" y="4003416"/>
                <a:ext cx="476280" cy="192600"/>
              </p14:xfrm>
            </p:contentPart>
          </mc:Choice>
          <mc:Fallback xmlns=""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38154C02-BB6D-F002-EC1B-BDCC585114E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061224" y="3997296"/>
                  <a:ext cx="4885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9138EF08-4EA5-A008-A59F-82182FC68147}"/>
                    </a:ext>
                  </a:extLst>
                </p14:cNvPr>
                <p14:cNvContentPartPr/>
                <p14:nvPr/>
              </p14:nvContentPartPr>
              <p14:xfrm>
                <a:off x="2983464" y="3957696"/>
                <a:ext cx="315000" cy="22500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9138EF08-4EA5-A008-A59F-82182FC6814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977344" y="3951576"/>
                  <a:ext cx="32724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Agrupar 89">
            <a:extLst>
              <a:ext uri="{FF2B5EF4-FFF2-40B4-BE49-F238E27FC236}">
                <a16:creationId xmlns:a16="http://schemas.microsoft.com/office/drawing/2014/main" id="{A7E0C247-7B45-0DAD-042A-7B762BDF9C27}"/>
              </a:ext>
            </a:extLst>
          </p:cNvPr>
          <p:cNvGrpSpPr/>
          <p:nvPr/>
        </p:nvGrpSpPr>
        <p:grpSpPr>
          <a:xfrm>
            <a:off x="6867144" y="4233096"/>
            <a:ext cx="353880" cy="359280"/>
            <a:chOff x="6867144" y="4233096"/>
            <a:chExt cx="35388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CCE85D74-2750-7752-A908-D5A535783A35}"/>
                    </a:ext>
                  </a:extLst>
                </p14:cNvPr>
                <p14:cNvContentPartPr/>
                <p14:nvPr/>
              </p14:nvContentPartPr>
              <p14:xfrm>
                <a:off x="6867144" y="4233096"/>
                <a:ext cx="182880" cy="24732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CCE85D74-2750-7752-A908-D5A535783A3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861024" y="4226976"/>
                  <a:ext cx="1951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42210B2D-8EE1-BCB5-AF21-37F7E17C8E80}"/>
                    </a:ext>
                  </a:extLst>
                </p14:cNvPr>
                <p14:cNvContentPartPr/>
                <p14:nvPr/>
              </p14:nvContentPartPr>
              <p14:xfrm>
                <a:off x="6948504" y="4235616"/>
                <a:ext cx="55440" cy="297000"/>
              </p14:xfrm>
            </p:contentPart>
          </mc:Choice>
          <mc:Fallback xmlns=""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42210B2D-8EE1-BCB5-AF21-37F7E17C8E8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942384" y="4229496"/>
                  <a:ext cx="6768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44B6DF3A-36C9-E281-AE4F-290AF88400CB}"/>
                    </a:ext>
                  </a:extLst>
                </p14:cNvPr>
                <p14:cNvContentPartPr/>
                <p14:nvPr/>
              </p14:nvContentPartPr>
              <p14:xfrm>
                <a:off x="7111944" y="4293216"/>
                <a:ext cx="109080" cy="299160"/>
              </p14:xfrm>
            </p:contentPart>
          </mc:Choice>
          <mc:Fallback xmlns=""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44B6DF3A-36C9-E281-AE4F-290AF88400C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105824" y="4287096"/>
                  <a:ext cx="121320" cy="31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Agrupar 86">
            <a:extLst>
              <a:ext uri="{FF2B5EF4-FFF2-40B4-BE49-F238E27FC236}">
                <a16:creationId xmlns:a16="http://schemas.microsoft.com/office/drawing/2014/main" id="{ADBB76DD-BD35-A5D7-52F4-E60FB98EBCCF}"/>
              </a:ext>
            </a:extLst>
          </p:cNvPr>
          <p:cNvGrpSpPr/>
          <p:nvPr/>
        </p:nvGrpSpPr>
        <p:grpSpPr>
          <a:xfrm>
            <a:off x="6589584" y="3546576"/>
            <a:ext cx="499680" cy="419400"/>
            <a:chOff x="6589584" y="3546576"/>
            <a:chExt cx="499680" cy="41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0896D16A-4105-031D-97BF-EB07C80BD80F}"/>
                    </a:ext>
                  </a:extLst>
                </p14:cNvPr>
                <p14:cNvContentPartPr/>
                <p14:nvPr/>
              </p14:nvContentPartPr>
              <p14:xfrm>
                <a:off x="6723864" y="3614616"/>
                <a:ext cx="365400" cy="351360"/>
              </p14:xfrm>
            </p:contentPart>
          </mc:Choice>
          <mc:Fallback xmlns=""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0896D16A-4105-031D-97BF-EB07C80BD80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717744" y="3608496"/>
                  <a:ext cx="37764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6C66696B-4C23-F097-F136-FA178883D7A6}"/>
                    </a:ext>
                  </a:extLst>
                </p14:cNvPr>
                <p14:cNvContentPartPr/>
                <p14:nvPr/>
              </p14:nvContentPartPr>
              <p14:xfrm>
                <a:off x="6589584" y="3546576"/>
                <a:ext cx="232920" cy="178200"/>
              </p14:xfrm>
            </p:contentPart>
          </mc:Choice>
          <mc:Fallback xmlns=""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6C66696B-4C23-F097-F136-FA178883D7A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583464" y="3540456"/>
                  <a:ext cx="245160" cy="190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01737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</a:t>
            </a:r>
            <a:r>
              <a:rPr lang="pt-BR" dirty="0" err="1"/>
              <a:t>Watershed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Seja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𝑄</m:t>
                    </m:r>
                  </m:oMath>
                </a14:m>
                <a:r>
                  <a:rPr lang="pt-BR" dirty="0"/>
                  <a:t> o conjunto de componentes conexos em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𝑇</m:t>
                    </m:r>
                    <m:r>
                      <a:rPr lang="pt-BR" b="0" i="1" smtClean="0">
                        <a:latin typeface="Cambria Math"/>
                      </a:rPr>
                      <m:t>[</m:t>
                    </m:r>
                    <m:r>
                      <a:rPr lang="pt-BR" b="0" i="1" smtClean="0">
                        <a:latin typeface="Cambria Math"/>
                      </a:rPr>
                      <m:t>𝑛</m:t>
                    </m:r>
                    <m:r>
                      <a:rPr lang="pt-BR" b="0" i="1" smtClean="0">
                        <a:latin typeface="Cambria Math"/>
                      </a:rPr>
                      <m:t>]</m:t>
                    </m:r>
                  </m:oMath>
                </a14:m>
                <a:r>
                  <a:rPr lang="pt-BR" dirty="0"/>
                  <a:t>. Então, para cada componente conectado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𝑞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∈</m:t>
                    </m:r>
                    <m:r>
                      <a:rPr lang="pt-BR" b="0" i="1" smtClean="0">
                        <a:latin typeface="Cambria Math"/>
                        <a:ea typeface="Cambria Math"/>
                      </a:rPr>
                      <m:t>𝑄</m:t>
                    </m:r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pt-BR" dirty="0"/>
                  <a:t> existem três possibilidades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𝑞</m:t>
                    </m:r>
                    <m:r>
                      <a:rPr lang="pt-BR" b="0" i="1" smtClean="0">
                        <a:latin typeface="Cambria Math"/>
                      </a:rPr>
                      <m:t>∩</m:t>
                    </m:r>
                    <m:r>
                      <a:rPr lang="pt-BR" b="0" i="1" smtClean="0">
                        <a:latin typeface="Cambria Math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𝑛</m:t>
                        </m:r>
                        <m:r>
                          <a:rPr lang="pt-BR" b="0" i="1" smtClean="0"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r>
                  <a:rPr lang="pt-BR" dirty="0"/>
                  <a:t> é vazia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𝑞</m:t>
                    </m:r>
                    <m:r>
                      <a:rPr lang="pt-BR" i="1">
                        <a:latin typeface="Cambria Math"/>
                      </a:rPr>
                      <m:t>∩</m:t>
                    </m:r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r>
                  <a:rPr lang="pt-BR" dirty="0"/>
                  <a:t> contém </a:t>
                </a:r>
                <a:r>
                  <a:rPr lang="pt-BR" u="sng" dirty="0"/>
                  <a:t>um</a:t>
                </a:r>
                <a:r>
                  <a:rPr lang="pt-BR" dirty="0"/>
                  <a:t> componente conectado em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𝑞</m:t>
                    </m:r>
                    <m:r>
                      <a:rPr lang="pt-BR" i="1">
                        <a:latin typeface="Cambria Math"/>
                      </a:rPr>
                      <m:t>∩</m:t>
                    </m:r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r>
                  <a:rPr lang="pt-BR" dirty="0"/>
                  <a:t>contém </a:t>
                </a:r>
                <a:r>
                  <a:rPr lang="pt-BR" u="sng" dirty="0"/>
                  <a:t>mais de um </a:t>
                </a:r>
                <a:r>
                  <a:rPr lang="pt-BR" dirty="0"/>
                  <a:t>componente conectado em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endParaRPr lang="pt-BR" dirty="0"/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 r="-593" b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78161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32D324D-9C3C-19AB-7FE6-95BCE6439A33}"/>
                  </a:ext>
                </a:extLst>
              </p14:cNvPr>
              <p14:cNvContentPartPr/>
              <p14:nvPr/>
            </p14:nvContentPartPr>
            <p14:xfrm>
              <a:off x="1801584" y="1493856"/>
              <a:ext cx="141480" cy="16560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32D324D-9C3C-19AB-7FE6-95BCE6439A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95464" y="1487736"/>
                <a:ext cx="153720" cy="17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39E1757-2B6F-649B-34E4-C582AAB65243}"/>
              </a:ext>
            </a:extLst>
          </p:cNvPr>
          <p:cNvGrpSpPr/>
          <p:nvPr/>
        </p:nvGrpSpPr>
        <p:grpSpPr>
          <a:xfrm>
            <a:off x="2053584" y="1071576"/>
            <a:ext cx="395280" cy="300600"/>
            <a:chOff x="2053584" y="1071576"/>
            <a:chExt cx="395280" cy="30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30FDAE08-E4FE-9F9A-D762-62104A23321D}"/>
                    </a:ext>
                  </a:extLst>
                </p14:cNvPr>
                <p14:cNvContentPartPr/>
                <p14:nvPr/>
              </p14:nvContentPartPr>
              <p14:xfrm>
                <a:off x="2089224" y="1071576"/>
                <a:ext cx="130680" cy="200520"/>
              </p14:xfrm>
            </p:contentPart>
          </mc:Choice>
          <mc:Fallback xmlns=""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30FDAE08-E4FE-9F9A-D762-62104A23321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83104" y="1065456"/>
                  <a:ext cx="1429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D93CC1FC-4C03-D63F-A3E3-7B31EB0412F4}"/>
                    </a:ext>
                  </a:extLst>
                </p14:cNvPr>
                <p14:cNvContentPartPr/>
                <p14:nvPr/>
              </p14:nvContentPartPr>
              <p14:xfrm>
                <a:off x="2053584" y="1136736"/>
                <a:ext cx="20880" cy="19008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D93CC1FC-4C03-D63F-A3E3-7B31EB0412F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47464" y="1130616"/>
                  <a:ext cx="331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455C15DD-9716-B369-6DDE-E53B7FB34D10}"/>
                    </a:ext>
                  </a:extLst>
                </p14:cNvPr>
                <p14:cNvContentPartPr/>
                <p14:nvPr/>
              </p14:nvContentPartPr>
              <p14:xfrm>
                <a:off x="2320344" y="1211616"/>
                <a:ext cx="128520" cy="160560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455C15DD-9716-B369-6DDE-E53B7FB34D1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14224" y="1205496"/>
                  <a:ext cx="140760" cy="17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1254EE57-E141-DBF3-1C34-D4F3C668BE15}"/>
                  </a:ext>
                </a:extLst>
              </p14:cNvPr>
              <p14:cNvContentPartPr/>
              <p14:nvPr/>
            </p14:nvContentPartPr>
            <p14:xfrm>
              <a:off x="4370184" y="1508616"/>
              <a:ext cx="102600" cy="159840"/>
            </p14:xfrm>
          </p:contentPart>
        </mc:Choice>
        <mc:Fallback xmlns=""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1254EE57-E141-DBF3-1C34-D4F3C668BE1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64064" y="1502496"/>
                <a:ext cx="114840" cy="17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Agrupar 10">
            <a:extLst>
              <a:ext uri="{FF2B5EF4-FFF2-40B4-BE49-F238E27FC236}">
                <a16:creationId xmlns:a16="http://schemas.microsoft.com/office/drawing/2014/main" id="{7AFB005D-A094-E49B-259D-89CB76BA73FB}"/>
              </a:ext>
            </a:extLst>
          </p:cNvPr>
          <p:cNvGrpSpPr/>
          <p:nvPr/>
        </p:nvGrpSpPr>
        <p:grpSpPr>
          <a:xfrm>
            <a:off x="4441824" y="1066536"/>
            <a:ext cx="579960" cy="224280"/>
            <a:chOff x="4441824" y="1066536"/>
            <a:chExt cx="57996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91795406-B803-DF6D-89CE-AE44DA787D3F}"/>
                    </a:ext>
                  </a:extLst>
                </p14:cNvPr>
                <p14:cNvContentPartPr/>
                <p14:nvPr/>
              </p14:nvContentPartPr>
              <p14:xfrm>
                <a:off x="4441824" y="1066536"/>
                <a:ext cx="199080" cy="18396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91795406-B803-DF6D-89CE-AE44DA787D3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35704" y="1060416"/>
                  <a:ext cx="2113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0CEFD36E-E7F0-E07D-6300-F90E8C950CB0}"/>
                    </a:ext>
                  </a:extLst>
                </p14:cNvPr>
                <p14:cNvContentPartPr/>
                <p14:nvPr/>
              </p14:nvContentPartPr>
              <p14:xfrm>
                <a:off x="4753584" y="1126296"/>
                <a:ext cx="268200" cy="16452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0CEFD36E-E7F0-E07D-6300-F90E8C950CB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47464" y="1120176"/>
                  <a:ext cx="280440" cy="17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47163F60-D4A6-50AB-1780-AF7DFE1E7983}"/>
                  </a:ext>
                </a:extLst>
              </p14:cNvPr>
              <p14:cNvContentPartPr/>
              <p14:nvPr/>
            </p14:nvContentPartPr>
            <p14:xfrm>
              <a:off x="1944864" y="1812456"/>
              <a:ext cx="133200" cy="130320"/>
            </p14:xfrm>
          </p:contentPart>
        </mc:Choice>
        <mc:Fallback xmlns=""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47163F60-D4A6-50AB-1780-AF7DFE1E798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938744" y="1806336"/>
                <a:ext cx="145440" cy="14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Agrupar 15">
            <a:extLst>
              <a:ext uri="{FF2B5EF4-FFF2-40B4-BE49-F238E27FC236}">
                <a16:creationId xmlns:a16="http://schemas.microsoft.com/office/drawing/2014/main" id="{140109E7-2F89-1ED3-3F31-E6C294352F30}"/>
              </a:ext>
            </a:extLst>
          </p:cNvPr>
          <p:cNvGrpSpPr/>
          <p:nvPr/>
        </p:nvGrpSpPr>
        <p:grpSpPr>
          <a:xfrm>
            <a:off x="2263464" y="1880136"/>
            <a:ext cx="386640" cy="396360"/>
            <a:chOff x="2263464" y="1880136"/>
            <a:chExt cx="386640" cy="39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3CF31A69-6DCF-ED43-7AA2-ACE65A06F319}"/>
                    </a:ext>
                  </a:extLst>
                </p14:cNvPr>
                <p14:cNvContentPartPr/>
                <p14:nvPr/>
              </p14:nvContentPartPr>
              <p14:xfrm>
                <a:off x="2263464" y="1880136"/>
                <a:ext cx="141120" cy="26208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3CF31A69-6DCF-ED43-7AA2-ACE65A06F31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57344" y="1874016"/>
                  <a:ext cx="1533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5AAAA563-C545-9E82-20CF-9932D9FF0EDE}"/>
                    </a:ext>
                  </a:extLst>
                </p14:cNvPr>
                <p14:cNvContentPartPr/>
                <p14:nvPr/>
              </p14:nvContentPartPr>
              <p14:xfrm>
                <a:off x="2494584" y="1979136"/>
                <a:ext cx="155520" cy="29736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5AAAA563-C545-9E82-20CF-9932D9FF0ED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88464" y="1973016"/>
                  <a:ext cx="167760" cy="30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468A34BE-6237-2968-1BA8-0CB5F3850F41}"/>
              </a:ext>
            </a:extLst>
          </p:cNvPr>
          <p:cNvGrpSpPr/>
          <p:nvPr/>
        </p:nvGrpSpPr>
        <p:grpSpPr>
          <a:xfrm>
            <a:off x="1387944" y="371736"/>
            <a:ext cx="1595520" cy="2427120"/>
            <a:chOff x="1387944" y="371736"/>
            <a:chExt cx="1595520" cy="242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0B37AC41-9293-A1DD-0C04-28913DCCF83A}"/>
                    </a:ext>
                  </a:extLst>
                </p14:cNvPr>
                <p14:cNvContentPartPr/>
                <p14:nvPr/>
              </p14:nvContentPartPr>
              <p14:xfrm>
                <a:off x="1387944" y="897336"/>
                <a:ext cx="1595520" cy="1901520"/>
              </p14:xfrm>
            </p:contentPart>
          </mc:Choice>
          <mc:Fallback xmlns=""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0B37AC41-9293-A1DD-0C04-28913DCCF83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81824" y="891216"/>
                  <a:ext cx="1607760" cy="19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CB149074-5DE9-FD15-0948-C954148A9D33}"/>
                    </a:ext>
                  </a:extLst>
                </p14:cNvPr>
                <p14:cNvContentPartPr/>
                <p14:nvPr/>
              </p14:nvContentPartPr>
              <p14:xfrm>
                <a:off x="1623744" y="536616"/>
                <a:ext cx="5040" cy="23724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CB149074-5DE9-FD15-0948-C954148A9D3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17624" y="530496"/>
                  <a:ext cx="172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CFACC6E7-52DB-76A0-D5A9-57C9B990A108}"/>
                    </a:ext>
                  </a:extLst>
                </p14:cNvPr>
                <p14:cNvContentPartPr/>
                <p14:nvPr/>
              </p14:nvContentPartPr>
              <p14:xfrm>
                <a:off x="1487304" y="517896"/>
                <a:ext cx="321480" cy="3708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CFACC6E7-52DB-76A0-D5A9-57C9B990A10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481184" y="511776"/>
                  <a:ext cx="3337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0D8E7AC0-8781-7AA2-A1D3-2908183A7F44}"/>
                    </a:ext>
                  </a:extLst>
                </p14:cNvPr>
                <p14:cNvContentPartPr/>
                <p14:nvPr/>
              </p14:nvContentPartPr>
              <p14:xfrm>
                <a:off x="1822464" y="431136"/>
                <a:ext cx="178200" cy="35424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0D8E7AC0-8781-7AA2-A1D3-2908183A7F4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16344" y="425016"/>
                  <a:ext cx="1904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56C4EC21-A3BA-1749-602F-6B05F48C06EF}"/>
                    </a:ext>
                  </a:extLst>
                </p14:cNvPr>
                <p14:cNvContentPartPr/>
                <p14:nvPr/>
              </p14:nvContentPartPr>
              <p14:xfrm>
                <a:off x="2032344" y="479736"/>
                <a:ext cx="145080" cy="24300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56C4EC21-A3BA-1749-602F-6B05F48C06E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26224" y="473616"/>
                  <a:ext cx="1573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6E92820B-15F8-2443-9B90-033182CDC23B}"/>
                    </a:ext>
                  </a:extLst>
                </p14:cNvPr>
                <p14:cNvContentPartPr/>
                <p14:nvPr/>
              </p14:nvContentPartPr>
              <p14:xfrm>
                <a:off x="2192184" y="371736"/>
                <a:ext cx="212400" cy="37836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6E92820B-15F8-2443-9B90-033182CDC23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86064" y="365616"/>
                  <a:ext cx="224640" cy="39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5" name="Tinta 24">
                <a:extLst>
                  <a:ext uri="{FF2B5EF4-FFF2-40B4-BE49-F238E27FC236}">
                    <a16:creationId xmlns:a16="http://schemas.microsoft.com/office/drawing/2014/main" id="{07DCBE3E-8C33-1AD3-19C9-90058CF59756}"/>
                  </a:ext>
                </a:extLst>
              </p14:cNvPr>
              <p14:cNvContentPartPr/>
              <p14:nvPr/>
            </p14:nvContentPartPr>
            <p14:xfrm>
              <a:off x="4058064" y="825336"/>
              <a:ext cx="1193760" cy="1238040"/>
            </p14:xfrm>
          </p:contentPart>
        </mc:Choice>
        <mc:Fallback xmlns="">
          <p:pic>
            <p:nvPicPr>
              <p:cNvPr id="25" name="Tinta 24">
                <a:extLst>
                  <a:ext uri="{FF2B5EF4-FFF2-40B4-BE49-F238E27FC236}">
                    <a16:creationId xmlns:a16="http://schemas.microsoft.com/office/drawing/2014/main" id="{07DCBE3E-8C33-1AD3-19C9-90058CF5975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051944" y="819216"/>
                <a:ext cx="1206000" cy="12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70B79D84-1CD5-9C9F-A657-9D3EBD53E581}"/>
                  </a:ext>
                </a:extLst>
              </p14:cNvPr>
              <p14:cNvContentPartPr/>
              <p14:nvPr/>
            </p14:nvContentPartPr>
            <p14:xfrm>
              <a:off x="3582144" y="2673576"/>
              <a:ext cx="741240" cy="725400"/>
            </p14:xfrm>
          </p:contentPart>
        </mc:Choice>
        <mc:Fallback xmlns=""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70B79D84-1CD5-9C9F-A657-9D3EBD53E58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576024" y="2667456"/>
                <a:ext cx="753480" cy="73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Agrupar 28">
            <a:extLst>
              <a:ext uri="{FF2B5EF4-FFF2-40B4-BE49-F238E27FC236}">
                <a16:creationId xmlns:a16="http://schemas.microsoft.com/office/drawing/2014/main" id="{9F051763-A0D9-610B-33B4-7B2C2B8A21F3}"/>
              </a:ext>
            </a:extLst>
          </p:cNvPr>
          <p:cNvGrpSpPr/>
          <p:nvPr/>
        </p:nvGrpSpPr>
        <p:grpSpPr>
          <a:xfrm>
            <a:off x="4037544" y="3447936"/>
            <a:ext cx="261360" cy="652680"/>
            <a:chOff x="4037544" y="3447936"/>
            <a:chExt cx="261360" cy="65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080971DF-A9A6-6D9A-8EFA-6259D5154013}"/>
                    </a:ext>
                  </a:extLst>
                </p14:cNvPr>
                <p14:cNvContentPartPr/>
                <p14:nvPr/>
              </p14:nvContentPartPr>
              <p14:xfrm>
                <a:off x="4141584" y="3588336"/>
                <a:ext cx="157320" cy="51228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080971DF-A9A6-6D9A-8EFA-6259D515401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35464" y="3582216"/>
                  <a:ext cx="16956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B3BD940C-1028-58E2-C893-02A1FFD778C0}"/>
                    </a:ext>
                  </a:extLst>
                </p14:cNvPr>
                <p14:cNvContentPartPr/>
                <p14:nvPr/>
              </p14:nvContentPartPr>
              <p14:xfrm>
                <a:off x="4037544" y="3447936"/>
                <a:ext cx="168840" cy="21744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B3BD940C-1028-58E2-C893-02A1FFD778C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31424" y="3441816"/>
                  <a:ext cx="181080" cy="22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177048A4-FA97-78D9-ED3B-0746619E65B1}"/>
              </a:ext>
            </a:extLst>
          </p:cNvPr>
          <p:cNvGrpSpPr/>
          <p:nvPr/>
        </p:nvGrpSpPr>
        <p:grpSpPr>
          <a:xfrm>
            <a:off x="4173624" y="4302576"/>
            <a:ext cx="372600" cy="571680"/>
            <a:chOff x="4173624" y="4302576"/>
            <a:chExt cx="372600" cy="57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F2E5775A-826E-213B-83CC-1203AF021555}"/>
                    </a:ext>
                  </a:extLst>
                </p14:cNvPr>
                <p14:cNvContentPartPr/>
                <p14:nvPr/>
              </p14:nvContentPartPr>
              <p14:xfrm>
                <a:off x="4173624" y="4460256"/>
                <a:ext cx="104760" cy="41400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F2E5775A-826E-213B-83CC-1203AF02155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167504" y="4454136"/>
                  <a:ext cx="11700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D00C8308-1D13-1983-F4B9-0F83EB30B68E}"/>
                    </a:ext>
                  </a:extLst>
                </p14:cNvPr>
                <p14:cNvContentPartPr/>
                <p14:nvPr/>
              </p14:nvContentPartPr>
              <p14:xfrm>
                <a:off x="4384224" y="4302576"/>
                <a:ext cx="162000" cy="32688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D00C8308-1D13-1983-F4B9-0F83EB30B68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78104" y="4296456"/>
                  <a:ext cx="174240" cy="33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71422AE4-F7BC-D97F-4D17-EBCAF3A00401}"/>
              </a:ext>
            </a:extLst>
          </p:cNvPr>
          <p:cNvGrpSpPr/>
          <p:nvPr/>
        </p:nvGrpSpPr>
        <p:grpSpPr>
          <a:xfrm>
            <a:off x="4827024" y="3960936"/>
            <a:ext cx="1391760" cy="708120"/>
            <a:chOff x="4827024" y="3960936"/>
            <a:chExt cx="1391760" cy="70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BAF0914D-A2DF-EA11-CB40-114412BA6370}"/>
                    </a:ext>
                  </a:extLst>
                </p14:cNvPr>
                <p14:cNvContentPartPr/>
                <p14:nvPr/>
              </p14:nvContentPartPr>
              <p14:xfrm>
                <a:off x="4827024" y="4219776"/>
                <a:ext cx="227160" cy="30384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BAF0914D-A2DF-EA11-CB40-114412BA637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20904" y="4213656"/>
                  <a:ext cx="2394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37AAC2DC-0750-DC5D-386A-232279D126CF}"/>
                    </a:ext>
                  </a:extLst>
                </p14:cNvPr>
                <p14:cNvContentPartPr/>
                <p14:nvPr/>
              </p14:nvContentPartPr>
              <p14:xfrm>
                <a:off x="5174424" y="4124376"/>
                <a:ext cx="233280" cy="54468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37AAC2DC-0750-DC5D-386A-232279D126C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168304" y="4118256"/>
                  <a:ext cx="24552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DE24CC92-C016-3A35-DAB4-CC1BE718C7BE}"/>
                    </a:ext>
                  </a:extLst>
                </p14:cNvPr>
                <p14:cNvContentPartPr/>
                <p14:nvPr/>
              </p14:nvContentPartPr>
              <p14:xfrm>
                <a:off x="5414184" y="4362696"/>
                <a:ext cx="173520" cy="148320"/>
              </p14:xfrm>
            </p:contentPart>
          </mc:Choice>
          <mc:Fallback xmlns=""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DE24CC92-C016-3A35-DAB4-CC1BE718C7B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08064" y="4356576"/>
                  <a:ext cx="1857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EBE41572-95B7-D75C-57CE-1E432CF07F3F}"/>
                    </a:ext>
                  </a:extLst>
                </p14:cNvPr>
                <p14:cNvContentPartPr/>
                <p14:nvPr/>
              </p14:nvContentPartPr>
              <p14:xfrm>
                <a:off x="5712264" y="4387896"/>
                <a:ext cx="115920" cy="52920"/>
              </p14:xfrm>
            </p:contentPart>
          </mc:Choice>
          <mc:Fallback xmlns=""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EBE41572-95B7-D75C-57CE-1E432CF07F3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706144" y="4381776"/>
                  <a:ext cx="1281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6AC7A0D3-D98A-DD47-D337-2ACA527DD711}"/>
                    </a:ext>
                  </a:extLst>
                </p14:cNvPr>
                <p14:cNvContentPartPr/>
                <p14:nvPr/>
              </p14:nvContentPartPr>
              <p14:xfrm>
                <a:off x="5771304" y="4131216"/>
                <a:ext cx="184320" cy="40032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6AC7A0D3-D98A-DD47-D337-2ACA527DD71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65184" y="4125096"/>
                  <a:ext cx="19656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BDAB7663-458E-03AB-E002-698923B5B952}"/>
                    </a:ext>
                  </a:extLst>
                </p14:cNvPr>
                <p14:cNvContentPartPr/>
                <p14:nvPr/>
              </p14:nvContentPartPr>
              <p14:xfrm>
                <a:off x="6008904" y="3960936"/>
                <a:ext cx="209880" cy="69156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BDAB7663-458E-03AB-E002-698923B5B95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02784" y="3954816"/>
                  <a:ext cx="222120" cy="70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1B1D4C16-608C-EC8A-F5AC-99A5DC3DFC3D}"/>
              </a:ext>
            </a:extLst>
          </p:cNvPr>
          <p:cNvGrpSpPr/>
          <p:nvPr/>
        </p:nvGrpSpPr>
        <p:grpSpPr>
          <a:xfrm>
            <a:off x="4347144" y="5065416"/>
            <a:ext cx="1028160" cy="344520"/>
            <a:chOff x="4347144" y="5065416"/>
            <a:chExt cx="1028160" cy="34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FBB90199-67D3-634D-C3C9-8D47177CAC0E}"/>
                    </a:ext>
                  </a:extLst>
                </p14:cNvPr>
                <p14:cNvContentPartPr/>
                <p14:nvPr/>
              </p14:nvContentPartPr>
              <p14:xfrm>
                <a:off x="4347144" y="5132736"/>
                <a:ext cx="192240" cy="277200"/>
              </p14:xfrm>
            </p:contentPart>
          </mc:Choice>
          <mc:Fallback xmlns=""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FBB90199-67D3-634D-C3C9-8D47177CAC0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41024" y="5126616"/>
                  <a:ext cx="2044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732CD32E-39BC-E5BB-02FC-D9C375A50786}"/>
                    </a:ext>
                  </a:extLst>
                </p14:cNvPr>
                <p14:cNvContentPartPr/>
                <p14:nvPr/>
              </p14:nvContentPartPr>
              <p14:xfrm>
                <a:off x="4674744" y="5209056"/>
                <a:ext cx="114480" cy="19332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732CD32E-39BC-E5BB-02FC-D9C375A5078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68624" y="5202936"/>
                  <a:ext cx="1267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BDC76AF5-D1AC-2879-356A-D2138C3EE003}"/>
                    </a:ext>
                  </a:extLst>
                </p14:cNvPr>
                <p14:cNvContentPartPr/>
                <p14:nvPr/>
              </p14:nvContentPartPr>
              <p14:xfrm>
                <a:off x="4645224" y="5220576"/>
                <a:ext cx="113400" cy="6444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BDC76AF5-D1AC-2879-356A-D2138C3EE00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639104" y="5214456"/>
                  <a:ext cx="1256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63C8E9A8-9BED-EE5B-F834-5528E6326688}"/>
                    </a:ext>
                  </a:extLst>
                </p14:cNvPr>
                <p14:cNvContentPartPr/>
                <p14:nvPr/>
              </p14:nvContentPartPr>
              <p14:xfrm>
                <a:off x="4809024" y="5065416"/>
                <a:ext cx="284400" cy="29016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63C8E9A8-9BED-EE5B-F834-5528E632668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02904" y="5059296"/>
                  <a:ext cx="2966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CE03FA12-B70B-DEAC-90F6-77A172584DB0}"/>
                    </a:ext>
                  </a:extLst>
                </p14:cNvPr>
                <p14:cNvContentPartPr/>
                <p14:nvPr/>
              </p14:nvContentPartPr>
              <p14:xfrm>
                <a:off x="5192424" y="5098896"/>
                <a:ext cx="182880" cy="19620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CE03FA12-B70B-DEAC-90F6-77A172584DB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186304" y="5092776"/>
                  <a:ext cx="19512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Agrupar 74">
            <a:extLst>
              <a:ext uri="{FF2B5EF4-FFF2-40B4-BE49-F238E27FC236}">
                <a16:creationId xmlns:a16="http://schemas.microsoft.com/office/drawing/2014/main" id="{DFBEFF9E-168C-81F9-30EA-4A8997266130}"/>
              </a:ext>
            </a:extLst>
          </p:cNvPr>
          <p:cNvGrpSpPr/>
          <p:nvPr/>
        </p:nvGrpSpPr>
        <p:grpSpPr>
          <a:xfrm>
            <a:off x="5947704" y="987696"/>
            <a:ext cx="2548080" cy="1464840"/>
            <a:chOff x="5947704" y="987696"/>
            <a:chExt cx="2548080" cy="146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42BA8AF4-2336-2EBA-E9D4-16BEA351ACF6}"/>
                    </a:ext>
                  </a:extLst>
                </p14:cNvPr>
                <p14:cNvContentPartPr/>
                <p14:nvPr/>
              </p14:nvContentPartPr>
              <p14:xfrm>
                <a:off x="5947704" y="1411416"/>
                <a:ext cx="130320" cy="452160"/>
              </p14:xfrm>
            </p:contentPart>
          </mc:Choice>
          <mc:Fallback xmlns=""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42BA8AF4-2336-2EBA-E9D4-16BEA351ACF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941584" y="1405296"/>
                  <a:ext cx="14256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6147437D-2D6E-66B2-586F-D02BF0DED656}"/>
                    </a:ext>
                  </a:extLst>
                </p14:cNvPr>
                <p14:cNvContentPartPr/>
                <p14:nvPr/>
              </p14:nvContentPartPr>
              <p14:xfrm>
                <a:off x="6192864" y="1429776"/>
                <a:ext cx="206280" cy="300240"/>
              </p14:xfrm>
            </p:contentPart>
          </mc:Choice>
          <mc:Fallback xmlns=""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6147437D-2D6E-66B2-586F-D02BF0DED65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186744" y="1423656"/>
                  <a:ext cx="2185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7A4BFA79-5C87-CE8F-F0DC-5AF90FA79E8F}"/>
                    </a:ext>
                  </a:extLst>
                </p14:cNvPr>
                <p14:cNvContentPartPr/>
                <p14:nvPr/>
              </p14:nvContentPartPr>
              <p14:xfrm>
                <a:off x="6673464" y="1277496"/>
                <a:ext cx="196200" cy="39708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7A4BFA79-5C87-CE8F-F0DC-5AF90FA79E8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667344" y="1271376"/>
                  <a:ext cx="20844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AA41A722-96E6-68A3-64FE-95EF7A144EE1}"/>
                    </a:ext>
                  </a:extLst>
                </p14:cNvPr>
                <p14:cNvContentPartPr/>
                <p14:nvPr/>
              </p14:nvContentPartPr>
              <p14:xfrm>
                <a:off x="7030224" y="1265976"/>
                <a:ext cx="207000" cy="56124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AA41A722-96E6-68A3-64FE-95EF7A144EE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24104" y="1259856"/>
                  <a:ext cx="21924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EC62B77B-062F-2E44-CF91-D10E43D36238}"/>
                    </a:ext>
                  </a:extLst>
                </p14:cNvPr>
                <p14:cNvContentPartPr/>
                <p14:nvPr/>
              </p14:nvContentPartPr>
              <p14:xfrm>
                <a:off x="7278264" y="1532376"/>
                <a:ext cx="199080" cy="17028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EC62B77B-062F-2E44-CF91-D10E43D3623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272144" y="1526256"/>
                  <a:ext cx="2113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C5CF9992-BEA7-BBA7-1D3B-9557CFCF9A7E}"/>
                    </a:ext>
                  </a:extLst>
                </p14:cNvPr>
                <p14:cNvContentPartPr/>
                <p14:nvPr/>
              </p14:nvContentPartPr>
              <p14:xfrm>
                <a:off x="7604064" y="1465056"/>
                <a:ext cx="141120" cy="5904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C5CF9992-BEA7-BBA7-1D3B-9557CFCF9A7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597944" y="1458936"/>
                  <a:ext cx="1533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723C7829-1C65-CDED-9A6A-7C6A11A6314B}"/>
                    </a:ext>
                  </a:extLst>
                </p14:cNvPr>
                <p14:cNvContentPartPr/>
                <p14:nvPr/>
              </p14:nvContentPartPr>
              <p14:xfrm>
                <a:off x="7788744" y="1273176"/>
                <a:ext cx="157680" cy="257400"/>
              </p14:xfrm>
            </p:contentPart>
          </mc:Choice>
          <mc:Fallback xmlns=""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723C7829-1C65-CDED-9A6A-7C6A11A6314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782624" y="1267056"/>
                  <a:ext cx="1699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E59A66BD-7AB1-837A-7C1B-EB1A478B2F4D}"/>
                    </a:ext>
                  </a:extLst>
                </p14:cNvPr>
                <p14:cNvContentPartPr/>
                <p14:nvPr/>
              </p14:nvContentPartPr>
              <p14:xfrm>
                <a:off x="7943544" y="987696"/>
                <a:ext cx="219240" cy="753480"/>
              </p14:xfrm>
            </p:contentPart>
          </mc:Choice>
          <mc:Fallback xmlns=""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E59A66BD-7AB1-837A-7C1B-EB1A478B2F4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937424" y="981576"/>
                  <a:ext cx="231480" cy="76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616E3C30-F0E1-15D8-2706-EE8FC3584E72}"/>
                    </a:ext>
                  </a:extLst>
                </p14:cNvPr>
                <p14:cNvContentPartPr/>
                <p14:nvPr/>
              </p14:nvContentPartPr>
              <p14:xfrm>
                <a:off x="6052104" y="2195136"/>
                <a:ext cx="141120" cy="24660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616E3C30-F0E1-15D8-2706-EE8FC3584E7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045984" y="2189016"/>
                  <a:ext cx="1533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5FFBAC95-7AA5-FF93-6FC6-341614C9099A}"/>
                    </a:ext>
                  </a:extLst>
                </p14:cNvPr>
                <p14:cNvContentPartPr/>
                <p14:nvPr/>
              </p14:nvContentPartPr>
              <p14:xfrm>
                <a:off x="6264144" y="2252376"/>
                <a:ext cx="219960" cy="200160"/>
              </p14:xfrm>
            </p:contentPart>
          </mc:Choice>
          <mc:Fallback xmlns=""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5FFBAC95-7AA5-FF93-6FC6-341614C9099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258024" y="2246256"/>
                  <a:ext cx="2322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740BBFBE-BD9F-B0D1-4A9F-C9E446C726FA}"/>
                    </a:ext>
                  </a:extLst>
                </p14:cNvPr>
                <p14:cNvContentPartPr/>
                <p14:nvPr/>
              </p14:nvContentPartPr>
              <p14:xfrm>
                <a:off x="6764544" y="2221776"/>
                <a:ext cx="154080" cy="174960"/>
              </p14:xfrm>
            </p:contentPart>
          </mc:Choice>
          <mc:Fallback xmlns=""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740BBFBE-BD9F-B0D1-4A9F-C9E446C726F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758424" y="2215656"/>
                  <a:ext cx="1663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E6F76280-ECB4-C62F-267F-046A5BEAECBE}"/>
                    </a:ext>
                  </a:extLst>
                </p14:cNvPr>
                <p14:cNvContentPartPr/>
                <p14:nvPr/>
              </p14:nvContentPartPr>
              <p14:xfrm>
                <a:off x="6926184" y="2238336"/>
                <a:ext cx="90000" cy="119160"/>
              </p14:xfrm>
            </p:contentPart>
          </mc:Choice>
          <mc:Fallback xmlns=""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E6F76280-ECB4-C62F-267F-046A5BEAECB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920064" y="2232216"/>
                  <a:ext cx="1022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54A8F86B-FE98-60B5-62B5-DA764F5DE889}"/>
                    </a:ext>
                  </a:extLst>
                </p14:cNvPr>
                <p14:cNvContentPartPr/>
                <p14:nvPr/>
              </p14:nvContentPartPr>
              <p14:xfrm>
                <a:off x="7061184" y="2215656"/>
                <a:ext cx="254520" cy="107280"/>
              </p14:xfrm>
            </p:contentPart>
          </mc:Choice>
          <mc:Fallback xmlns=""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54A8F86B-FE98-60B5-62B5-DA764F5DE88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055064" y="2209536"/>
                  <a:ext cx="2667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857C3950-E2B4-D753-04D5-477FE1D0ACE7}"/>
                    </a:ext>
                  </a:extLst>
                </p14:cNvPr>
                <p14:cNvContentPartPr/>
                <p14:nvPr/>
              </p14:nvContentPartPr>
              <p14:xfrm>
                <a:off x="7396344" y="2220336"/>
                <a:ext cx="14400" cy="14076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857C3950-E2B4-D753-04D5-477FE1D0ACE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90224" y="2214216"/>
                  <a:ext cx="266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04C46ABE-BDC9-8470-52A5-D88E7BE629E1}"/>
                    </a:ext>
                  </a:extLst>
                </p14:cNvPr>
                <p14:cNvContentPartPr/>
                <p14:nvPr/>
              </p14:nvContentPartPr>
              <p14:xfrm>
                <a:off x="7375104" y="2146896"/>
                <a:ext cx="157320" cy="97920"/>
              </p14:xfrm>
            </p:contentPart>
          </mc:Choice>
          <mc:Fallback xmlns=""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04C46ABE-BDC9-8470-52A5-D88E7BE629E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368984" y="2140776"/>
                  <a:ext cx="1695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60898B57-B17A-E441-6CBB-F1F2D8E8B356}"/>
                    </a:ext>
                  </a:extLst>
                </p14:cNvPr>
                <p14:cNvContentPartPr/>
                <p14:nvPr/>
              </p14:nvContentPartPr>
              <p14:xfrm>
                <a:off x="7543944" y="2150136"/>
                <a:ext cx="102960" cy="16380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60898B57-B17A-E441-6CBB-F1F2D8E8B35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537824" y="2144016"/>
                  <a:ext cx="1152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A9AFE533-88CF-350B-64FC-D17C48265657}"/>
                    </a:ext>
                  </a:extLst>
                </p14:cNvPr>
                <p14:cNvContentPartPr/>
                <p14:nvPr/>
              </p14:nvContentPartPr>
              <p14:xfrm>
                <a:off x="7641144" y="2057976"/>
                <a:ext cx="164520" cy="237600"/>
              </p14:xfrm>
            </p:contentPart>
          </mc:Choice>
          <mc:Fallback xmlns=""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A9AFE533-88CF-350B-64FC-D17C4826565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635024" y="2051856"/>
                  <a:ext cx="1767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E9064950-B4B2-1869-2B3F-4495CC76222C}"/>
                    </a:ext>
                  </a:extLst>
                </p14:cNvPr>
                <p14:cNvContentPartPr/>
                <p14:nvPr/>
              </p14:nvContentPartPr>
              <p14:xfrm>
                <a:off x="7917624" y="2108376"/>
                <a:ext cx="21960" cy="183240"/>
              </p14:xfrm>
            </p:contentPart>
          </mc:Choice>
          <mc:Fallback xmlns=""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E9064950-B4B2-1869-2B3F-4495CC76222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911504" y="2102256"/>
                  <a:ext cx="342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6595E5BA-696D-E1F4-17BB-6713D5C815FF}"/>
                    </a:ext>
                  </a:extLst>
                </p14:cNvPr>
                <p14:cNvContentPartPr/>
                <p14:nvPr/>
              </p14:nvContentPartPr>
              <p14:xfrm>
                <a:off x="7894944" y="2284416"/>
                <a:ext cx="92880" cy="15840"/>
              </p14:xfrm>
            </p:contentPart>
          </mc:Choice>
          <mc:Fallback xmlns=""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6595E5BA-696D-E1F4-17BB-6713D5C815F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888824" y="2278296"/>
                  <a:ext cx="105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1C464E21-2028-879F-D16F-DEC10AC8EFC1}"/>
                    </a:ext>
                  </a:extLst>
                </p14:cNvPr>
                <p14:cNvContentPartPr/>
                <p14:nvPr/>
              </p14:nvContentPartPr>
              <p14:xfrm>
                <a:off x="7885944" y="2136456"/>
                <a:ext cx="140400" cy="90720"/>
              </p14:xfrm>
            </p:contentPart>
          </mc:Choice>
          <mc:Fallback xmlns=""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1C464E21-2028-879F-D16F-DEC10AC8EFC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79824" y="2130336"/>
                  <a:ext cx="1526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67883B4A-CF82-8E86-1A23-D9CD02DED4FD}"/>
                    </a:ext>
                  </a:extLst>
                </p14:cNvPr>
                <p14:cNvContentPartPr/>
                <p14:nvPr/>
              </p14:nvContentPartPr>
              <p14:xfrm>
                <a:off x="7869744" y="2053656"/>
                <a:ext cx="124920" cy="24480"/>
              </p14:xfrm>
            </p:contentPart>
          </mc:Choice>
          <mc:Fallback xmlns=""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67883B4A-CF82-8E86-1A23-D9CD02DED4F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63624" y="2047536"/>
                  <a:ext cx="1371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340FD7C9-9C40-4412-E51B-E7FE2726AB35}"/>
                    </a:ext>
                  </a:extLst>
                </p14:cNvPr>
                <p14:cNvContentPartPr/>
                <p14:nvPr/>
              </p14:nvContentPartPr>
              <p14:xfrm>
                <a:off x="8008344" y="2005416"/>
                <a:ext cx="162000" cy="257400"/>
              </p14:xfrm>
            </p:contentPart>
          </mc:Choice>
          <mc:Fallback xmlns=""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340FD7C9-9C40-4412-E51B-E7FE2726AB3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002224" y="1999296"/>
                  <a:ext cx="1742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2C41E1F3-EF0D-0094-CE68-8E57BC75CCD3}"/>
                    </a:ext>
                  </a:extLst>
                </p14:cNvPr>
                <p14:cNvContentPartPr/>
                <p14:nvPr/>
              </p14:nvContentPartPr>
              <p14:xfrm>
                <a:off x="8176824" y="2046456"/>
                <a:ext cx="136800" cy="231120"/>
              </p14:xfrm>
            </p:contentPart>
          </mc:Choice>
          <mc:Fallback xmlns=""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2C41E1F3-EF0D-0094-CE68-8E57BC75CCD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170704" y="2040336"/>
                  <a:ext cx="1490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2261D1B8-4D34-0A5A-291E-22EA6687DC00}"/>
                    </a:ext>
                  </a:extLst>
                </p14:cNvPr>
                <p14:cNvContentPartPr/>
                <p14:nvPr/>
              </p14:nvContentPartPr>
              <p14:xfrm>
                <a:off x="8310744" y="1988496"/>
                <a:ext cx="185040" cy="29196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2261D1B8-4D34-0A5A-291E-22EA6687DC0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304624" y="1982376"/>
                  <a:ext cx="1972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3DE015D9-AB03-812B-61D1-07D11BC459BC}"/>
                    </a:ext>
                  </a:extLst>
                </p14:cNvPr>
                <p14:cNvContentPartPr/>
                <p14:nvPr/>
              </p14:nvContentPartPr>
              <p14:xfrm>
                <a:off x="6169464" y="1462896"/>
                <a:ext cx="294480" cy="348840"/>
              </p14:xfrm>
            </p:contentPart>
          </mc:Choice>
          <mc:Fallback xmlns=""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3DE015D9-AB03-812B-61D1-07D11BC459B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163344" y="1456776"/>
                  <a:ext cx="306720" cy="36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6" name="Tinta 75">
                <a:extLst>
                  <a:ext uri="{FF2B5EF4-FFF2-40B4-BE49-F238E27FC236}">
                    <a16:creationId xmlns:a16="http://schemas.microsoft.com/office/drawing/2014/main" id="{659935D8-3120-6A9E-430F-489AB6F2A5DA}"/>
                  </a:ext>
                </a:extLst>
              </p14:cNvPr>
              <p14:cNvContentPartPr/>
              <p14:nvPr/>
            </p14:nvContentPartPr>
            <p14:xfrm>
              <a:off x="4372344" y="1501056"/>
              <a:ext cx="159840" cy="180360"/>
            </p14:xfrm>
          </p:contentPart>
        </mc:Choice>
        <mc:Fallback xmlns="">
          <p:pic>
            <p:nvPicPr>
              <p:cNvPr id="76" name="Tinta 75">
                <a:extLst>
                  <a:ext uri="{FF2B5EF4-FFF2-40B4-BE49-F238E27FC236}">
                    <a16:creationId xmlns:a16="http://schemas.microsoft.com/office/drawing/2014/main" id="{659935D8-3120-6A9E-430F-489AB6F2A5D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366224" y="1494936"/>
                <a:ext cx="172080" cy="19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Agrupar 79">
            <a:extLst>
              <a:ext uri="{FF2B5EF4-FFF2-40B4-BE49-F238E27FC236}">
                <a16:creationId xmlns:a16="http://schemas.microsoft.com/office/drawing/2014/main" id="{226FE9A2-859D-5480-6A84-221C1F1DFAD3}"/>
              </a:ext>
            </a:extLst>
          </p:cNvPr>
          <p:cNvGrpSpPr/>
          <p:nvPr/>
        </p:nvGrpSpPr>
        <p:grpSpPr>
          <a:xfrm>
            <a:off x="4670424" y="1066536"/>
            <a:ext cx="1665720" cy="477360"/>
            <a:chOff x="4670424" y="1066536"/>
            <a:chExt cx="1665720" cy="47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CC8ABD5E-0DAB-EF41-AC1E-CBF5F98A8CB8}"/>
                    </a:ext>
                  </a:extLst>
                </p14:cNvPr>
                <p14:cNvContentPartPr/>
                <p14:nvPr/>
              </p14:nvContentPartPr>
              <p14:xfrm>
                <a:off x="6312744" y="1066536"/>
                <a:ext cx="360" cy="20160"/>
              </p14:xfrm>
            </p:contentPart>
          </mc:Choice>
          <mc:Fallback xmlns=""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CC8ABD5E-0DAB-EF41-AC1E-CBF5F98A8CB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306624" y="1060416"/>
                  <a:ext cx="126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1310D013-6BE7-4526-0FAA-C421BA4B358B}"/>
                    </a:ext>
                  </a:extLst>
                </p14:cNvPr>
                <p14:cNvContentPartPr/>
                <p14:nvPr/>
              </p14:nvContentPartPr>
              <p14:xfrm>
                <a:off x="4744224" y="1105776"/>
                <a:ext cx="1591920" cy="392400"/>
              </p14:xfrm>
            </p:contentPart>
          </mc:Choice>
          <mc:Fallback xmlns=""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1310D013-6BE7-4526-0FAA-C421BA4B358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738104" y="1099656"/>
                  <a:ext cx="160416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A99CAB49-319F-1BAE-36DE-48DB75604F61}"/>
                    </a:ext>
                  </a:extLst>
                </p14:cNvPr>
                <p14:cNvContentPartPr/>
                <p14:nvPr/>
              </p14:nvContentPartPr>
              <p14:xfrm>
                <a:off x="4670424" y="1424376"/>
                <a:ext cx="180000" cy="119520"/>
              </p14:xfrm>
            </p:contentPart>
          </mc:Choice>
          <mc:Fallback xmlns=""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A99CAB49-319F-1BAE-36DE-48DB75604F6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664304" y="1418256"/>
                  <a:ext cx="19224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Agrupar 89">
            <a:extLst>
              <a:ext uri="{FF2B5EF4-FFF2-40B4-BE49-F238E27FC236}">
                <a16:creationId xmlns:a16="http://schemas.microsoft.com/office/drawing/2014/main" id="{1E4506C8-2424-CF95-C358-6F6F27777407}"/>
              </a:ext>
            </a:extLst>
          </p:cNvPr>
          <p:cNvGrpSpPr/>
          <p:nvPr/>
        </p:nvGrpSpPr>
        <p:grpSpPr>
          <a:xfrm>
            <a:off x="1032264" y="1499616"/>
            <a:ext cx="1073880" cy="1441800"/>
            <a:chOff x="1032264" y="1499616"/>
            <a:chExt cx="1073880" cy="144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50FBB653-14E8-2F19-DE70-8E2C0EA795C8}"/>
                    </a:ext>
                  </a:extLst>
                </p14:cNvPr>
                <p14:cNvContentPartPr/>
                <p14:nvPr/>
              </p14:nvContentPartPr>
              <p14:xfrm>
                <a:off x="1783584" y="1499616"/>
                <a:ext cx="180360" cy="17712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50FBB653-14E8-2F19-DE70-8E2C0EA795C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777464" y="1493496"/>
                  <a:ext cx="1926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666FFCEB-0BE8-607F-282F-DE96B8918260}"/>
                    </a:ext>
                  </a:extLst>
                </p14:cNvPr>
                <p14:cNvContentPartPr/>
                <p14:nvPr/>
              </p14:nvContentPartPr>
              <p14:xfrm>
                <a:off x="1932984" y="1802016"/>
                <a:ext cx="173160" cy="168120"/>
              </p14:xfrm>
            </p:contentPart>
          </mc:Choice>
          <mc:Fallback xmlns=""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666FFCEB-0BE8-607F-282F-DE96B891826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926864" y="1795896"/>
                  <a:ext cx="1854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6893328C-611D-BA93-218F-2D956B7564B8}"/>
                    </a:ext>
                  </a:extLst>
                </p14:cNvPr>
                <p14:cNvContentPartPr/>
                <p14:nvPr/>
              </p14:nvContentPartPr>
              <p14:xfrm>
                <a:off x="1032264" y="1780776"/>
                <a:ext cx="579240" cy="1160640"/>
              </p14:xfrm>
            </p:contentPart>
          </mc:Choice>
          <mc:Fallback xmlns=""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6893328C-611D-BA93-218F-2D956B7564B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26144" y="1774656"/>
                  <a:ext cx="591480" cy="11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732F10DE-4782-4597-0C9D-DFF8ED97C440}"/>
                    </a:ext>
                  </a:extLst>
                </p14:cNvPr>
                <p14:cNvContentPartPr/>
                <p14:nvPr/>
              </p14:nvContentPartPr>
              <p14:xfrm>
                <a:off x="1568304" y="1757376"/>
                <a:ext cx="120600" cy="27684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732F10DE-4782-4597-0C9D-DFF8ED97C44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562184" y="1751256"/>
                  <a:ext cx="1328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879ADC70-2BFA-E6C6-CC81-49964CFA8783}"/>
                    </a:ext>
                  </a:extLst>
                </p14:cNvPr>
                <p14:cNvContentPartPr/>
                <p14:nvPr/>
              </p14:nvContentPartPr>
              <p14:xfrm>
                <a:off x="1145664" y="1889136"/>
                <a:ext cx="699480" cy="981360"/>
              </p14:xfrm>
            </p:contentPart>
          </mc:Choice>
          <mc:Fallback xmlns=""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879ADC70-2BFA-E6C6-CC81-49964CFA878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39544" y="1883016"/>
                  <a:ext cx="711720" cy="9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14337519-1DC1-A198-8C05-2E77181CEF45}"/>
                    </a:ext>
                  </a:extLst>
                </p14:cNvPr>
                <p14:cNvContentPartPr/>
                <p14:nvPr/>
              </p14:nvContentPartPr>
              <p14:xfrm>
                <a:off x="1745784" y="1813536"/>
                <a:ext cx="126360" cy="18720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14337519-1DC1-A198-8C05-2E77181CEF4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739664" y="1807416"/>
                  <a:ext cx="1386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E3A625E6-10B5-6ECE-0959-22C547247B88}"/>
                    </a:ext>
                  </a:extLst>
                </p14:cNvPr>
                <p14:cNvContentPartPr/>
                <p14:nvPr/>
              </p14:nvContentPartPr>
              <p14:xfrm>
                <a:off x="1498824" y="1676016"/>
                <a:ext cx="208440" cy="207360"/>
              </p14:xfrm>
            </p:contentPart>
          </mc:Choice>
          <mc:Fallback xmlns=""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E3A625E6-10B5-6ECE-0959-22C547247B8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492704" y="1669896"/>
                  <a:ext cx="220680" cy="21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91" name="Tinta 90">
                <a:extLst>
                  <a:ext uri="{FF2B5EF4-FFF2-40B4-BE49-F238E27FC236}">
                    <a16:creationId xmlns:a16="http://schemas.microsoft.com/office/drawing/2014/main" id="{F527F8FB-8204-917B-CFB6-6FA4E93D2BF3}"/>
                  </a:ext>
                </a:extLst>
              </p14:cNvPr>
              <p14:cNvContentPartPr/>
              <p14:nvPr/>
            </p14:nvContentPartPr>
            <p14:xfrm>
              <a:off x="958464" y="3235896"/>
              <a:ext cx="141840" cy="666000"/>
            </p14:xfrm>
          </p:contentPart>
        </mc:Choice>
        <mc:Fallback xmlns="">
          <p:pic>
            <p:nvPicPr>
              <p:cNvPr id="91" name="Tinta 90">
                <a:extLst>
                  <a:ext uri="{FF2B5EF4-FFF2-40B4-BE49-F238E27FC236}">
                    <a16:creationId xmlns:a16="http://schemas.microsoft.com/office/drawing/2014/main" id="{F527F8FB-8204-917B-CFB6-6FA4E93D2BF3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52344" y="3229776"/>
                <a:ext cx="154080" cy="67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08F304D0-8AC5-A4C7-7EEB-8598C5D158C9}"/>
              </a:ext>
            </a:extLst>
          </p:cNvPr>
          <p:cNvGrpSpPr/>
          <p:nvPr/>
        </p:nvGrpSpPr>
        <p:grpSpPr>
          <a:xfrm>
            <a:off x="1415664" y="2857176"/>
            <a:ext cx="1719000" cy="692640"/>
            <a:chOff x="1415664" y="2857176"/>
            <a:chExt cx="1719000" cy="69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E063EE25-E775-0DAD-358F-DE3845516FD6}"/>
                    </a:ext>
                  </a:extLst>
                </p14:cNvPr>
                <p14:cNvContentPartPr/>
                <p14:nvPr/>
              </p14:nvContentPartPr>
              <p14:xfrm>
                <a:off x="1415664" y="3278736"/>
                <a:ext cx="201240" cy="271080"/>
              </p14:xfrm>
            </p:contentPart>
          </mc:Choice>
          <mc:Fallback xmlns=""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E063EE25-E775-0DAD-358F-DE3845516FD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409544" y="3272616"/>
                  <a:ext cx="2134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DCE4ECFB-75DD-08EE-0EDC-D8DB962C9482}"/>
                    </a:ext>
                  </a:extLst>
                </p14:cNvPr>
                <p14:cNvContentPartPr/>
                <p14:nvPr/>
              </p14:nvContentPartPr>
              <p14:xfrm>
                <a:off x="1836144" y="3105936"/>
                <a:ext cx="222120" cy="332640"/>
              </p14:xfrm>
            </p:contentPart>
          </mc:Choice>
          <mc:Fallback xmlns=""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DCE4ECFB-75DD-08EE-0EDC-D8DB962C948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830024" y="3099816"/>
                  <a:ext cx="2343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78185905-5816-0CAD-FCE6-222E310CAE81}"/>
                    </a:ext>
                  </a:extLst>
                </p14:cNvPr>
                <p14:cNvContentPartPr/>
                <p14:nvPr/>
              </p14:nvContentPartPr>
              <p14:xfrm>
                <a:off x="2172384" y="3082896"/>
                <a:ext cx="213840" cy="352440"/>
              </p14:xfrm>
            </p:contentPart>
          </mc:Choice>
          <mc:Fallback xmlns=""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78185905-5816-0CAD-FCE6-222E310CAE8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166264" y="3076776"/>
                  <a:ext cx="2260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FC0FAC30-22C6-D244-F2F7-ED2E4D791228}"/>
                    </a:ext>
                  </a:extLst>
                </p14:cNvPr>
                <p14:cNvContentPartPr/>
                <p14:nvPr/>
              </p14:nvContentPartPr>
              <p14:xfrm>
                <a:off x="2130624" y="3082176"/>
                <a:ext cx="267480" cy="410400"/>
              </p14:xfrm>
            </p:contentPart>
          </mc:Choice>
          <mc:Fallback xmlns=""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FC0FAC30-22C6-D244-F2F7-ED2E4D79122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124504" y="3076056"/>
                  <a:ext cx="27972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D414BB6C-770D-FA3C-EDC9-C94516DFFF04}"/>
                    </a:ext>
                  </a:extLst>
                </p14:cNvPr>
                <p14:cNvContentPartPr/>
                <p14:nvPr/>
              </p14:nvContentPartPr>
              <p14:xfrm>
                <a:off x="2373984" y="3208896"/>
                <a:ext cx="187920" cy="138600"/>
              </p14:xfrm>
            </p:contentPart>
          </mc:Choice>
          <mc:Fallback xmlns=""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D414BB6C-770D-FA3C-EDC9-C94516DFFF0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367864" y="3202776"/>
                  <a:ext cx="2001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341660EA-D5F2-57BD-9F1D-76595C8124E4}"/>
                    </a:ext>
                  </a:extLst>
                </p14:cNvPr>
                <p14:cNvContentPartPr/>
                <p14:nvPr/>
              </p14:nvContentPartPr>
              <p14:xfrm>
                <a:off x="2621664" y="3208536"/>
                <a:ext cx="132120" cy="10800"/>
              </p14:xfrm>
            </p:contentPart>
          </mc:Choice>
          <mc:Fallback xmlns=""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341660EA-D5F2-57BD-9F1D-76595C8124E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615544" y="3202416"/>
                  <a:ext cx="1443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ABF6BD1B-9712-10C8-B38D-971DC68938BF}"/>
                    </a:ext>
                  </a:extLst>
                </p14:cNvPr>
                <p14:cNvContentPartPr/>
                <p14:nvPr/>
              </p14:nvContentPartPr>
              <p14:xfrm>
                <a:off x="2774304" y="3019896"/>
                <a:ext cx="129600" cy="284760"/>
              </p14:xfrm>
            </p:contentPart>
          </mc:Choice>
          <mc:Fallback xmlns=""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ABF6BD1B-9712-10C8-B38D-971DC68938B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768184" y="3013776"/>
                  <a:ext cx="1418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19C76BB6-249B-626F-A1A7-507F014744E6}"/>
                    </a:ext>
                  </a:extLst>
                </p14:cNvPr>
                <p14:cNvContentPartPr/>
                <p14:nvPr/>
              </p14:nvContentPartPr>
              <p14:xfrm>
                <a:off x="2817864" y="2857176"/>
                <a:ext cx="316800" cy="632880"/>
              </p14:xfrm>
            </p:contentPart>
          </mc:Choice>
          <mc:Fallback xmlns=""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19C76BB6-249B-626F-A1A7-507F014744E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811744" y="2851056"/>
                  <a:ext cx="329040" cy="64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DFAB851A-C2DE-8C74-6C59-63E34C4E8C18}"/>
              </a:ext>
            </a:extLst>
          </p:cNvPr>
          <p:cNvGrpSpPr/>
          <p:nvPr/>
        </p:nvGrpSpPr>
        <p:grpSpPr>
          <a:xfrm>
            <a:off x="1244664" y="3960936"/>
            <a:ext cx="689040" cy="315360"/>
            <a:chOff x="1244664" y="3960936"/>
            <a:chExt cx="689040" cy="3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5DA64320-C514-BA41-3891-D881F6003D4C}"/>
                    </a:ext>
                  </a:extLst>
                </p14:cNvPr>
                <p14:cNvContentPartPr/>
                <p14:nvPr/>
              </p14:nvContentPartPr>
              <p14:xfrm>
                <a:off x="1254024" y="4020696"/>
                <a:ext cx="23400" cy="199080"/>
              </p14:xfrm>
            </p:contentPart>
          </mc:Choice>
          <mc:Fallback xmlns=""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5DA64320-C514-BA41-3891-D881F6003D4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247904" y="4014576"/>
                  <a:ext cx="356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0743CE0C-0B9A-4D91-B843-625FC5926E58}"/>
                    </a:ext>
                  </a:extLst>
                </p14:cNvPr>
                <p14:cNvContentPartPr/>
                <p14:nvPr/>
              </p14:nvContentPartPr>
              <p14:xfrm>
                <a:off x="1244664" y="4020696"/>
                <a:ext cx="209160" cy="255600"/>
              </p14:xfrm>
            </p:contentPart>
          </mc:Choice>
          <mc:Fallback xmlns=""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0743CE0C-0B9A-4D91-B843-625FC5926E5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238544" y="4014576"/>
                  <a:ext cx="2214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6CF04FB0-7EE8-0D2D-02E0-6E510D5CA2F7}"/>
                    </a:ext>
                  </a:extLst>
                </p14:cNvPr>
                <p14:cNvContentPartPr/>
                <p14:nvPr/>
              </p14:nvContentPartPr>
              <p14:xfrm>
                <a:off x="1480104" y="4005936"/>
                <a:ext cx="158760" cy="159120"/>
              </p14:xfrm>
            </p:contentPart>
          </mc:Choice>
          <mc:Fallback xmlns=""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6CF04FB0-7EE8-0D2D-02E0-6E510D5CA2F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473984" y="3999816"/>
                  <a:ext cx="1710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9E60E421-08A3-DBB4-06A9-836EE794E404}"/>
                    </a:ext>
                  </a:extLst>
                </p14:cNvPr>
                <p14:cNvContentPartPr/>
                <p14:nvPr/>
              </p14:nvContentPartPr>
              <p14:xfrm>
                <a:off x="1755504" y="3969216"/>
                <a:ext cx="11880" cy="188280"/>
              </p14:xfrm>
            </p:contentPart>
          </mc:Choice>
          <mc:Fallback xmlns=""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9E60E421-08A3-DBB4-06A9-836EE794E40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749384" y="3963096"/>
                  <a:ext cx="241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3E050EBC-13FD-6144-F798-EAE537B968BB}"/>
                    </a:ext>
                  </a:extLst>
                </p14:cNvPr>
                <p14:cNvContentPartPr/>
                <p14:nvPr/>
              </p14:nvContentPartPr>
              <p14:xfrm>
                <a:off x="1767024" y="3960936"/>
                <a:ext cx="166680" cy="244800"/>
              </p14:xfrm>
            </p:contentPart>
          </mc:Choice>
          <mc:Fallback xmlns=""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3E050EBC-13FD-6144-F798-EAE537B968B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760904" y="3954816"/>
                  <a:ext cx="178920" cy="25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Agrupar 109">
            <a:extLst>
              <a:ext uri="{FF2B5EF4-FFF2-40B4-BE49-F238E27FC236}">
                <a16:creationId xmlns:a16="http://schemas.microsoft.com/office/drawing/2014/main" id="{3347D1A5-D203-2DF8-6C90-58BAD16AED19}"/>
              </a:ext>
            </a:extLst>
          </p:cNvPr>
          <p:cNvGrpSpPr/>
          <p:nvPr/>
        </p:nvGrpSpPr>
        <p:grpSpPr>
          <a:xfrm>
            <a:off x="2279664" y="3893256"/>
            <a:ext cx="850680" cy="265320"/>
            <a:chOff x="2279664" y="3893256"/>
            <a:chExt cx="850680" cy="26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30ABD904-757D-0C6C-0BB8-197CF9F0DC11}"/>
                    </a:ext>
                  </a:extLst>
                </p14:cNvPr>
                <p14:cNvContentPartPr/>
                <p14:nvPr/>
              </p14:nvContentPartPr>
              <p14:xfrm>
                <a:off x="2279664" y="4026816"/>
                <a:ext cx="189720" cy="131760"/>
              </p14:xfrm>
            </p:contentPart>
          </mc:Choice>
          <mc:Fallback xmlns=""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30ABD904-757D-0C6C-0BB8-197CF9F0DC1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273544" y="4020696"/>
                  <a:ext cx="2019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4E97A3CD-B7EB-041C-2B2A-3EF0A7A3E096}"/>
                    </a:ext>
                  </a:extLst>
                </p14:cNvPr>
                <p14:cNvContentPartPr/>
                <p14:nvPr/>
              </p14:nvContentPartPr>
              <p14:xfrm>
                <a:off x="2649384" y="4084776"/>
                <a:ext cx="360" cy="16200"/>
              </p14:xfrm>
            </p:contentPart>
          </mc:Choice>
          <mc:Fallback xmlns=""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4E97A3CD-B7EB-041C-2B2A-3EF0A7A3E09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643264" y="4078656"/>
                  <a:ext cx="126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594F6B67-2BBE-C8D8-5C80-24A25E528FE2}"/>
                    </a:ext>
                  </a:extLst>
                </p14:cNvPr>
                <p14:cNvContentPartPr/>
                <p14:nvPr/>
              </p14:nvContentPartPr>
              <p14:xfrm>
                <a:off x="2697624" y="3893256"/>
                <a:ext cx="240480" cy="215640"/>
              </p14:xfrm>
            </p:contentPart>
          </mc:Choice>
          <mc:Fallback xmlns=""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594F6B67-2BBE-C8D8-5C80-24A25E528FE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691504" y="3887136"/>
                  <a:ext cx="252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65F3E4C6-29B7-AB88-34B9-B5083CD91967}"/>
                    </a:ext>
                  </a:extLst>
                </p14:cNvPr>
                <p14:cNvContentPartPr/>
                <p14:nvPr/>
              </p14:nvContentPartPr>
              <p14:xfrm>
                <a:off x="3125304" y="4048776"/>
                <a:ext cx="5040" cy="360"/>
              </p14:xfrm>
            </p:contentPart>
          </mc:Choice>
          <mc:Fallback xmlns=""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65F3E4C6-29B7-AB88-34B9-B5083CD9196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119184" y="4042656"/>
                  <a:ext cx="1728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861946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</a:t>
            </a:r>
            <a:r>
              <a:rPr lang="pt-BR" dirty="0" err="1"/>
              <a:t>Watershed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𝑞</m:t>
                    </m:r>
                    <m:r>
                      <a:rPr lang="pt-BR" b="0" i="1" smtClean="0">
                        <a:latin typeface="Cambria Math"/>
                      </a:rPr>
                      <m:t>∩</m:t>
                    </m:r>
                    <m:r>
                      <a:rPr lang="pt-BR" b="0" i="1" smtClean="0">
                        <a:latin typeface="Cambria Math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𝑛</m:t>
                        </m:r>
                        <m:r>
                          <a:rPr lang="pt-BR" b="0" i="1" smtClean="0"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r>
                  <a:rPr lang="pt-BR" dirty="0"/>
                  <a:t> é vazia</a:t>
                </a:r>
              </a:p>
              <a:p>
                <a:pPr lvl="2"/>
                <a:r>
                  <a:rPr lang="pt-BR" dirty="0"/>
                  <a:t>Um novo mínimo é encontrado.</a:t>
                </a:r>
              </a:p>
              <a:p>
                <a:pPr lvl="2"/>
                <a:r>
                  <a:rPr lang="pt-BR" dirty="0"/>
                  <a:t>Incorpore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𝑞</m:t>
                    </m:r>
                  </m:oMath>
                </a14:m>
                <a:r>
                  <a:rPr lang="pt-BR" dirty="0"/>
                  <a:t> 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r>
                  <a:rPr lang="pt-BR" dirty="0"/>
                  <a:t> para formar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endParaRPr lang="pt-BR" dirty="0"/>
              </a:p>
              <a:p>
                <a:pPr marL="914400" lvl="2" indent="0">
                  <a:buNone/>
                </a:pPr>
                <a:endParaRPr lang="pt-BR" dirty="0"/>
              </a:p>
              <a:p>
                <a:pPr lvl="1"/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𝑞</m:t>
                    </m:r>
                    <m:r>
                      <a:rPr lang="pt-BR" i="1">
                        <a:latin typeface="Cambria Math"/>
                      </a:rPr>
                      <m:t>∩</m:t>
                    </m:r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r>
                  <a:rPr lang="pt-BR" dirty="0"/>
                  <a:t> contém </a:t>
                </a:r>
                <a:r>
                  <a:rPr lang="pt-BR" u="sng" dirty="0"/>
                  <a:t>um</a:t>
                </a:r>
                <a:r>
                  <a:rPr lang="pt-BR" dirty="0"/>
                  <a:t> componente conectado em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endParaRPr lang="pt-BR" dirty="0"/>
              </a:p>
              <a:p>
                <a:pPr lvl="2"/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𝑞</m:t>
                    </m:r>
                  </m:oMath>
                </a14:m>
                <a:r>
                  <a:rPr lang="pt-BR" dirty="0"/>
                  <a:t> fica dentro de um </a:t>
                </a:r>
                <a:r>
                  <a:rPr lang="pt-BR" dirty="0" err="1"/>
                  <a:t>watershed</a:t>
                </a:r>
                <a:endParaRPr lang="pt-BR" dirty="0"/>
              </a:p>
              <a:p>
                <a:pPr lvl="2"/>
                <a:r>
                  <a:rPr lang="pt-BR" dirty="0"/>
                  <a:t>Incorpore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𝑞</m:t>
                    </m:r>
                  </m:oMath>
                </a14:m>
                <a:r>
                  <a:rPr lang="pt-BR" dirty="0"/>
                  <a:t> 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r>
                  <a:rPr lang="pt-BR" dirty="0"/>
                  <a:t> para formar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endParaRPr lang="pt-BR" dirty="0"/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 r="-5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4353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</a:t>
            </a:r>
            <a:r>
              <a:rPr lang="pt-BR" dirty="0" err="1"/>
              <a:t>Watershed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𝑞</m:t>
                    </m:r>
                    <m:r>
                      <a:rPr lang="pt-BR" i="1">
                        <a:latin typeface="Cambria Math"/>
                      </a:rPr>
                      <m:t>∩</m:t>
                    </m:r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r>
                  <a:rPr lang="pt-BR" dirty="0"/>
                  <a:t>contém </a:t>
                </a:r>
                <a:r>
                  <a:rPr lang="pt-BR" u="sng" dirty="0"/>
                  <a:t>mais de um </a:t>
                </a:r>
                <a:r>
                  <a:rPr lang="pt-BR" dirty="0"/>
                  <a:t>componente conectado em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endParaRPr lang="pt-BR" dirty="0"/>
              </a:p>
              <a:p>
                <a:pPr lvl="2"/>
                <a:r>
                  <a:rPr lang="pt-BR" dirty="0"/>
                  <a:t>Duas cristas de </a:t>
                </a:r>
                <a:r>
                  <a:rPr lang="pt-BR" dirty="0" err="1"/>
                  <a:t>watershed</a:t>
                </a:r>
                <a:r>
                  <a:rPr lang="pt-BR" dirty="0"/>
                  <a:t> se encontrariam e iriam se misturar</a:t>
                </a:r>
              </a:p>
              <a:p>
                <a:pPr lvl="2"/>
                <a:r>
                  <a:rPr lang="pt-BR" dirty="0"/>
                  <a:t>Barragens devem ser construídas</a:t>
                </a:r>
              </a:p>
              <a:p>
                <a:pPr lvl="2"/>
                <a:r>
                  <a:rPr lang="pt-BR" dirty="0"/>
                  <a:t>Uma barragem de um pixel de espessura pode ser construída usando a dilatação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𝑞</m:t>
                    </m:r>
                    <m:r>
                      <a:rPr lang="pt-BR" i="1">
                        <a:latin typeface="Cambria Math"/>
                      </a:rPr>
                      <m:t>∩</m:t>
                    </m:r>
                    <m:r>
                      <a:rPr lang="pt-BR" i="1">
                        <a:latin typeface="Cambria Math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/>
                          </a:rPr>
                          <m:t>𝑛</m:t>
                        </m:r>
                        <m:r>
                          <a:rPr lang="pt-BR" i="1"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r>
                  <a:rPr lang="pt-BR" dirty="0"/>
                  <a:t> com um elemento estruturante 3x3 de 1s e restringindo a dilação  a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/>
                      </a:rPr>
                      <m:t>𝑞</m:t>
                    </m:r>
                  </m:oMath>
                </a14:m>
                <a:r>
                  <a:rPr lang="pt-BR" dirty="0"/>
                  <a:t>.</a:t>
                </a:r>
              </a:p>
              <a:p>
                <a:pPr lvl="1"/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2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06547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32D324D-9C3C-19AB-7FE6-95BCE6439A33}"/>
                  </a:ext>
                </a:extLst>
              </p14:cNvPr>
              <p14:cNvContentPartPr/>
              <p14:nvPr/>
            </p14:nvContentPartPr>
            <p14:xfrm>
              <a:off x="1801584" y="1493856"/>
              <a:ext cx="141480" cy="16560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D32D324D-9C3C-19AB-7FE6-95BCE6439A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95464" y="1487736"/>
                <a:ext cx="153720" cy="17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39E1757-2B6F-649B-34E4-C582AAB65243}"/>
              </a:ext>
            </a:extLst>
          </p:cNvPr>
          <p:cNvGrpSpPr/>
          <p:nvPr/>
        </p:nvGrpSpPr>
        <p:grpSpPr>
          <a:xfrm>
            <a:off x="2053584" y="1071576"/>
            <a:ext cx="395280" cy="300600"/>
            <a:chOff x="2053584" y="1071576"/>
            <a:chExt cx="395280" cy="30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Tinta 4">
                  <a:extLst>
                    <a:ext uri="{FF2B5EF4-FFF2-40B4-BE49-F238E27FC236}">
                      <a16:creationId xmlns:a16="http://schemas.microsoft.com/office/drawing/2014/main" id="{30FDAE08-E4FE-9F9A-D762-62104A23321D}"/>
                    </a:ext>
                  </a:extLst>
                </p14:cNvPr>
                <p14:cNvContentPartPr/>
                <p14:nvPr/>
              </p14:nvContentPartPr>
              <p14:xfrm>
                <a:off x="2089224" y="1071576"/>
                <a:ext cx="130680" cy="200520"/>
              </p14:xfrm>
            </p:contentPart>
          </mc:Choice>
          <mc:Fallback xmlns="">
            <p:pic>
              <p:nvPicPr>
                <p:cNvPr id="5" name="Tinta 4">
                  <a:extLst>
                    <a:ext uri="{FF2B5EF4-FFF2-40B4-BE49-F238E27FC236}">
                      <a16:creationId xmlns:a16="http://schemas.microsoft.com/office/drawing/2014/main" id="{30FDAE08-E4FE-9F9A-D762-62104A23321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83104" y="1065456"/>
                  <a:ext cx="1429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D93CC1FC-4C03-D63F-A3E3-7B31EB0412F4}"/>
                    </a:ext>
                  </a:extLst>
                </p14:cNvPr>
                <p14:cNvContentPartPr/>
                <p14:nvPr/>
              </p14:nvContentPartPr>
              <p14:xfrm>
                <a:off x="2053584" y="1136736"/>
                <a:ext cx="20880" cy="190080"/>
              </p14:xfrm>
            </p:contentPart>
          </mc:Choice>
          <mc:Fallback xmlns=""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D93CC1FC-4C03-D63F-A3E3-7B31EB0412F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47464" y="1130616"/>
                  <a:ext cx="331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455C15DD-9716-B369-6DDE-E53B7FB34D10}"/>
                    </a:ext>
                  </a:extLst>
                </p14:cNvPr>
                <p14:cNvContentPartPr/>
                <p14:nvPr/>
              </p14:nvContentPartPr>
              <p14:xfrm>
                <a:off x="2320344" y="1211616"/>
                <a:ext cx="128520" cy="160560"/>
              </p14:xfrm>
            </p:contentPart>
          </mc:Choice>
          <mc:Fallback xmlns=""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455C15DD-9716-B369-6DDE-E53B7FB34D1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14224" y="1205496"/>
                  <a:ext cx="140760" cy="17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Tinta 7">
                <a:extLst>
                  <a:ext uri="{FF2B5EF4-FFF2-40B4-BE49-F238E27FC236}">
                    <a16:creationId xmlns:a16="http://schemas.microsoft.com/office/drawing/2014/main" id="{1254EE57-E141-DBF3-1C34-D4F3C668BE15}"/>
                  </a:ext>
                </a:extLst>
              </p14:cNvPr>
              <p14:cNvContentPartPr/>
              <p14:nvPr/>
            </p14:nvContentPartPr>
            <p14:xfrm>
              <a:off x="4370184" y="1508616"/>
              <a:ext cx="102600" cy="159840"/>
            </p14:xfrm>
          </p:contentPart>
        </mc:Choice>
        <mc:Fallback xmlns="">
          <p:pic>
            <p:nvPicPr>
              <p:cNvPr id="8" name="Tinta 7">
                <a:extLst>
                  <a:ext uri="{FF2B5EF4-FFF2-40B4-BE49-F238E27FC236}">
                    <a16:creationId xmlns:a16="http://schemas.microsoft.com/office/drawing/2014/main" id="{1254EE57-E141-DBF3-1C34-D4F3C668BE1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64064" y="1502496"/>
                <a:ext cx="114840" cy="17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Agrupar 10">
            <a:extLst>
              <a:ext uri="{FF2B5EF4-FFF2-40B4-BE49-F238E27FC236}">
                <a16:creationId xmlns:a16="http://schemas.microsoft.com/office/drawing/2014/main" id="{7AFB005D-A094-E49B-259D-89CB76BA73FB}"/>
              </a:ext>
            </a:extLst>
          </p:cNvPr>
          <p:cNvGrpSpPr/>
          <p:nvPr/>
        </p:nvGrpSpPr>
        <p:grpSpPr>
          <a:xfrm>
            <a:off x="4441824" y="1066536"/>
            <a:ext cx="579960" cy="224280"/>
            <a:chOff x="4441824" y="1066536"/>
            <a:chExt cx="57996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91795406-B803-DF6D-89CE-AE44DA787D3F}"/>
                    </a:ext>
                  </a:extLst>
                </p14:cNvPr>
                <p14:cNvContentPartPr/>
                <p14:nvPr/>
              </p14:nvContentPartPr>
              <p14:xfrm>
                <a:off x="4441824" y="1066536"/>
                <a:ext cx="199080" cy="183960"/>
              </p14:xfrm>
            </p:contentPart>
          </mc:Choice>
          <mc:Fallback xmlns=""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91795406-B803-DF6D-89CE-AE44DA787D3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35704" y="1060416"/>
                  <a:ext cx="2113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0CEFD36E-E7F0-E07D-6300-F90E8C950CB0}"/>
                    </a:ext>
                  </a:extLst>
                </p14:cNvPr>
                <p14:cNvContentPartPr/>
                <p14:nvPr/>
              </p14:nvContentPartPr>
              <p14:xfrm>
                <a:off x="4753584" y="1126296"/>
                <a:ext cx="268200" cy="164520"/>
              </p14:xfrm>
            </p:contentPart>
          </mc:Choice>
          <mc:Fallback xmlns=""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0CEFD36E-E7F0-E07D-6300-F90E8C950CB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47464" y="1120176"/>
                  <a:ext cx="280440" cy="17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47163F60-D4A6-50AB-1780-AF7DFE1E7983}"/>
                  </a:ext>
                </a:extLst>
              </p14:cNvPr>
              <p14:cNvContentPartPr/>
              <p14:nvPr/>
            </p14:nvContentPartPr>
            <p14:xfrm>
              <a:off x="1944864" y="1812456"/>
              <a:ext cx="133200" cy="130320"/>
            </p14:xfrm>
          </p:contentPart>
        </mc:Choice>
        <mc:Fallback xmlns=""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47163F60-D4A6-50AB-1780-AF7DFE1E798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938744" y="1806336"/>
                <a:ext cx="145440" cy="14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Agrupar 15">
            <a:extLst>
              <a:ext uri="{FF2B5EF4-FFF2-40B4-BE49-F238E27FC236}">
                <a16:creationId xmlns:a16="http://schemas.microsoft.com/office/drawing/2014/main" id="{140109E7-2F89-1ED3-3F31-E6C294352F30}"/>
              </a:ext>
            </a:extLst>
          </p:cNvPr>
          <p:cNvGrpSpPr/>
          <p:nvPr/>
        </p:nvGrpSpPr>
        <p:grpSpPr>
          <a:xfrm>
            <a:off x="2263464" y="1880136"/>
            <a:ext cx="386640" cy="396360"/>
            <a:chOff x="2263464" y="1880136"/>
            <a:chExt cx="386640" cy="39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3CF31A69-6DCF-ED43-7AA2-ACE65A06F319}"/>
                    </a:ext>
                  </a:extLst>
                </p14:cNvPr>
                <p14:cNvContentPartPr/>
                <p14:nvPr/>
              </p14:nvContentPartPr>
              <p14:xfrm>
                <a:off x="2263464" y="1880136"/>
                <a:ext cx="141120" cy="262080"/>
              </p14:xfrm>
            </p:contentPart>
          </mc:Choice>
          <mc:Fallback xmlns=""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3CF31A69-6DCF-ED43-7AA2-ACE65A06F31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257344" y="1874016"/>
                  <a:ext cx="1533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5AAAA563-C545-9E82-20CF-9932D9FF0EDE}"/>
                    </a:ext>
                  </a:extLst>
                </p14:cNvPr>
                <p14:cNvContentPartPr/>
                <p14:nvPr/>
              </p14:nvContentPartPr>
              <p14:xfrm>
                <a:off x="2494584" y="1979136"/>
                <a:ext cx="155520" cy="297360"/>
              </p14:xfrm>
            </p:contentPart>
          </mc:Choice>
          <mc:Fallback xmlns=""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5AAAA563-C545-9E82-20CF-9932D9FF0ED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88464" y="1973016"/>
                  <a:ext cx="167760" cy="30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468A34BE-6237-2968-1BA8-0CB5F3850F41}"/>
              </a:ext>
            </a:extLst>
          </p:cNvPr>
          <p:cNvGrpSpPr/>
          <p:nvPr/>
        </p:nvGrpSpPr>
        <p:grpSpPr>
          <a:xfrm>
            <a:off x="1387944" y="371736"/>
            <a:ext cx="1595520" cy="2427120"/>
            <a:chOff x="1387944" y="371736"/>
            <a:chExt cx="1595520" cy="242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0B37AC41-9293-A1DD-0C04-28913DCCF83A}"/>
                    </a:ext>
                  </a:extLst>
                </p14:cNvPr>
                <p14:cNvContentPartPr/>
                <p14:nvPr/>
              </p14:nvContentPartPr>
              <p14:xfrm>
                <a:off x="1387944" y="897336"/>
                <a:ext cx="1595520" cy="1901520"/>
              </p14:xfrm>
            </p:contentPart>
          </mc:Choice>
          <mc:Fallback xmlns=""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0B37AC41-9293-A1DD-0C04-28913DCCF83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81824" y="891216"/>
                  <a:ext cx="1607760" cy="19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CB149074-5DE9-FD15-0948-C954148A9D33}"/>
                    </a:ext>
                  </a:extLst>
                </p14:cNvPr>
                <p14:cNvContentPartPr/>
                <p14:nvPr/>
              </p14:nvContentPartPr>
              <p14:xfrm>
                <a:off x="1623744" y="536616"/>
                <a:ext cx="5040" cy="237240"/>
              </p14:xfrm>
            </p:contentPart>
          </mc:Choice>
          <mc:Fallback xmlns=""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CB149074-5DE9-FD15-0948-C954148A9D3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17624" y="530496"/>
                  <a:ext cx="172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CFACC6E7-52DB-76A0-D5A9-57C9B990A108}"/>
                    </a:ext>
                  </a:extLst>
                </p14:cNvPr>
                <p14:cNvContentPartPr/>
                <p14:nvPr/>
              </p14:nvContentPartPr>
              <p14:xfrm>
                <a:off x="1487304" y="517896"/>
                <a:ext cx="321480" cy="37080"/>
              </p14:xfrm>
            </p:contentPart>
          </mc:Choice>
          <mc:Fallback xmlns=""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CFACC6E7-52DB-76A0-D5A9-57C9B990A10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481184" y="511776"/>
                  <a:ext cx="3337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0D8E7AC0-8781-7AA2-A1D3-2908183A7F44}"/>
                    </a:ext>
                  </a:extLst>
                </p14:cNvPr>
                <p14:cNvContentPartPr/>
                <p14:nvPr/>
              </p14:nvContentPartPr>
              <p14:xfrm>
                <a:off x="1822464" y="431136"/>
                <a:ext cx="178200" cy="354240"/>
              </p14:xfrm>
            </p:contentPart>
          </mc:Choice>
          <mc:Fallback xmlns=""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0D8E7AC0-8781-7AA2-A1D3-2908183A7F4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16344" y="425016"/>
                  <a:ext cx="1904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56C4EC21-A3BA-1749-602F-6B05F48C06EF}"/>
                    </a:ext>
                  </a:extLst>
                </p14:cNvPr>
                <p14:cNvContentPartPr/>
                <p14:nvPr/>
              </p14:nvContentPartPr>
              <p14:xfrm>
                <a:off x="2032344" y="479736"/>
                <a:ext cx="145080" cy="243000"/>
              </p14:xfrm>
            </p:contentPart>
          </mc:Choice>
          <mc:Fallback xmlns=""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56C4EC21-A3BA-1749-602F-6B05F48C06E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026224" y="473616"/>
                  <a:ext cx="1573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6E92820B-15F8-2443-9B90-033182CDC23B}"/>
                    </a:ext>
                  </a:extLst>
                </p14:cNvPr>
                <p14:cNvContentPartPr/>
                <p14:nvPr/>
              </p14:nvContentPartPr>
              <p14:xfrm>
                <a:off x="2192184" y="371736"/>
                <a:ext cx="212400" cy="378360"/>
              </p14:xfrm>
            </p:contentPart>
          </mc:Choice>
          <mc:Fallback xmlns=""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6E92820B-15F8-2443-9B90-033182CDC23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186064" y="365616"/>
                  <a:ext cx="224640" cy="39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5" name="Tinta 24">
                <a:extLst>
                  <a:ext uri="{FF2B5EF4-FFF2-40B4-BE49-F238E27FC236}">
                    <a16:creationId xmlns:a16="http://schemas.microsoft.com/office/drawing/2014/main" id="{07DCBE3E-8C33-1AD3-19C9-90058CF59756}"/>
                  </a:ext>
                </a:extLst>
              </p14:cNvPr>
              <p14:cNvContentPartPr/>
              <p14:nvPr/>
            </p14:nvContentPartPr>
            <p14:xfrm>
              <a:off x="4058064" y="825336"/>
              <a:ext cx="1193760" cy="1238040"/>
            </p14:xfrm>
          </p:contentPart>
        </mc:Choice>
        <mc:Fallback xmlns="">
          <p:pic>
            <p:nvPicPr>
              <p:cNvPr id="25" name="Tinta 24">
                <a:extLst>
                  <a:ext uri="{FF2B5EF4-FFF2-40B4-BE49-F238E27FC236}">
                    <a16:creationId xmlns:a16="http://schemas.microsoft.com/office/drawing/2014/main" id="{07DCBE3E-8C33-1AD3-19C9-90058CF5975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051944" y="819216"/>
                <a:ext cx="1206000" cy="12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6" name="Tinta 25">
                <a:extLst>
                  <a:ext uri="{FF2B5EF4-FFF2-40B4-BE49-F238E27FC236}">
                    <a16:creationId xmlns:a16="http://schemas.microsoft.com/office/drawing/2014/main" id="{70B79D84-1CD5-9C9F-A657-9D3EBD53E581}"/>
                  </a:ext>
                </a:extLst>
              </p14:cNvPr>
              <p14:cNvContentPartPr/>
              <p14:nvPr/>
            </p14:nvContentPartPr>
            <p14:xfrm>
              <a:off x="3582144" y="2673576"/>
              <a:ext cx="741240" cy="725400"/>
            </p14:xfrm>
          </p:contentPart>
        </mc:Choice>
        <mc:Fallback xmlns="">
          <p:pic>
            <p:nvPicPr>
              <p:cNvPr id="26" name="Tinta 25">
                <a:extLst>
                  <a:ext uri="{FF2B5EF4-FFF2-40B4-BE49-F238E27FC236}">
                    <a16:creationId xmlns:a16="http://schemas.microsoft.com/office/drawing/2014/main" id="{70B79D84-1CD5-9C9F-A657-9D3EBD53E58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576024" y="2667456"/>
                <a:ext cx="753480" cy="73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Agrupar 28">
            <a:extLst>
              <a:ext uri="{FF2B5EF4-FFF2-40B4-BE49-F238E27FC236}">
                <a16:creationId xmlns:a16="http://schemas.microsoft.com/office/drawing/2014/main" id="{9F051763-A0D9-610B-33B4-7B2C2B8A21F3}"/>
              </a:ext>
            </a:extLst>
          </p:cNvPr>
          <p:cNvGrpSpPr/>
          <p:nvPr/>
        </p:nvGrpSpPr>
        <p:grpSpPr>
          <a:xfrm>
            <a:off x="4037544" y="3447936"/>
            <a:ext cx="261360" cy="652680"/>
            <a:chOff x="4037544" y="3447936"/>
            <a:chExt cx="261360" cy="65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080971DF-A9A6-6D9A-8EFA-6259D5154013}"/>
                    </a:ext>
                  </a:extLst>
                </p14:cNvPr>
                <p14:cNvContentPartPr/>
                <p14:nvPr/>
              </p14:nvContentPartPr>
              <p14:xfrm>
                <a:off x="4141584" y="3588336"/>
                <a:ext cx="157320" cy="512280"/>
              </p14:xfrm>
            </p:contentPart>
          </mc:Choice>
          <mc:Fallback xmlns=""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080971DF-A9A6-6D9A-8EFA-6259D515401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35464" y="3582216"/>
                  <a:ext cx="16956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B3BD940C-1028-58E2-C893-02A1FFD778C0}"/>
                    </a:ext>
                  </a:extLst>
                </p14:cNvPr>
                <p14:cNvContentPartPr/>
                <p14:nvPr/>
              </p14:nvContentPartPr>
              <p14:xfrm>
                <a:off x="4037544" y="3447936"/>
                <a:ext cx="168840" cy="217440"/>
              </p14:xfrm>
            </p:contentPart>
          </mc:Choice>
          <mc:Fallback xmlns=""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B3BD940C-1028-58E2-C893-02A1FFD778C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31424" y="3441816"/>
                  <a:ext cx="181080" cy="22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177048A4-FA97-78D9-ED3B-0746619E65B1}"/>
              </a:ext>
            </a:extLst>
          </p:cNvPr>
          <p:cNvGrpSpPr/>
          <p:nvPr/>
        </p:nvGrpSpPr>
        <p:grpSpPr>
          <a:xfrm>
            <a:off x="4173624" y="4302576"/>
            <a:ext cx="372600" cy="571680"/>
            <a:chOff x="4173624" y="4302576"/>
            <a:chExt cx="372600" cy="57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F2E5775A-826E-213B-83CC-1203AF021555}"/>
                    </a:ext>
                  </a:extLst>
                </p14:cNvPr>
                <p14:cNvContentPartPr/>
                <p14:nvPr/>
              </p14:nvContentPartPr>
              <p14:xfrm>
                <a:off x="4173624" y="4460256"/>
                <a:ext cx="104760" cy="414000"/>
              </p14:xfrm>
            </p:contentPart>
          </mc:Choice>
          <mc:Fallback xmlns=""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F2E5775A-826E-213B-83CC-1203AF02155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167504" y="4454136"/>
                  <a:ext cx="11700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D00C8308-1D13-1983-F4B9-0F83EB30B68E}"/>
                    </a:ext>
                  </a:extLst>
                </p14:cNvPr>
                <p14:cNvContentPartPr/>
                <p14:nvPr/>
              </p14:nvContentPartPr>
              <p14:xfrm>
                <a:off x="4384224" y="4302576"/>
                <a:ext cx="162000" cy="326880"/>
              </p14:xfrm>
            </p:contentPart>
          </mc:Choice>
          <mc:Fallback xmlns=""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D00C8308-1D13-1983-F4B9-0F83EB30B68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78104" y="4296456"/>
                  <a:ext cx="174240" cy="33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71422AE4-F7BC-D97F-4D17-EBCAF3A00401}"/>
              </a:ext>
            </a:extLst>
          </p:cNvPr>
          <p:cNvGrpSpPr/>
          <p:nvPr/>
        </p:nvGrpSpPr>
        <p:grpSpPr>
          <a:xfrm>
            <a:off x="4827024" y="3960936"/>
            <a:ext cx="1391760" cy="708120"/>
            <a:chOff x="4827024" y="3960936"/>
            <a:chExt cx="1391760" cy="70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BAF0914D-A2DF-EA11-CB40-114412BA6370}"/>
                    </a:ext>
                  </a:extLst>
                </p14:cNvPr>
                <p14:cNvContentPartPr/>
                <p14:nvPr/>
              </p14:nvContentPartPr>
              <p14:xfrm>
                <a:off x="4827024" y="4219776"/>
                <a:ext cx="227160" cy="303840"/>
              </p14:xfrm>
            </p:contentPart>
          </mc:Choice>
          <mc:Fallback xmlns=""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BAF0914D-A2DF-EA11-CB40-114412BA637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20904" y="4213656"/>
                  <a:ext cx="2394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37AAC2DC-0750-DC5D-386A-232279D126CF}"/>
                    </a:ext>
                  </a:extLst>
                </p14:cNvPr>
                <p14:cNvContentPartPr/>
                <p14:nvPr/>
              </p14:nvContentPartPr>
              <p14:xfrm>
                <a:off x="5174424" y="4124376"/>
                <a:ext cx="233280" cy="544680"/>
              </p14:xfrm>
            </p:contentPart>
          </mc:Choice>
          <mc:Fallback xmlns=""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37AAC2DC-0750-DC5D-386A-232279D126C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168304" y="4118256"/>
                  <a:ext cx="24552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DE24CC92-C016-3A35-DAB4-CC1BE718C7BE}"/>
                    </a:ext>
                  </a:extLst>
                </p14:cNvPr>
                <p14:cNvContentPartPr/>
                <p14:nvPr/>
              </p14:nvContentPartPr>
              <p14:xfrm>
                <a:off x="5414184" y="4362696"/>
                <a:ext cx="173520" cy="148320"/>
              </p14:xfrm>
            </p:contentPart>
          </mc:Choice>
          <mc:Fallback xmlns=""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DE24CC92-C016-3A35-DAB4-CC1BE718C7B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08064" y="4356576"/>
                  <a:ext cx="1857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EBE41572-95B7-D75C-57CE-1E432CF07F3F}"/>
                    </a:ext>
                  </a:extLst>
                </p14:cNvPr>
                <p14:cNvContentPartPr/>
                <p14:nvPr/>
              </p14:nvContentPartPr>
              <p14:xfrm>
                <a:off x="5712264" y="4387896"/>
                <a:ext cx="115920" cy="52920"/>
              </p14:xfrm>
            </p:contentPart>
          </mc:Choice>
          <mc:Fallback xmlns=""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EBE41572-95B7-D75C-57CE-1E432CF07F3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706144" y="4381776"/>
                  <a:ext cx="1281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6AC7A0D3-D98A-DD47-D337-2ACA527DD711}"/>
                    </a:ext>
                  </a:extLst>
                </p14:cNvPr>
                <p14:cNvContentPartPr/>
                <p14:nvPr/>
              </p14:nvContentPartPr>
              <p14:xfrm>
                <a:off x="5771304" y="4131216"/>
                <a:ext cx="184320" cy="400320"/>
              </p14:xfrm>
            </p:contentPart>
          </mc:Choice>
          <mc:Fallback xmlns=""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6AC7A0D3-D98A-DD47-D337-2ACA527DD71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65184" y="4125096"/>
                  <a:ext cx="19656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BDAB7663-458E-03AB-E002-698923B5B952}"/>
                    </a:ext>
                  </a:extLst>
                </p14:cNvPr>
                <p14:cNvContentPartPr/>
                <p14:nvPr/>
              </p14:nvContentPartPr>
              <p14:xfrm>
                <a:off x="6008904" y="3960936"/>
                <a:ext cx="209880" cy="691560"/>
              </p14:xfrm>
            </p:contentPart>
          </mc:Choice>
          <mc:Fallback xmlns=""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BDAB7663-458E-03AB-E002-698923B5B95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02784" y="3954816"/>
                  <a:ext cx="222120" cy="70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1B1D4C16-608C-EC8A-F5AC-99A5DC3DFC3D}"/>
              </a:ext>
            </a:extLst>
          </p:cNvPr>
          <p:cNvGrpSpPr/>
          <p:nvPr/>
        </p:nvGrpSpPr>
        <p:grpSpPr>
          <a:xfrm>
            <a:off x="4347144" y="5065416"/>
            <a:ext cx="1028160" cy="344520"/>
            <a:chOff x="4347144" y="5065416"/>
            <a:chExt cx="1028160" cy="34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FBB90199-67D3-634D-C3C9-8D47177CAC0E}"/>
                    </a:ext>
                  </a:extLst>
                </p14:cNvPr>
                <p14:cNvContentPartPr/>
                <p14:nvPr/>
              </p14:nvContentPartPr>
              <p14:xfrm>
                <a:off x="4347144" y="5132736"/>
                <a:ext cx="192240" cy="277200"/>
              </p14:xfrm>
            </p:contentPart>
          </mc:Choice>
          <mc:Fallback xmlns=""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FBB90199-67D3-634D-C3C9-8D47177CAC0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41024" y="5126616"/>
                  <a:ext cx="2044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732CD32E-39BC-E5BB-02FC-D9C375A50786}"/>
                    </a:ext>
                  </a:extLst>
                </p14:cNvPr>
                <p14:cNvContentPartPr/>
                <p14:nvPr/>
              </p14:nvContentPartPr>
              <p14:xfrm>
                <a:off x="4674744" y="5209056"/>
                <a:ext cx="114480" cy="193320"/>
              </p14:xfrm>
            </p:contentPart>
          </mc:Choice>
          <mc:Fallback xmlns=""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732CD32E-39BC-E5BB-02FC-D9C375A5078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68624" y="5202936"/>
                  <a:ext cx="1267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BDC76AF5-D1AC-2879-356A-D2138C3EE003}"/>
                    </a:ext>
                  </a:extLst>
                </p14:cNvPr>
                <p14:cNvContentPartPr/>
                <p14:nvPr/>
              </p14:nvContentPartPr>
              <p14:xfrm>
                <a:off x="4645224" y="5220576"/>
                <a:ext cx="113400" cy="64440"/>
              </p14:xfrm>
            </p:contentPart>
          </mc:Choice>
          <mc:Fallback xmlns=""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BDC76AF5-D1AC-2879-356A-D2138C3EE00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639104" y="5214456"/>
                  <a:ext cx="1256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Tinta 41">
                  <a:extLst>
                    <a:ext uri="{FF2B5EF4-FFF2-40B4-BE49-F238E27FC236}">
                      <a16:creationId xmlns:a16="http://schemas.microsoft.com/office/drawing/2014/main" id="{63C8E9A8-9BED-EE5B-F834-5528E6326688}"/>
                    </a:ext>
                  </a:extLst>
                </p14:cNvPr>
                <p14:cNvContentPartPr/>
                <p14:nvPr/>
              </p14:nvContentPartPr>
              <p14:xfrm>
                <a:off x="4809024" y="5065416"/>
                <a:ext cx="284400" cy="290160"/>
              </p14:xfrm>
            </p:contentPart>
          </mc:Choice>
          <mc:Fallback xmlns="">
            <p:pic>
              <p:nvPicPr>
                <p:cNvPr id="42" name="Tinta 41">
                  <a:extLst>
                    <a:ext uri="{FF2B5EF4-FFF2-40B4-BE49-F238E27FC236}">
                      <a16:creationId xmlns:a16="http://schemas.microsoft.com/office/drawing/2014/main" id="{63C8E9A8-9BED-EE5B-F834-5528E632668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02904" y="5059296"/>
                  <a:ext cx="2966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Tinta 42">
                  <a:extLst>
                    <a:ext uri="{FF2B5EF4-FFF2-40B4-BE49-F238E27FC236}">
                      <a16:creationId xmlns:a16="http://schemas.microsoft.com/office/drawing/2014/main" id="{CE03FA12-B70B-DEAC-90F6-77A172584DB0}"/>
                    </a:ext>
                  </a:extLst>
                </p14:cNvPr>
                <p14:cNvContentPartPr/>
                <p14:nvPr/>
              </p14:nvContentPartPr>
              <p14:xfrm>
                <a:off x="5192424" y="5098896"/>
                <a:ext cx="182880" cy="196200"/>
              </p14:xfrm>
            </p:contentPart>
          </mc:Choice>
          <mc:Fallback xmlns="">
            <p:pic>
              <p:nvPicPr>
                <p:cNvPr id="43" name="Tinta 42">
                  <a:extLst>
                    <a:ext uri="{FF2B5EF4-FFF2-40B4-BE49-F238E27FC236}">
                      <a16:creationId xmlns:a16="http://schemas.microsoft.com/office/drawing/2014/main" id="{CE03FA12-B70B-DEAC-90F6-77A172584DB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186304" y="5092776"/>
                  <a:ext cx="19512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Agrupar 74">
            <a:extLst>
              <a:ext uri="{FF2B5EF4-FFF2-40B4-BE49-F238E27FC236}">
                <a16:creationId xmlns:a16="http://schemas.microsoft.com/office/drawing/2014/main" id="{DFBEFF9E-168C-81F9-30EA-4A8997266130}"/>
              </a:ext>
            </a:extLst>
          </p:cNvPr>
          <p:cNvGrpSpPr/>
          <p:nvPr/>
        </p:nvGrpSpPr>
        <p:grpSpPr>
          <a:xfrm>
            <a:off x="5947704" y="987696"/>
            <a:ext cx="2548080" cy="1464840"/>
            <a:chOff x="5947704" y="987696"/>
            <a:chExt cx="2548080" cy="146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Tinta 45">
                  <a:extLst>
                    <a:ext uri="{FF2B5EF4-FFF2-40B4-BE49-F238E27FC236}">
                      <a16:creationId xmlns:a16="http://schemas.microsoft.com/office/drawing/2014/main" id="{42BA8AF4-2336-2EBA-E9D4-16BEA351ACF6}"/>
                    </a:ext>
                  </a:extLst>
                </p14:cNvPr>
                <p14:cNvContentPartPr/>
                <p14:nvPr/>
              </p14:nvContentPartPr>
              <p14:xfrm>
                <a:off x="5947704" y="1411416"/>
                <a:ext cx="130320" cy="452160"/>
              </p14:xfrm>
            </p:contentPart>
          </mc:Choice>
          <mc:Fallback xmlns="">
            <p:pic>
              <p:nvPicPr>
                <p:cNvPr id="46" name="Tinta 45">
                  <a:extLst>
                    <a:ext uri="{FF2B5EF4-FFF2-40B4-BE49-F238E27FC236}">
                      <a16:creationId xmlns:a16="http://schemas.microsoft.com/office/drawing/2014/main" id="{42BA8AF4-2336-2EBA-E9D4-16BEA351ACF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941584" y="1405296"/>
                  <a:ext cx="14256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6147437D-2D6E-66B2-586F-D02BF0DED656}"/>
                    </a:ext>
                  </a:extLst>
                </p14:cNvPr>
                <p14:cNvContentPartPr/>
                <p14:nvPr/>
              </p14:nvContentPartPr>
              <p14:xfrm>
                <a:off x="6192864" y="1429776"/>
                <a:ext cx="206280" cy="300240"/>
              </p14:xfrm>
            </p:contentPart>
          </mc:Choice>
          <mc:Fallback xmlns=""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6147437D-2D6E-66B2-586F-D02BF0DED65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186744" y="1423656"/>
                  <a:ext cx="2185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7A4BFA79-5C87-CE8F-F0DC-5AF90FA79E8F}"/>
                    </a:ext>
                  </a:extLst>
                </p14:cNvPr>
                <p14:cNvContentPartPr/>
                <p14:nvPr/>
              </p14:nvContentPartPr>
              <p14:xfrm>
                <a:off x="6673464" y="1277496"/>
                <a:ext cx="196200" cy="397080"/>
              </p14:xfrm>
            </p:contentPart>
          </mc:Choice>
          <mc:Fallback xmlns=""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7A4BFA79-5C87-CE8F-F0DC-5AF90FA79E8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667344" y="1271376"/>
                  <a:ext cx="20844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AA41A722-96E6-68A3-64FE-95EF7A144EE1}"/>
                    </a:ext>
                  </a:extLst>
                </p14:cNvPr>
                <p14:cNvContentPartPr/>
                <p14:nvPr/>
              </p14:nvContentPartPr>
              <p14:xfrm>
                <a:off x="7030224" y="1265976"/>
                <a:ext cx="207000" cy="561240"/>
              </p14:xfrm>
            </p:contentPart>
          </mc:Choice>
          <mc:Fallback xmlns=""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AA41A722-96E6-68A3-64FE-95EF7A144EE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024104" y="1259856"/>
                  <a:ext cx="21924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EC62B77B-062F-2E44-CF91-D10E43D36238}"/>
                    </a:ext>
                  </a:extLst>
                </p14:cNvPr>
                <p14:cNvContentPartPr/>
                <p14:nvPr/>
              </p14:nvContentPartPr>
              <p14:xfrm>
                <a:off x="7278264" y="1532376"/>
                <a:ext cx="199080" cy="170280"/>
              </p14:xfrm>
            </p:contentPart>
          </mc:Choice>
          <mc:Fallback xmlns=""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EC62B77B-062F-2E44-CF91-D10E43D3623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272144" y="1526256"/>
                  <a:ext cx="2113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C5CF9992-BEA7-BBA7-1D3B-9557CFCF9A7E}"/>
                    </a:ext>
                  </a:extLst>
                </p14:cNvPr>
                <p14:cNvContentPartPr/>
                <p14:nvPr/>
              </p14:nvContentPartPr>
              <p14:xfrm>
                <a:off x="7604064" y="1465056"/>
                <a:ext cx="141120" cy="59040"/>
              </p14:xfrm>
            </p:contentPart>
          </mc:Choice>
          <mc:Fallback xmlns=""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C5CF9992-BEA7-BBA7-1D3B-9557CFCF9A7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597944" y="1458936"/>
                  <a:ext cx="1533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723C7829-1C65-CDED-9A6A-7C6A11A6314B}"/>
                    </a:ext>
                  </a:extLst>
                </p14:cNvPr>
                <p14:cNvContentPartPr/>
                <p14:nvPr/>
              </p14:nvContentPartPr>
              <p14:xfrm>
                <a:off x="7788744" y="1273176"/>
                <a:ext cx="157680" cy="257400"/>
              </p14:xfrm>
            </p:contentPart>
          </mc:Choice>
          <mc:Fallback xmlns=""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723C7829-1C65-CDED-9A6A-7C6A11A6314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782624" y="1267056"/>
                  <a:ext cx="1699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E59A66BD-7AB1-837A-7C1B-EB1A478B2F4D}"/>
                    </a:ext>
                  </a:extLst>
                </p14:cNvPr>
                <p14:cNvContentPartPr/>
                <p14:nvPr/>
              </p14:nvContentPartPr>
              <p14:xfrm>
                <a:off x="7943544" y="987696"/>
                <a:ext cx="219240" cy="753480"/>
              </p14:xfrm>
            </p:contentPart>
          </mc:Choice>
          <mc:Fallback xmlns=""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E59A66BD-7AB1-837A-7C1B-EB1A478B2F4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937424" y="981576"/>
                  <a:ext cx="231480" cy="76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616E3C30-F0E1-15D8-2706-EE8FC3584E72}"/>
                    </a:ext>
                  </a:extLst>
                </p14:cNvPr>
                <p14:cNvContentPartPr/>
                <p14:nvPr/>
              </p14:nvContentPartPr>
              <p14:xfrm>
                <a:off x="6052104" y="2195136"/>
                <a:ext cx="141120" cy="246600"/>
              </p14:xfrm>
            </p:contentPart>
          </mc:Choice>
          <mc:Fallback xmlns=""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616E3C30-F0E1-15D8-2706-EE8FC3584E7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045984" y="2189016"/>
                  <a:ext cx="1533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5FFBAC95-7AA5-FF93-6FC6-341614C9099A}"/>
                    </a:ext>
                  </a:extLst>
                </p14:cNvPr>
                <p14:cNvContentPartPr/>
                <p14:nvPr/>
              </p14:nvContentPartPr>
              <p14:xfrm>
                <a:off x="6264144" y="2252376"/>
                <a:ext cx="219960" cy="200160"/>
              </p14:xfrm>
            </p:contentPart>
          </mc:Choice>
          <mc:Fallback xmlns=""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5FFBAC95-7AA5-FF93-6FC6-341614C9099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258024" y="2246256"/>
                  <a:ext cx="2322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740BBFBE-BD9F-B0D1-4A9F-C9E446C726FA}"/>
                    </a:ext>
                  </a:extLst>
                </p14:cNvPr>
                <p14:cNvContentPartPr/>
                <p14:nvPr/>
              </p14:nvContentPartPr>
              <p14:xfrm>
                <a:off x="6764544" y="2221776"/>
                <a:ext cx="154080" cy="174960"/>
              </p14:xfrm>
            </p:contentPart>
          </mc:Choice>
          <mc:Fallback xmlns=""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740BBFBE-BD9F-B0D1-4A9F-C9E446C726F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758424" y="2215656"/>
                  <a:ext cx="1663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E6F76280-ECB4-C62F-267F-046A5BEAECBE}"/>
                    </a:ext>
                  </a:extLst>
                </p14:cNvPr>
                <p14:cNvContentPartPr/>
                <p14:nvPr/>
              </p14:nvContentPartPr>
              <p14:xfrm>
                <a:off x="6926184" y="2238336"/>
                <a:ext cx="90000" cy="119160"/>
              </p14:xfrm>
            </p:contentPart>
          </mc:Choice>
          <mc:Fallback xmlns=""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E6F76280-ECB4-C62F-267F-046A5BEAECB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920064" y="2232216"/>
                  <a:ext cx="1022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54A8F86B-FE98-60B5-62B5-DA764F5DE889}"/>
                    </a:ext>
                  </a:extLst>
                </p14:cNvPr>
                <p14:cNvContentPartPr/>
                <p14:nvPr/>
              </p14:nvContentPartPr>
              <p14:xfrm>
                <a:off x="7061184" y="2215656"/>
                <a:ext cx="254520" cy="107280"/>
              </p14:xfrm>
            </p:contentPart>
          </mc:Choice>
          <mc:Fallback xmlns=""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54A8F86B-FE98-60B5-62B5-DA764F5DE88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055064" y="2209536"/>
                  <a:ext cx="2667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857C3950-E2B4-D753-04D5-477FE1D0ACE7}"/>
                    </a:ext>
                  </a:extLst>
                </p14:cNvPr>
                <p14:cNvContentPartPr/>
                <p14:nvPr/>
              </p14:nvContentPartPr>
              <p14:xfrm>
                <a:off x="7396344" y="2220336"/>
                <a:ext cx="14400" cy="140760"/>
              </p14:xfrm>
            </p:contentPart>
          </mc:Choice>
          <mc:Fallback xmlns=""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857C3950-E2B4-D753-04D5-477FE1D0ACE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90224" y="2214216"/>
                  <a:ext cx="266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04C46ABE-BDC9-8470-52A5-D88E7BE629E1}"/>
                    </a:ext>
                  </a:extLst>
                </p14:cNvPr>
                <p14:cNvContentPartPr/>
                <p14:nvPr/>
              </p14:nvContentPartPr>
              <p14:xfrm>
                <a:off x="7375104" y="2146896"/>
                <a:ext cx="157320" cy="97920"/>
              </p14:xfrm>
            </p:contentPart>
          </mc:Choice>
          <mc:Fallback xmlns=""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04C46ABE-BDC9-8470-52A5-D88E7BE629E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368984" y="2140776"/>
                  <a:ext cx="1695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60898B57-B17A-E441-6CBB-F1F2D8E8B356}"/>
                    </a:ext>
                  </a:extLst>
                </p14:cNvPr>
                <p14:cNvContentPartPr/>
                <p14:nvPr/>
              </p14:nvContentPartPr>
              <p14:xfrm>
                <a:off x="7543944" y="2150136"/>
                <a:ext cx="102960" cy="163800"/>
              </p14:xfrm>
            </p:contentPart>
          </mc:Choice>
          <mc:Fallback xmlns=""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60898B57-B17A-E441-6CBB-F1F2D8E8B35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537824" y="2144016"/>
                  <a:ext cx="1152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A9AFE533-88CF-350B-64FC-D17C48265657}"/>
                    </a:ext>
                  </a:extLst>
                </p14:cNvPr>
                <p14:cNvContentPartPr/>
                <p14:nvPr/>
              </p14:nvContentPartPr>
              <p14:xfrm>
                <a:off x="7641144" y="2057976"/>
                <a:ext cx="164520" cy="237600"/>
              </p14:xfrm>
            </p:contentPart>
          </mc:Choice>
          <mc:Fallback xmlns=""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A9AFE533-88CF-350B-64FC-D17C4826565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635024" y="2051856"/>
                  <a:ext cx="1767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E9064950-B4B2-1869-2B3F-4495CC76222C}"/>
                    </a:ext>
                  </a:extLst>
                </p14:cNvPr>
                <p14:cNvContentPartPr/>
                <p14:nvPr/>
              </p14:nvContentPartPr>
              <p14:xfrm>
                <a:off x="7917624" y="2108376"/>
                <a:ext cx="21960" cy="183240"/>
              </p14:xfrm>
            </p:contentPart>
          </mc:Choice>
          <mc:Fallback xmlns=""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E9064950-B4B2-1869-2B3F-4495CC76222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911504" y="2102256"/>
                  <a:ext cx="342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Tinta 65">
                  <a:extLst>
                    <a:ext uri="{FF2B5EF4-FFF2-40B4-BE49-F238E27FC236}">
                      <a16:creationId xmlns:a16="http://schemas.microsoft.com/office/drawing/2014/main" id="{6595E5BA-696D-E1F4-17BB-6713D5C815FF}"/>
                    </a:ext>
                  </a:extLst>
                </p14:cNvPr>
                <p14:cNvContentPartPr/>
                <p14:nvPr/>
              </p14:nvContentPartPr>
              <p14:xfrm>
                <a:off x="7894944" y="2284416"/>
                <a:ext cx="92880" cy="15840"/>
              </p14:xfrm>
            </p:contentPart>
          </mc:Choice>
          <mc:Fallback xmlns="">
            <p:pic>
              <p:nvPicPr>
                <p:cNvPr id="66" name="Tinta 65">
                  <a:extLst>
                    <a:ext uri="{FF2B5EF4-FFF2-40B4-BE49-F238E27FC236}">
                      <a16:creationId xmlns:a16="http://schemas.microsoft.com/office/drawing/2014/main" id="{6595E5BA-696D-E1F4-17BB-6713D5C815F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888824" y="2278296"/>
                  <a:ext cx="105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1C464E21-2028-879F-D16F-DEC10AC8EFC1}"/>
                    </a:ext>
                  </a:extLst>
                </p14:cNvPr>
                <p14:cNvContentPartPr/>
                <p14:nvPr/>
              </p14:nvContentPartPr>
              <p14:xfrm>
                <a:off x="7885944" y="2136456"/>
                <a:ext cx="140400" cy="90720"/>
              </p14:xfrm>
            </p:contentPart>
          </mc:Choice>
          <mc:Fallback xmlns=""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1C464E21-2028-879F-D16F-DEC10AC8EFC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79824" y="2130336"/>
                  <a:ext cx="1526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67883B4A-CF82-8E86-1A23-D9CD02DED4FD}"/>
                    </a:ext>
                  </a:extLst>
                </p14:cNvPr>
                <p14:cNvContentPartPr/>
                <p14:nvPr/>
              </p14:nvContentPartPr>
              <p14:xfrm>
                <a:off x="7869744" y="2053656"/>
                <a:ext cx="124920" cy="24480"/>
              </p14:xfrm>
            </p:contentPart>
          </mc:Choice>
          <mc:Fallback xmlns=""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67883B4A-CF82-8E86-1A23-D9CD02DED4F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63624" y="2047536"/>
                  <a:ext cx="1371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340FD7C9-9C40-4412-E51B-E7FE2726AB35}"/>
                    </a:ext>
                  </a:extLst>
                </p14:cNvPr>
                <p14:cNvContentPartPr/>
                <p14:nvPr/>
              </p14:nvContentPartPr>
              <p14:xfrm>
                <a:off x="8008344" y="2005416"/>
                <a:ext cx="162000" cy="257400"/>
              </p14:xfrm>
            </p:contentPart>
          </mc:Choice>
          <mc:Fallback xmlns=""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340FD7C9-9C40-4412-E51B-E7FE2726AB3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002224" y="1999296"/>
                  <a:ext cx="1742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2C41E1F3-EF0D-0094-CE68-8E57BC75CCD3}"/>
                    </a:ext>
                  </a:extLst>
                </p14:cNvPr>
                <p14:cNvContentPartPr/>
                <p14:nvPr/>
              </p14:nvContentPartPr>
              <p14:xfrm>
                <a:off x="8176824" y="2046456"/>
                <a:ext cx="136800" cy="231120"/>
              </p14:xfrm>
            </p:contentPart>
          </mc:Choice>
          <mc:Fallback xmlns=""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2C41E1F3-EF0D-0094-CE68-8E57BC75CCD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170704" y="2040336"/>
                  <a:ext cx="1490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2261D1B8-4D34-0A5A-291E-22EA6687DC00}"/>
                    </a:ext>
                  </a:extLst>
                </p14:cNvPr>
                <p14:cNvContentPartPr/>
                <p14:nvPr/>
              </p14:nvContentPartPr>
              <p14:xfrm>
                <a:off x="8310744" y="1988496"/>
                <a:ext cx="185040" cy="291960"/>
              </p14:xfrm>
            </p:contentPart>
          </mc:Choice>
          <mc:Fallback xmlns=""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2261D1B8-4D34-0A5A-291E-22EA6687DC0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304624" y="1982376"/>
                  <a:ext cx="1972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3DE015D9-AB03-812B-61D1-07D11BC459BC}"/>
                    </a:ext>
                  </a:extLst>
                </p14:cNvPr>
                <p14:cNvContentPartPr/>
                <p14:nvPr/>
              </p14:nvContentPartPr>
              <p14:xfrm>
                <a:off x="6169464" y="1462896"/>
                <a:ext cx="294480" cy="348840"/>
              </p14:xfrm>
            </p:contentPart>
          </mc:Choice>
          <mc:Fallback xmlns=""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3DE015D9-AB03-812B-61D1-07D11BC459B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163344" y="1456776"/>
                  <a:ext cx="306720" cy="36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6" name="Tinta 75">
                <a:extLst>
                  <a:ext uri="{FF2B5EF4-FFF2-40B4-BE49-F238E27FC236}">
                    <a16:creationId xmlns:a16="http://schemas.microsoft.com/office/drawing/2014/main" id="{659935D8-3120-6A9E-430F-489AB6F2A5DA}"/>
                  </a:ext>
                </a:extLst>
              </p14:cNvPr>
              <p14:cNvContentPartPr/>
              <p14:nvPr/>
            </p14:nvContentPartPr>
            <p14:xfrm>
              <a:off x="4372344" y="1501056"/>
              <a:ext cx="159840" cy="180360"/>
            </p14:xfrm>
          </p:contentPart>
        </mc:Choice>
        <mc:Fallback xmlns="">
          <p:pic>
            <p:nvPicPr>
              <p:cNvPr id="76" name="Tinta 75">
                <a:extLst>
                  <a:ext uri="{FF2B5EF4-FFF2-40B4-BE49-F238E27FC236}">
                    <a16:creationId xmlns:a16="http://schemas.microsoft.com/office/drawing/2014/main" id="{659935D8-3120-6A9E-430F-489AB6F2A5D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366224" y="1494936"/>
                <a:ext cx="172080" cy="19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Agrupar 79">
            <a:extLst>
              <a:ext uri="{FF2B5EF4-FFF2-40B4-BE49-F238E27FC236}">
                <a16:creationId xmlns:a16="http://schemas.microsoft.com/office/drawing/2014/main" id="{226FE9A2-859D-5480-6A84-221C1F1DFAD3}"/>
              </a:ext>
            </a:extLst>
          </p:cNvPr>
          <p:cNvGrpSpPr/>
          <p:nvPr/>
        </p:nvGrpSpPr>
        <p:grpSpPr>
          <a:xfrm>
            <a:off x="4670424" y="1066536"/>
            <a:ext cx="1665720" cy="477360"/>
            <a:chOff x="4670424" y="1066536"/>
            <a:chExt cx="1665720" cy="47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CC8ABD5E-0DAB-EF41-AC1E-CBF5F98A8CB8}"/>
                    </a:ext>
                  </a:extLst>
                </p14:cNvPr>
                <p14:cNvContentPartPr/>
                <p14:nvPr/>
              </p14:nvContentPartPr>
              <p14:xfrm>
                <a:off x="6312744" y="1066536"/>
                <a:ext cx="360" cy="20160"/>
              </p14:xfrm>
            </p:contentPart>
          </mc:Choice>
          <mc:Fallback xmlns=""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CC8ABD5E-0DAB-EF41-AC1E-CBF5F98A8CB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306624" y="1060416"/>
                  <a:ext cx="126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1310D013-6BE7-4526-0FAA-C421BA4B358B}"/>
                    </a:ext>
                  </a:extLst>
                </p14:cNvPr>
                <p14:cNvContentPartPr/>
                <p14:nvPr/>
              </p14:nvContentPartPr>
              <p14:xfrm>
                <a:off x="4744224" y="1105776"/>
                <a:ext cx="1591920" cy="392400"/>
              </p14:xfrm>
            </p:contentPart>
          </mc:Choice>
          <mc:Fallback xmlns=""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1310D013-6BE7-4526-0FAA-C421BA4B358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738104" y="1099656"/>
                  <a:ext cx="160416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A99CAB49-319F-1BAE-36DE-48DB75604F61}"/>
                    </a:ext>
                  </a:extLst>
                </p14:cNvPr>
                <p14:cNvContentPartPr/>
                <p14:nvPr/>
              </p14:nvContentPartPr>
              <p14:xfrm>
                <a:off x="4670424" y="1424376"/>
                <a:ext cx="180000" cy="119520"/>
              </p14:xfrm>
            </p:contentPart>
          </mc:Choice>
          <mc:Fallback xmlns=""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A99CAB49-319F-1BAE-36DE-48DB75604F6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664304" y="1418256"/>
                  <a:ext cx="19224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Agrupar 89">
            <a:extLst>
              <a:ext uri="{FF2B5EF4-FFF2-40B4-BE49-F238E27FC236}">
                <a16:creationId xmlns:a16="http://schemas.microsoft.com/office/drawing/2014/main" id="{1E4506C8-2424-CF95-C358-6F6F27777407}"/>
              </a:ext>
            </a:extLst>
          </p:cNvPr>
          <p:cNvGrpSpPr/>
          <p:nvPr/>
        </p:nvGrpSpPr>
        <p:grpSpPr>
          <a:xfrm>
            <a:off x="1032264" y="1499616"/>
            <a:ext cx="1073880" cy="1441800"/>
            <a:chOff x="1032264" y="1499616"/>
            <a:chExt cx="1073880" cy="144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50FBB653-14E8-2F19-DE70-8E2C0EA795C8}"/>
                    </a:ext>
                  </a:extLst>
                </p14:cNvPr>
                <p14:cNvContentPartPr/>
                <p14:nvPr/>
              </p14:nvContentPartPr>
              <p14:xfrm>
                <a:off x="1783584" y="1499616"/>
                <a:ext cx="180360" cy="177120"/>
              </p14:xfrm>
            </p:contentPart>
          </mc:Choice>
          <mc:Fallback xmlns=""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50FBB653-14E8-2F19-DE70-8E2C0EA795C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777464" y="1493496"/>
                  <a:ext cx="1926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666FFCEB-0BE8-607F-282F-DE96B8918260}"/>
                    </a:ext>
                  </a:extLst>
                </p14:cNvPr>
                <p14:cNvContentPartPr/>
                <p14:nvPr/>
              </p14:nvContentPartPr>
              <p14:xfrm>
                <a:off x="1932984" y="1802016"/>
                <a:ext cx="173160" cy="168120"/>
              </p14:xfrm>
            </p:contentPart>
          </mc:Choice>
          <mc:Fallback xmlns=""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666FFCEB-0BE8-607F-282F-DE96B891826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926864" y="1795896"/>
                  <a:ext cx="1854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6893328C-611D-BA93-218F-2D956B7564B8}"/>
                    </a:ext>
                  </a:extLst>
                </p14:cNvPr>
                <p14:cNvContentPartPr/>
                <p14:nvPr/>
              </p14:nvContentPartPr>
              <p14:xfrm>
                <a:off x="1032264" y="1780776"/>
                <a:ext cx="579240" cy="1160640"/>
              </p14:xfrm>
            </p:contentPart>
          </mc:Choice>
          <mc:Fallback xmlns=""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6893328C-611D-BA93-218F-2D956B7564B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26144" y="1774656"/>
                  <a:ext cx="591480" cy="11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732F10DE-4782-4597-0C9D-DFF8ED97C440}"/>
                    </a:ext>
                  </a:extLst>
                </p14:cNvPr>
                <p14:cNvContentPartPr/>
                <p14:nvPr/>
              </p14:nvContentPartPr>
              <p14:xfrm>
                <a:off x="1568304" y="1757376"/>
                <a:ext cx="120600" cy="276840"/>
              </p14:xfrm>
            </p:contentPart>
          </mc:Choice>
          <mc:Fallback xmlns=""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732F10DE-4782-4597-0C9D-DFF8ED97C44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562184" y="1751256"/>
                  <a:ext cx="13284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879ADC70-2BFA-E6C6-CC81-49964CFA8783}"/>
                    </a:ext>
                  </a:extLst>
                </p14:cNvPr>
                <p14:cNvContentPartPr/>
                <p14:nvPr/>
              </p14:nvContentPartPr>
              <p14:xfrm>
                <a:off x="1145664" y="1889136"/>
                <a:ext cx="699480" cy="981360"/>
              </p14:xfrm>
            </p:contentPart>
          </mc:Choice>
          <mc:Fallback xmlns=""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879ADC70-2BFA-E6C6-CC81-49964CFA878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39544" y="1883016"/>
                  <a:ext cx="711720" cy="9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14337519-1DC1-A198-8C05-2E77181CEF45}"/>
                    </a:ext>
                  </a:extLst>
                </p14:cNvPr>
                <p14:cNvContentPartPr/>
                <p14:nvPr/>
              </p14:nvContentPartPr>
              <p14:xfrm>
                <a:off x="1745784" y="1813536"/>
                <a:ext cx="126360" cy="187200"/>
              </p14:xfrm>
            </p:contentPart>
          </mc:Choice>
          <mc:Fallback xmlns=""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14337519-1DC1-A198-8C05-2E77181CEF4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739664" y="1807416"/>
                  <a:ext cx="1386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E3A625E6-10B5-6ECE-0959-22C547247B88}"/>
                    </a:ext>
                  </a:extLst>
                </p14:cNvPr>
                <p14:cNvContentPartPr/>
                <p14:nvPr/>
              </p14:nvContentPartPr>
              <p14:xfrm>
                <a:off x="1498824" y="1676016"/>
                <a:ext cx="208440" cy="207360"/>
              </p14:xfrm>
            </p:contentPart>
          </mc:Choice>
          <mc:Fallback xmlns=""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E3A625E6-10B5-6ECE-0959-22C547247B8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492704" y="1669896"/>
                  <a:ext cx="220680" cy="21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91" name="Tinta 90">
                <a:extLst>
                  <a:ext uri="{FF2B5EF4-FFF2-40B4-BE49-F238E27FC236}">
                    <a16:creationId xmlns:a16="http://schemas.microsoft.com/office/drawing/2014/main" id="{F527F8FB-8204-917B-CFB6-6FA4E93D2BF3}"/>
                  </a:ext>
                </a:extLst>
              </p14:cNvPr>
              <p14:cNvContentPartPr/>
              <p14:nvPr/>
            </p14:nvContentPartPr>
            <p14:xfrm>
              <a:off x="958464" y="3235896"/>
              <a:ext cx="141840" cy="666000"/>
            </p14:xfrm>
          </p:contentPart>
        </mc:Choice>
        <mc:Fallback xmlns="">
          <p:pic>
            <p:nvPicPr>
              <p:cNvPr id="91" name="Tinta 90">
                <a:extLst>
                  <a:ext uri="{FF2B5EF4-FFF2-40B4-BE49-F238E27FC236}">
                    <a16:creationId xmlns:a16="http://schemas.microsoft.com/office/drawing/2014/main" id="{F527F8FB-8204-917B-CFB6-6FA4E93D2BF3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52344" y="3229776"/>
                <a:ext cx="154080" cy="67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08F304D0-8AC5-A4C7-7EEB-8598C5D158C9}"/>
              </a:ext>
            </a:extLst>
          </p:cNvPr>
          <p:cNvGrpSpPr/>
          <p:nvPr/>
        </p:nvGrpSpPr>
        <p:grpSpPr>
          <a:xfrm>
            <a:off x="1415664" y="2857176"/>
            <a:ext cx="1719000" cy="692640"/>
            <a:chOff x="1415664" y="2857176"/>
            <a:chExt cx="1719000" cy="69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E063EE25-E775-0DAD-358F-DE3845516FD6}"/>
                    </a:ext>
                  </a:extLst>
                </p14:cNvPr>
                <p14:cNvContentPartPr/>
                <p14:nvPr/>
              </p14:nvContentPartPr>
              <p14:xfrm>
                <a:off x="1415664" y="3278736"/>
                <a:ext cx="201240" cy="271080"/>
              </p14:xfrm>
            </p:contentPart>
          </mc:Choice>
          <mc:Fallback xmlns=""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E063EE25-E775-0DAD-358F-DE3845516FD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409544" y="3272616"/>
                  <a:ext cx="2134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DCE4ECFB-75DD-08EE-0EDC-D8DB962C9482}"/>
                    </a:ext>
                  </a:extLst>
                </p14:cNvPr>
                <p14:cNvContentPartPr/>
                <p14:nvPr/>
              </p14:nvContentPartPr>
              <p14:xfrm>
                <a:off x="1836144" y="3105936"/>
                <a:ext cx="222120" cy="332640"/>
              </p14:xfrm>
            </p:contentPart>
          </mc:Choice>
          <mc:Fallback xmlns=""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DCE4ECFB-75DD-08EE-0EDC-D8DB962C948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830024" y="3099816"/>
                  <a:ext cx="2343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78185905-5816-0CAD-FCE6-222E310CAE81}"/>
                    </a:ext>
                  </a:extLst>
                </p14:cNvPr>
                <p14:cNvContentPartPr/>
                <p14:nvPr/>
              </p14:nvContentPartPr>
              <p14:xfrm>
                <a:off x="2172384" y="3082896"/>
                <a:ext cx="213840" cy="352440"/>
              </p14:xfrm>
            </p:contentPart>
          </mc:Choice>
          <mc:Fallback xmlns=""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78185905-5816-0CAD-FCE6-222E310CAE8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166264" y="3076776"/>
                  <a:ext cx="2260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FC0FAC30-22C6-D244-F2F7-ED2E4D791228}"/>
                    </a:ext>
                  </a:extLst>
                </p14:cNvPr>
                <p14:cNvContentPartPr/>
                <p14:nvPr/>
              </p14:nvContentPartPr>
              <p14:xfrm>
                <a:off x="2130624" y="3082176"/>
                <a:ext cx="267480" cy="410400"/>
              </p14:xfrm>
            </p:contentPart>
          </mc:Choice>
          <mc:Fallback xmlns=""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FC0FAC30-22C6-D244-F2F7-ED2E4D79122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124504" y="3076056"/>
                  <a:ext cx="27972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D414BB6C-770D-FA3C-EDC9-C94516DFFF04}"/>
                    </a:ext>
                  </a:extLst>
                </p14:cNvPr>
                <p14:cNvContentPartPr/>
                <p14:nvPr/>
              </p14:nvContentPartPr>
              <p14:xfrm>
                <a:off x="2373984" y="3208896"/>
                <a:ext cx="187920" cy="138600"/>
              </p14:xfrm>
            </p:contentPart>
          </mc:Choice>
          <mc:Fallback xmlns=""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D414BB6C-770D-FA3C-EDC9-C94516DFFF0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367864" y="3202776"/>
                  <a:ext cx="2001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341660EA-D5F2-57BD-9F1D-76595C8124E4}"/>
                    </a:ext>
                  </a:extLst>
                </p14:cNvPr>
                <p14:cNvContentPartPr/>
                <p14:nvPr/>
              </p14:nvContentPartPr>
              <p14:xfrm>
                <a:off x="2621664" y="3208536"/>
                <a:ext cx="132120" cy="10800"/>
              </p14:xfrm>
            </p:contentPart>
          </mc:Choice>
          <mc:Fallback xmlns=""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341660EA-D5F2-57BD-9F1D-76595C8124E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615544" y="3202416"/>
                  <a:ext cx="1443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ABF6BD1B-9712-10C8-B38D-971DC68938BF}"/>
                    </a:ext>
                  </a:extLst>
                </p14:cNvPr>
                <p14:cNvContentPartPr/>
                <p14:nvPr/>
              </p14:nvContentPartPr>
              <p14:xfrm>
                <a:off x="2774304" y="3019896"/>
                <a:ext cx="129600" cy="284760"/>
              </p14:xfrm>
            </p:contentPart>
          </mc:Choice>
          <mc:Fallback xmlns=""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ABF6BD1B-9712-10C8-B38D-971DC68938B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768184" y="3013776"/>
                  <a:ext cx="1418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19C76BB6-249B-626F-A1A7-507F014744E6}"/>
                    </a:ext>
                  </a:extLst>
                </p14:cNvPr>
                <p14:cNvContentPartPr/>
                <p14:nvPr/>
              </p14:nvContentPartPr>
              <p14:xfrm>
                <a:off x="2817864" y="2857176"/>
                <a:ext cx="316800" cy="632880"/>
              </p14:xfrm>
            </p:contentPart>
          </mc:Choice>
          <mc:Fallback xmlns=""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19C76BB6-249B-626F-A1A7-507F014744E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811744" y="2851056"/>
                  <a:ext cx="329040" cy="64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Agrupar 110">
            <a:extLst>
              <a:ext uri="{FF2B5EF4-FFF2-40B4-BE49-F238E27FC236}">
                <a16:creationId xmlns:a16="http://schemas.microsoft.com/office/drawing/2014/main" id="{DFAB851A-C2DE-8C74-6C59-63E34C4E8C18}"/>
              </a:ext>
            </a:extLst>
          </p:cNvPr>
          <p:cNvGrpSpPr/>
          <p:nvPr/>
        </p:nvGrpSpPr>
        <p:grpSpPr>
          <a:xfrm>
            <a:off x="1244664" y="3960936"/>
            <a:ext cx="689040" cy="315360"/>
            <a:chOff x="1244664" y="3960936"/>
            <a:chExt cx="689040" cy="3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5DA64320-C514-BA41-3891-D881F6003D4C}"/>
                    </a:ext>
                  </a:extLst>
                </p14:cNvPr>
                <p14:cNvContentPartPr/>
                <p14:nvPr/>
              </p14:nvContentPartPr>
              <p14:xfrm>
                <a:off x="1254024" y="4020696"/>
                <a:ext cx="23400" cy="199080"/>
              </p14:xfrm>
            </p:contentPart>
          </mc:Choice>
          <mc:Fallback xmlns=""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5DA64320-C514-BA41-3891-D881F6003D4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247904" y="4014576"/>
                  <a:ext cx="356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0743CE0C-0B9A-4D91-B843-625FC5926E58}"/>
                    </a:ext>
                  </a:extLst>
                </p14:cNvPr>
                <p14:cNvContentPartPr/>
                <p14:nvPr/>
              </p14:nvContentPartPr>
              <p14:xfrm>
                <a:off x="1244664" y="4020696"/>
                <a:ext cx="209160" cy="255600"/>
              </p14:xfrm>
            </p:contentPart>
          </mc:Choice>
          <mc:Fallback xmlns=""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0743CE0C-0B9A-4D91-B843-625FC5926E5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238544" y="4014576"/>
                  <a:ext cx="2214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6CF04FB0-7EE8-0D2D-02E0-6E510D5CA2F7}"/>
                    </a:ext>
                  </a:extLst>
                </p14:cNvPr>
                <p14:cNvContentPartPr/>
                <p14:nvPr/>
              </p14:nvContentPartPr>
              <p14:xfrm>
                <a:off x="1480104" y="4005936"/>
                <a:ext cx="158760" cy="159120"/>
              </p14:xfrm>
            </p:contentPart>
          </mc:Choice>
          <mc:Fallback xmlns=""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6CF04FB0-7EE8-0D2D-02E0-6E510D5CA2F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473984" y="3999816"/>
                  <a:ext cx="1710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9E60E421-08A3-DBB4-06A9-836EE794E404}"/>
                    </a:ext>
                  </a:extLst>
                </p14:cNvPr>
                <p14:cNvContentPartPr/>
                <p14:nvPr/>
              </p14:nvContentPartPr>
              <p14:xfrm>
                <a:off x="1755504" y="3969216"/>
                <a:ext cx="11880" cy="188280"/>
              </p14:xfrm>
            </p:contentPart>
          </mc:Choice>
          <mc:Fallback xmlns=""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9E60E421-08A3-DBB4-06A9-836EE794E40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749384" y="3963096"/>
                  <a:ext cx="241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3E050EBC-13FD-6144-F798-EAE537B968BB}"/>
                    </a:ext>
                  </a:extLst>
                </p14:cNvPr>
                <p14:cNvContentPartPr/>
                <p14:nvPr/>
              </p14:nvContentPartPr>
              <p14:xfrm>
                <a:off x="1767024" y="3960936"/>
                <a:ext cx="166680" cy="244800"/>
              </p14:xfrm>
            </p:contentPart>
          </mc:Choice>
          <mc:Fallback xmlns=""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3E050EBC-13FD-6144-F798-EAE537B968B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760904" y="3954816"/>
                  <a:ext cx="178920" cy="25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Agrupar 109">
            <a:extLst>
              <a:ext uri="{FF2B5EF4-FFF2-40B4-BE49-F238E27FC236}">
                <a16:creationId xmlns:a16="http://schemas.microsoft.com/office/drawing/2014/main" id="{3347D1A5-D203-2DF8-6C90-58BAD16AED19}"/>
              </a:ext>
            </a:extLst>
          </p:cNvPr>
          <p:cNvGrpSpPr/>
          <p:nvPr/>
        </p:nvGrpSpPr>
        <p:grpSpPr>
          <a:xfrm>
            <a:off x="2279664" y="3893256"/>
            <a:ext cx="850680" cy="265320"/>
            <a:chOff x="2279664" y="3893256"/>
            <a:chExt cx="850680" cy="26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30ABD904-757D-0C6C-0BB8-197CF9F0DC11}"/>
                    </a:ext>
                  </a:extLst>
                </p14:cNvPr>
                <p14:cNvContentPartPr/>
                <p14:nvPr/>
              </p14:nvContentPartPr>
              <p14:xfrm>
                <a:off x="2279664" y="4026816"/>
                <a:ext cx="189720" cy="131760"/>
              </p14:xfrm>
            </p:contentPart>
          </mc:Choice>
          <mc:Fallback xmlns=""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30ABD904-757D-0C6C-0BB8-197CF9F0DC1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273544" y="4020696"/>
                  <a:ext cx="2019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4E97A3CD-B7EB-041C-2B2A-3EF0A7A3E096}"/>
                    </a:ext>
                  </a:extLst>
                </p14:cNvPr>
                <p14:cNvContentPartPr/>
                <p14:nvPr/>
              </p14:nvContentPartPr>
              <p14:xfrm>
                <a:off x="2649384" y="4084776"/>
                <a:ext cx="360" cy="16200"/>
              </p14:xfrm>
            </p:contentPart>
          </mc:Choice>
          <mc:Fallback xmlns=""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4E97A3CD-B7EB-041C-2B2A-3EF0A7A3E09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643264" y="4078656"/>
                  <a:ext cx="126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594F6B67-2BBE-C8D8-5C80-24A25E528FE2}"/>
                    </a:ext>
                  </a:extLst>
                </p14:cNvPr>
                <p14:cNvContentPartPr/>
                <p14:nvPr/>
              </p14:nvContentPartPr>
              <p14:xfrm>
                <a:off x="2697624" y="3893256"/>
                <a:ext cx="240480" cy="215640"/>
              </p14:xfrm>
            </p:contentPart>
          </mc:Choice>
          <mc:Fallback xmlns=""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594F6B67-2BBE-C8D8-5C80-24A25E528FE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691504" y="3887136"/>
                  <a:ext cx="252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65F3E4C6-29B7-AB88-34B9-B5083CD91967}"/>
                    </a:ext>
                  </a:extLst>
                </p14:cNvPr>
                <p14:cNvContentPartPr/>
                <p14:nvPr/>
              </p14:nvContentPartPr>
              <p14:xfrm>
                <a:off x="3125304" y="4048776"/>
                <a:ext cx="5040" cy="360"/>
              </p14:xfrm>
            </p:contentPart>
          </mc:Choice>
          <mc:Fallback xmlns=""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65F3E4C6-29B7-AB88-34B9-B5083CD9196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119184" y="4042656"/>
                  <a:ext cx="1728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7CB48BE9-A04F-1E3E-A6C4-DD87108D6483}"/>
                  </a:ext>
                </a:extLst>
              </p14:cNvPr>
              <p14:cNvContentPartPr/>
              <p14:nvPr/>
            </p14:nvContentPartPr>
            <p14:xfrm>
              <a:off x="1465344" y="1466136"/>
              <a:ext cx="1431000" cy="44568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7CB48BE9-A04F-1E3E-A6C4-DD87108D6483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459224" y="1460016"/>
                <a:ext cx="1443240" cy="45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Agrupar 119">
            <a:extLst>
              <a:ext uri="{FF2B5EF4-FFF2-40B4-BE49-F238E27FC236}">
                <a16:creationId xmlns:a16="http://schemas.microsoft.com/office/drawing/2014/main" id="{E1EE28B5-D819-CA73-9EEF-614E9E58E2A8}"/>
              </a:ext>
            </a:extLst>
          </p:cNvPr>
          <p:cNvGrpSpPr/>
          <p:nvPr/>
        </p:nvGrpSpPr>
        <p:grpSpPr>
          <a:xfrm>
            <a:off x="2670984" y="777096"/>
            <a:ext cx="683280" cy="549360"/>
            <a:chOff x="2670984" y="777096"/>
            <a:chExt cx="683280" cy="54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3" name="Tinta 2">
                  <a:extLst>
                    <a:ext uri="{FF2B5EF4-FFF2-40B4-BE49-F238E27FC236}">
                      <a16:creationId xmlns:a16="http://schemas.microsoft.com/office/drawing/2014/main" id="{F6F33E67-CA85-976B-E5B2-AC3AF9197343}"/>
                    </a:ext>
                  </a:extLst>
                </p14:cNvPr>
                <p14:cNvContentPartPr/>
                <p14:nvPr/>
              </p14:nvContentPartPr>
              <p14:xfrm>
                <a:off x="2804184" y="777096"/>
                <a:ext cx="550080" cy="448200"/>
              </p14:xfrm>
            </p:contentPart>
          </mc:Choice>
          <mc:Fallback xmlns="">
            <p:pic>
              <p:nvPicPr>
                <p:cNvPr id="3" name="Tinta 2">
                  <a:extLst>
                    <a:ext uri="{FF2B5EF4-FFF2-40B4-BE49-F238E27FC236}">
                      <a16:creationId xmlns:a16="http://schemas.microsoft.com/office/drawing/2014/main" id="{F6F33E67-CA85-976B-E5B2-AC3AF919734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798064" y="770976"/>
                  <a:ext cx="56232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FEE6452F-E53B-5090-73CC-6451B0E3F6A8}"/>
                    </a:ext>
                  </a:extLst>
                </p14:cNvPr>
                <p14:cNvContentPartPr/>
                <p14:nvPr/>
              </p14:nvContentPartPr>
              <p14:xfrm>
                <a:off x="2670984" y="1130616"/>
                <a:ext cx="295200" cy="195840"/>
              </p14:xfrm>
            </p:contentPart>
          </mc:Choice>
          <mc:Fallback xmlns=""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FEE6452F-E53B-5090-73CC-6451B0E3F6A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664864" y="1124496"/>
                  <a:ext cx="307440" cy="20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C41D5C76-2D86-41D5-749A-C32CC034D9AC}"/>
              </a:ext>
            </a:extLst>
          </p:cNvPr>
          <p:cNvGrpSpPr/>
          <p:nvPr/>
        </p:nvGrpSpPr>
        <p:grpSpPr>
          <a:xfrm>
            <a:off x="3270384" y="284976"/>
            <a:ext cx="1204200" cy="394920"/>
            <a:chOff x="3270384" y="284976"/>
            <a:chExt cx="1204200" cy="39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95CA2E9A-C6B5-93F0-D8E0-6B7A8C499D68}"/>
                    </a:ext>
                  </a:extLst>
                </p14:cNvPr>
                <p14:cNvContentPartPr/>
                <p14:nvPr/>
              </p14:nvContentPartPr>
              <p14:xfrm>
                <a:off x="3342384" y="411336"/>
                <a:ext cx="5040" cy="181440"/>
              </p14:xfrm>
            </p:contentPart>
          </mc:Choice>
          <mc:Fallback xmlns=""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95CA2E9A-C6B5-93F0-D8E0-6B7A8C499D6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336264" y="405216"/>
                  <a:ext cx="172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4FC9B2D3-786B-5E08-4E67-70B4FE310D33}"/>
                    </a:ext>
                  </a:extLst>
                </p14:cNvPr>
                <p14:cNvContentPartPr/>
                <p14:nvPr/>
              </p14:nvContentPartPr>
              <p14:xfrm>
                <a:off x="3270384" y="284976"/>
                <a:ext cx="177840" cy="293400"/>
              </p14:xfrm>
            </p:contentPart>
          </mc:Choice>
          <mc:Fallback xmlns=""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4FC9B2D3-786B-5E08-4E67-70B4FE310D3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264264" y="278856"/>
                  <a:ext cx="19008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CD59201A-0600-08F7-ECF9-F97ADD7497F1}"/>
                    </a:ext>
                  </a:extLst>
                </p14:cNvPr>
                <p14:cNvContentPartPr/>
                <p14:nvPr/>
              </p14:nvContentPartPr>
              <p14:xfrm>
                <a:off x="3414024" y="395136"/>
                <a:ext cx="113400" cy="250920"/>
              </p14:xfrm>
            </p:contentPart>
          </mc:Choice>
          <mc:Fallback xmlns=""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CD59201A-0600-08F7-ECF9-F97ADD7497F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407904" y="389016"/>
                  <a:ext cx="1256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759637AD-D1CA-E349-BCEC-2688367281BE}"/>
                    </a:ext>
                  </a:extLst>
                </p14:cNvPr>
                <p14:cNvContentPartPr/>
                <p14:nvPr/>
              </p14:nvContentPartPr>
              <p14:xfrm>
                <a:off x="3416184" y="441216"/>
                <a:ext cx="180360" cy="159840"/>
              </p14:xfrm>
            </p:contentPart>
          </mc:Choice>
          <mc:Fallback xmlns=""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759637AD-D1CA-E349-BCEC-2688367281B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410064" y="435096"/>
                  <a:ext cx="1926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684B6237-D6A6-11F9-2995-24CAB9B5DE01}"/>
                    </a:ext>
                  </a:extLst>
                </p14:cNvPr>
                <p14:cNvContentPartPr/>
                <p14:nvPr/>
              </p14:nvContentPartPr>
              <p14:xfrm>
                <a:off x="3584664" y="368856"/>
                <a:ext cx="145800" cy="273240"/>
              </p14:xfrm>
            </p:contentPart>
          </mc:Choice>
          <mc:Fallback xmlns=""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684B6237-D6A6-11F9-2995-24CAB9B5DE0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578544" y="362736"/>
                  <a:ext cx="1580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6" name="Tinta 125">
                  <a:extLst>
                    <a:ext uri="{FF2B5EF4-FFF2-40B4-BE49-F238E27FC236}">
                      <a16:creationId xmlns:a16="http://schemas.microsoft.com/office/drawing/2014/main" id="{7D3555DE-7B42-B4A3-5451-087E0722A2F5}"/>
                    </a:ext>
                  </a:extLst>
                </p14:cNvPr>
                <p14:cNvContentPartPr/>
                <p14:nvPr/>
              </p14:nvContentPartPr>
              <p14:xfrm>
                <a:off x="3746664" y="378216"/>
                <a:ext cx="23400" cy="250920"/>
              </p14:xfrm>
            </p:contentPart>
          </mc:Choice>
          <mc:Fallback xmlns="">
            <p:pic>
              <p:nvPicPr>
                <p:cNvPr id="126" name="Tinta 125">
                  <a:extLst>
                    <a:ext uri="{FF2B5EF4-FFF2-40B4-BE49-F238E27FC236}">
                      <a16:creationId xmlns:a16="http://schemas.microsoft.com/office/drawing/2014/main" id="{7D3555DE-7B42-B4A3-5451-087E0722A2F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740544" y="372096"/>
                  <a:ext cx="356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E36086BF-D7A9-30E7-5CBF-57108E47E9D4}"/>
                    </a:ext>
                  </a:extLst>
                </p14:cNvPr>
                <p14:cNvContentPartPr/>
                <p14:nvPr/>
              </p14:nvContentPartPr>
              <p14:xfrm>
                <a:off x="3730464" y="367416"/>
                <a:ext cx="127440" cy="237960"/>
              </p14:xfrm>
            </p:contentPart>
          </mc:Choice>
          <mc:Fallback xmlns=""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E36086BF-D7A9-30E7-5CBF-57108E47E9D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724344" y="361296"/>
                  <a:ext cx="1396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9E38955E-F121-87F1-0A63-265B26295925}"/>
                    </a:ext>
                  </a:extLst>
                </p14:cNvPr>
                <p14:cNvContentPartPr/>
                <p14:nvPr/>
              </p14:nvContentPartPr>
              <p14:xfrm>
                <a:off x="3853584" y="376416"/>
                <a:ext cx="163440" cy="211320"/>
              </p14:xfrm>
            </p:contentPart>
          </mc:Choice>
          <mc:Fallback xmlns=""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9E38955E-F121-87F1-0A63-265B2629592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847464" y="370296"/>
                  <a:ext cx="1756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FC79B7F4-7D49-D88E-160F-917F843E0F4D}"/>
                    </a:ext>
                  </a:extLst>
                </p14:cNvPr>
                <p14:cNvContentPartPr/>
                <p14:nvPr/>
              </p14:nvContentPartPr>
              <p14:xfrm>
                <a:off x="3864384" y="358416"/>
                <a:ext cx="243000" cy="271080"/>
              </p14:xfrm>
            </p:contentPart>
          </mc:Choice>
          <mc:Fallback xmlns=""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FC79B7F4-7D49-D88E-160F-917F843E0F4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858264" y="352296"/>
                  <a:ext cx="2552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E1EBD0EB-0625-9473-CE7D-C3940BB0DE6A}"/>
                    </a:ext>
                  </a:extLst>
                </p14:cNvPr>
                <p14:cNvContentPartPr/>
                <p14:nvPr/>
              </p14:nvContentPartPr>
              <p14:xfrm>
                <a:off x="4153104" y="392976"/>
                <a:ext cx="39600" cy="204840"/>
              </p14:xfrm>
            </p:contentPart>
          </mc:Choice>
          <mc:Fallback xmlns=""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E1EBD0EB-0625-9473-CE7D-C3940BB0DE6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146984" y="386856"/>
                  <a:ext cx="518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BF61107E-F8FC-DADD-EB4B-711F1F0BE87C}"/>
                    </a:ext>
                  </a:extLst>
                </p14:cNvPr>
                <p14:cNvContentPartPr/>
                <p14:nvPr/>
              </p14:nvContentPartPr>
              <p14:xfrm>
                <a:off x="4187664" y="351576"/>
                <a:ext cx="131040" cy="306000"/>
              </p14:xfrm>
            </p:contentPart>
          </mc:Choice>
          <mc:Fallback xmlns=""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BF61107E-F8FC-DADD-EB4B-711F1F0BE87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181544" y="345456"/>
                  <a:ext cx="1432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808F8C8F-413C-85C9-0730-CD38B73A1675}"/>
                    </a:ext>
                  </a:extLst>
                </p14:cNvPr>
                <p14:cNvContentPartPr/>
                <p14:nvPr/>
              </p14:nvContentPartPr>
              <p14:xfrm>
                <a:off x="4347144" y="430056"/>
                <a:ext cx="127440" cy="249840"/>
              </p14:xfrm>
            </p:contentPart>
          </mc:Choice>
          <mc:Fallback xmlns=""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808F8C8F-413C-85C9-0730-CD38B73A167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341024" y="423936"/>
                  <a:ext cx="139680" cy="262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072347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78AE15-432E-345D-5EED-C0B8E790E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cs typeface="Calibri"/>
              </a:rPr>
              <a:t>Observações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AC7F8B-E975-4198-767D-9B313C914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pt-BR" dirty="0">
                <a:cs typeface="Calibri"/>
              </a:rPr>
              <a:t>Uma das principais aplicações do algoritmo de </a:t>
            </a:r>
            <a:r>
              <a:rPr lang="pt-BR" err="1">
                <a:cs typeface="Calibri"/>
              </a:rPr>
              <a:t>watershed</a:t>
            </a:r>
            <a:r>
              <a:rPr lang="pt-BR">
                <a:cs typeface="Calibri"/>
              </a:rPr>
              <a:t> é a extração de objetos quase uniformes</a:t>
            </a:r>
          </a:p>
          <a:p>
            <a:r>
              <a:rPr lang="pt-BR" dirty="0">
                <a:cs typeface="Calibri"/>
              </a:rPr>
              <a:t>Dada a baixa variação dessas regiões, é comum aplicar o algoritmo ao gradiente da imagem e não a imagem original</a:t>
            </a:r>
          </a:p>
          <a:p>
            <a:r>
              <a:rPr lang="pt-BR" dirty="0">
                <a:cs typeface="Calibri"/>
              </a:rPr>
              <a:t>Os mínimos regionais das </a:t>
            </a:r>
            <a:r>
              <a:rPr lang="pt-BR" dirty="0" err="1">
                <a:cs typeface="Calibri"/>
              </a:rPr>
              <a:t>watersheds</a:t>
            </a:r>
            <a:r>
              <a:rPr lang="pt-BR" dirty="0">
                <a:cs typeface="Calibri"/>
              </a:rPr>
              <a:t> se correlacionam bem com valores baixos de gradiente</a:t>
            </a:r>
          </a:p>
        </p:txBody>
      </p:sp>
    </p:spTree>
    <p:extLst>
      <p:ext uri="{BB962C8B-B14F-4D97-AF65-F5344CB8AC3E}">
        <p14:creationId xmlns:p14="http://schemas.microsoft.com/office/powerpoint/2010/main" val="36096765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412776"/>
            <a:ext cx="4304344" cy="4284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1395979"/>
            <a:ext cx="1232357" cy="2124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24155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3788"/>
            <a:ext cx="8732495" cy="4320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3004" y="4268098"/>
            <a:ext cx="1139491" cy="2323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92410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777938"/>
            <a:ext cx="7644718" cy="377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276" y="5013176"/>
            <a:ext cx="8941087" cy="135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26FBD9B-1160-4486-A056-E2C9346A14CF}"/>
              </a:ext>
            </a:extLst>
          </p:cNvPr>
          <p:cNvSpPr txBox="1"/>
          <p:nvPr/>
        </p:nvSpPr>
        <p:spPr>
          <a:xfrm>
            <a:off x="4721951" y="4585797"/>
            <a:ext cx="4024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Segmentação</a:t>
            </a:r>
            <a:r>
              <a:rPr lang="en-US" dirty="0"/>
              <a:t> </a:t>
            </a:r>
            <a:r>
              <a:rPr lang="en-US" dirty="0" err="1"/>
              <a:t>feita</a:t>
            </a:r>
            <a:r>
              <a:rPr lang="en-US" dirty="0"/>
              <a:t> dentro de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região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2337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B6610C1FC8AB48BA79369D9F0FA2AE" ma:contentTypeVersion="0" ma:contentTypeDescription="Crie um novo documento." ma:contentTypeScope="" ma:versionID="bb0d639e4679164d038a7d1ea4c9b26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FEFF3B-3822-4E69-AC35-4EE82DC83CC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F7B8C14-622B-4C8C-AF4E-361B82C9FCAD}">
  <ds:schemaRefs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ec79c8b5-ed74-4ab1-bf02-2fc76af344fe"/>
    <ds:schemaRef ds:uri="167de5d6-78cd-4b76-8b56-20af424b14cd"/>
  </ds:schemaRefs>
</ds:datastoreItem>
</file>

<file path=customXml/itemProps3.xml><?xml version="1.0" encoding="utf-8"?>
<ds:datastoreItem xmlns:ds="http://schemas.openxmlformats.org/officeDocument/2006/customXml" ds:itemID="{A44F6B1F-7788-4CE9-8283-E554A84CFC59}"/>
</file>

<file path=docProps/app.xml><?xml version="1.0" encoding="utf-8"?>
<Properties xmlns="http://schemas.openxmlformats.org/officeDocument/2006/extended-properties" xmlns:vt="http://schemas.openxmlformats.org/officeDocument/2006/docPropsVTypes">
  <TotalTime>1046</TotalTime>
  <Words>1144</Words>
  <Application>Microsoft Office PowerPoint</Application>
  <PresentationFormat>Apresentação na tela (4:3)</PresentationFormat>
  <Paragraphs>130</Paragraphs>
  <Slides>40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Cambria Math</vt:lpstr>
      <vt:lpstr>Tema do Office</vt:lpstr>
      <vt:lpstr>Watershed</vt:lpstr>
      <vt:lpstr>Considerações</vt:lpstr>
      <vt:lpstr>Apresentação</vt:lpstr>
      <vt:lpstr>Interpretação topográfica</vt:lpstr>
      <vt:lpstr>Interpretação topográfica</vt:lpstr>
      <vt:lpstr>Watershed</vt:lpstr>
      <vt:lpstr>Watershed</vt:lpstr>
      <vt:lpstr>Watershed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Construção de barragens</vt:lpstr>
      <vt:lpstr>Construção de barragens</vt:lpstr>
      <vt:lpstr>Algoritmo Watershed</vt:lpstr>
      <vt:lpstr>Apresentação do PowerPoint</vt:lpstr>
      <vt:lpstr>Algoritmo Watershed</vt:lpstr>
      <vt:lpstr>Apresentação do PowerPoint</vt:lpstr>
      <vt:lpstr>Algoritmo Watershed</vt:lpstr>
      <vt:lpstr>Apresentação do PowerPoint</vt:lpstr>
      <vt:lpstr>Apresentação do PowerPoint</vt:lpstr>
      <vt:lpstr>Algoritmo Watershed</vt:lpstr>
      <vt:lpstr>Apresentação do PowerPoint</vt:lpstr>
      <vt:lpstr>Algoritmo Watershed</vt:lpstr>
      <vt:lpstr>Algoritmo Watershed</vt:lpstr>
      <vt:lpstr>Apresentação do PowerPoint</vt:lpstr>
      <vt:lpstr>Algoritmo Watershed</vt:lpstr>
      <vt:lpstr>Apresentação do PowerPoint</vt:lpstr>
      <vt:lpstr>Algoritmo Watershed</vt:lpstr>
      <vt:lpstr>Algoritmo Watershed</vt:lpstr>
      <vt:lpstr>Apresentação do PowerPoint</vt:lpstr>
      <vt:lpstr>Observações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Watershed</dc:title>
  <dc:creator>Bruno</dc:creator>
  <cp:lastModifiedBy>Bruno Augusto Nassif Travencolo</cp:lastModifiedBy>
  <cp:revision>47</cp:revision>
  <dcterms:created xsi:type="dcterms:W3CDTF">2013-04-04T17:15:53Z</dcterms:created>
  <dcterms:modified xsi:type="dcterms:W3CDTF">2026-02-20T20:15:56Z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0x01010097B6610C1FC8AB48BA79369D9F0FA2AE</vt:lpwstr>
  </property>
  <property fmtid="{D5CDD505-2E9C-101B-9397-08002B2CF9AE}" pid="3" name="Order">
    <vt:r8>1600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MediaServiceImageTags">
    <vt:lpwstr/>
  </property>
</Properties>
</file>