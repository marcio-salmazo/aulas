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Atividades Práticas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>
                <a:solidFill>
                  <a:schemeClr val="bg1"/>
                </a:solidFill>
              </a:rPr>
              <a:t>Prática 1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D0CA3A-F61C-8D03-F516-3E04565A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14</Words>
  <Application>Microsoft Office PowerPoint</Application>
  <PresentationFormat>Widescreen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Gill Sans MT</vt:lpstr>
      <vt:lpstr>Tema do Office</vt:lpstr>
      <vt:lpstr>Pacote</vt:lpstr>
      <vt:lpstr>Atividades Práticas em c</vt:lpstr>
      <vt:lpstr>Prática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61</cp:revision>
  <dcterms:created xsi:type="dcterms:W3CDTF">2026-07-26T12:48:37Z</dcterms:created>
  <dcterms:modified xsi:type="dcterms:W3CDTF">2026-08-04T16:22:20Z</dcterms:modified>
</cp:coreProperties>
</file>