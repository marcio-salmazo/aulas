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69" d="100"/>
          <a:sy n="69" d="100"/>
        </p:scale>
        <p:origin x="46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08/08/2026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6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Podemos dizer que a</a:t>
                </a:r>
                <a:r>
                  <a:rPr lang="pt-BR" sz="2200" b="1" dirty="0"/>
                  <a:t> </a:t>
                </a:r>
                <a:r>
                  <a:rPr lang="pt-BR" sz="2200" dirty="0"/>
                  <a:t>formação da imagem exige uma combinação de Luz e da reação dela com os objetos.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160" t="-1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1498</TotalTime>
  <Words>2783</Words>
  <Application>Microsoft Office PowerPoint</Application>
  <PresentationFormat>Widescreen</PresentationFormat>
  <Paragraphs>360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107</cp:revision>
  <dcterms:created xsi:type="dcterms:W3CDTF">2026-07-26T12:48:37Z</dcterms:created>
  <dcterms:modified xsi:type="dcterms:W3CDTF">2026-08-08T13:26:06Z</dcterms:modified>
</cp:coreProperties>
</file>