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2"/>
  </p:notesMasterIdLst>
  <p:sldIdLst>
    <p:sldId id="256" r:id="rId3"/>
    <p:sldId id="257" r:id="rId4"/>
    <p:sldId id="258" r:id="rId5"/>
    <p:sldId id="287" r:id="rId6"/>
    <p:sldId id="293" r:id="rId7"/>
    <p:sldId id="298" r:id="rId8"/>
    <p:sldId id="294" r:id="rId9"/>
    <p:sldId id="295" r:id="rId10"/>
    <p:sldId id="285" r:id="rId11"/>
    <p:sldId id="281" r:id="rId12"/>
    <p:sldId id="289" r:id="rId13"/>
    <p:sldId id="288" r:id="rId14"/>
    <p:sldId id="306" r:id="rId15"/>
    <p:sldId id="291" r:id="rId16"/>
    <p:sldId id="307" r:id="rId17"/>
    <p:sldId id="300" r:id="rId18"/>
    <p:sldId id="301" r:id="rId19"/>
    <p:sldId id="302" r:id="rId20"/>
    <p:sldId id="303" r:id="rId21"/>
    <p:sldId id="304" r:id="rId22"/>
    <p:sldId id="305" r:id="rId23"/>
    <p:sldId id="315" r:id="rId24"/>
    <p:sldId id="316" r:id="rId25"/>
    <p:sldId id="310" r:id="rId26"/>
    <p:sldId id="314" r:id="rId27"/>
    <p:sldId id="312" r:id="rId28"/>
    <p:sldId id="317" r:id="rId29"/>
    <p:sldId id="318" r:id="rId30"/>
    <p:sldId id="319" r:id="rId3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79" d="100"/>
          <a:sy n="79" d="100"/>
        </p:scale>
        <p:origin x="10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sRGB</a:t>
            </a:r>
            <a:r>
              <a:rPr lang="pt-BR" dirty="0"/>
              <a:t> é um padrão específico de cores dentro do grande sistema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RGB</a:t>
            </a:r>
            <a:r>
              <a:rPr lang="pt-BR" dirty="0"/>
              <a:t>. Na prática, ele garante que as cores fiquem iguais em quase qualquer dispositivo.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4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Comumente em telas digitais, a mistura das cores ocorre diretamente nos pixels.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005" t="-1714" r="-5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1597</TotalTime>
  <Words>2649</Words>
  <Application>Microsoft Office PowerPoint</Application>
  <PresentationFormat>Widescreen</PresentationFormat>
  <Paragraphs>323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111</cp:revision>
  <dcterms:created xsi:type="dcterms:W3CDTF">2026-07-26T12:48:37Z</dcterms:created>
  <dcterms:modified xsi:type="dcterms:W3CDTF">2026-08-11T14:36:23Z</dcterms:modified>
</cp:coreProperties>
</file>