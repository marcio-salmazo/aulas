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79" d="100"/>
          <a:sy n="79" d="100"/>
        </p:scale>
        <p:origin x="10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sRGB</a:t>
            </a:r>
            <a:r>
              <a:rPr lang="pt-BR" dirty="0"/>
              <a:t> é um padrão específico de cores dentro do grande sistema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RGB</a:t>
            </a:r>
            <a:r>
              <a:rPr lang="pt-BR" dirty="0"/>
              <a:t>. Na prática, ele garante que as cores fiquem iguais em quase qualquer dispositivo.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6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Podemos dizer que a</a:t>
                </a:r>
                <a:r>
                  <a:rPr lang="pt-BR" sz="2200" b="1" dirty="0"/>
                  <a:t> </a:t>
                </a:r>
                <a:r>
                  <a:rPr lang="pt-BR" sz="2200" dirty="0"/>
                  <a:t>formação da imagem exige uma combinação de Luz e da reação dela com os objetos.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160" t="-1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</TotalTime>
  <Words>2812</Words>
  <Application>Microsoft Office PowerPoint</Application>
  <PresentationFormat>Widescreen</PresentationFormat>
  <Paragraphs>362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108</cp:revision>
  <dcterms:created xsi:type="dcterms:W3CDTF">2026-07-26T12:48:37Z</dcterms:created>
  <dcterms:modified xsi:type="dcterms:W3CDTF">2026-08-10T01:07:54Z</dcterms:modified>
</cp:coreProperties>
</file>